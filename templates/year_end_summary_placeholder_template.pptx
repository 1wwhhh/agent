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35"/>
  </p:notesMasterIdLst>
  <p:sldIdLst>
    <p:sldId id="289" r:id="rId3"/>
    <p:sldId id="258" r:id="rId4"/>
    <p:sldId id="257" r:id="rId5"/>
    <p:sldId id="302" r:id="rId6"/>
    <p:sldId id="298" r:id="rId7"/>
    <p:sldId id="305" r:id="rId8"/>
    <p:sldId id="316" r:id="rId9"/>
    <p:sldId id="304" r:id="rId10"/>
    <p:sldId id="290" r:id="rId11"/>
    <p:sldId id="308" r:id="rId12"/>
    <p:sldId id="295" r:id="rId13"/>
    <p:sldId id="297" r:id="rId14"/>
    <p:sldId id="294" r:id="rId15"/>
    <p:sldId id="321" r:id="rId16"/>
    <p:sldId id="303" r:id="rId17"/>
    <p:sldId id="301" r:id="rId18"/>
    <p:sldId id="291" r:id="rId19"/>
    <p:sldId id="293" r:id="rId20"/>
    <p:sldId id="296" r:id="rId21"/>
    <p:sldId id="312" r:id="rId22"/>
    <p:sldId id="309" r:id="rId23"/>
    <p:sldId id="311" r:id="rId24"/>
    <p:sldId id="292" r:id="rId25"/>
    <p:sldId id="317" r:id="rId26"/>
    <p:sldId id="310" r:id="rId27"/>
    <p:sldId id="315" r:id="rId28"/>
    <p:sldId id="314" r:id="rId29"/>
    <p:sldId id="318" r:id="rId30"/>
    <p:sldId id="322" r:id="rId31"/>
    <p:sldId id="323" r:id="rId32"/>
    <p:sldId id="324" r:id="rId33"/>
    <p:sldId id="325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863"/>
    <a:srgbClr val="3F47EF"/>
    <a:srgbClr val="101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31" autoAdjust="0"/>
  </p:normalViewPr>
  <p:slideViewPr>
    <p:cSldViewPr snapToGrid="0">
      <p:cViewPr>
        <p:scale>
          <a:sx n="75" d="100"/>
          <a:sy n="75" d="100"/>
        </p:scale>
        <p:origin x="1896" y="9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9:41.40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8795F-A518-4FEC-BF4E-65AFCBB6909E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EB814-AC29-486E-9A89-FB83643A0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882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EB814-AC29-486E-9A89-FB83643A01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474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18835" y="939973"/>
            <a:ext cx="11383021" cy="4"/>
            <a:chOff x="460399" y="1036958"/>
            <a:chExt cx="11383021" cy="4"/>
          </a:xfr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grpSpPr>
        <p:cxnSp>
          <p:nvCxnSpPr>
            <p:cNvPr id="4" name="直接连接符 3"/>
            <p:cNvCxnSpPr/>
            <p:nvPr/>
          </p:nvCxnSpPr>
          <p:spPr>
            <a:xfrm>
              <a:off x="460399" y="1036958"/>
              <a:ext cx="11383021" cy="0"/>
            </a:xfrm>
            <a:prstGeom prst="line">
              <a:avLst/>
            </a:prstGeom>
            <a:ln>
              <a:solidFill>
                <a:srgbClr val="182863">
                  <a:alpha val="5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460399" y="1036962"/>
              <a:ext cx="2407492" cy="0"/>
            </a:xfrm>
            <a:prstGeom prst="line">
              <a:avLst/>
            </a:prstGeom>
            <a:ln w="63500">
              <a:solidFill>
                <a:srgbClr val="182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 userDrawn="1"/>
        </p:nvSpPr>
        <p:spPr>
          <a:xfrm>
            <a:off x="10365998" y="404561"/>
            <a:ext cx="1789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LOGO</a:t>
            </a:r>
            <a:endParaRPr lang="zh-CN" altLang="en-US" sz="2800" dirty="0">
              <a:solidFill>
                <a:srgbClr val="18286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321955" y="364956"/>
            <a:ext cx="3405983" cy="525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182863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应履行的工作职责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18835" y="939973"/>
            <a:ext cx="11383021" cy="4"/>
            <a:chOff x="460399" y="1036958"/>
            <a:chExt cx="11383021" cy="4"/>
          </a:xfr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grpSpPr>
        <p:cxnSp>
          <p:nvCxnSpPr>
            <p:cNvPr id="4" name="直接连接符 3"/>
            <p:cNvCxnSpPr/>
            <p:nvPr/>
          </p:nvCxnSpPr>
          <p:spPr>
            <a:xfrm>
              <a:off x="460399" y="1036958"/>
              <a:ext cx="11383021" cy="0"/>
            </a:xfrm>
            <a:prstGeom prst="line">
              <a:avLst/>
            </a:prstGeom>
            <a:ln>
              <a:solidFill>
                <a:srgbClr val="182863">
                  <a:alpha val="5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460399" y="1036962"/>
              <a:ext cx="2407492" cy="0"/>
            </a:xfrm>
            <a:prstGeom prst="line">
              <a:avLst/>
            </a:prstGeom>
            <a:ln w="63500">
              <a:solidFill>
                <a:srgbClr val="182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 userDrawn="1"/>
        </p:nvSpPr>
        <p:spPr>
          <a:xfrm>
            <a:off x="10365998" y="404561"/>
            <a:ext cx="1789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LOGO</a:t>
            </a:r>
            <a:endParaRPr lang="zh-CN" altLang="en-US" sz="2800" dirty="0">
              <a:solidFill>
                <a:srgbClr val="18286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321955" y="364956"/>
            <a:ext cx="3405983" cy="525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182863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主要工作完成情况</a:t>
            </a:r>
          </a:p>
        </p:txBody>
      </p:sp>
    </p:spTree>
    <p:extLst>
      <p:ext uri="{BB962C8B-B14F-4D97-AF65-F5344CB8AC3E}">
        <p14:creationId xmlns:p14="http://schemas.microsoft.com/office/powerpoint/2010/main" val="50323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18835" y="939973"/>
            <a:ext cx="11383021" cy="4"/>
            <a:chOff x="460399" y="1036958"/>
            <a:chExt cx="11383021" cy="4"/>
          </a:xfr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grpSpPr>
        <p:cxnSp>
          <p:nvCxnSpPr>
            <p:cNvPr id="4" name="直接连接符 3"/>
            <p:cNvCxnSpPr/>
            <p:nvPr/>
          </p:nvCxnSpPr>
          <p:spPr>
            <a:xfrm>
              <a:off x="460399" y="1036958"/>
              <a:ext cx="11383021" cy="0"/>
            </a:xfrm>
            <a:prstGeom prst="line">
              <a:avLst/>
            </a:prstGeom>
            <a:ln>
              <a:solidFill>
                <a:srgbClr val="182863">
                  <a:alpha val="5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460399" y="1036962"/>
              <a:ext cx="2407492" cy="0"/>
            </a:xfrm>
            <a:prstGeom prst="line">
              <a:avLst/>
            </a:prstGeom>
            <a:ln w="63500">
              <a:solidFill>
                <a:srgbClr val="182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 userDrawn="1"/>
        </p:nvSpPr>
        <p:spPr>
          <a:xfrm>
            <a:off x="10365998" y="404561"/>
            <a:ext cx="1789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LOGO</a:t>
            </a:r>
            <a:endParaRPr lang="zh-CN" altLang="en-US" sz="2800" dirty="0">
              <a:solidFill>
                <a:srgbClr val="18286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321955" y="364956"/>
            <a:ext cx="3405983" cy="525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182863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存在问题不足分析</a:t>
            </a:r>
          </a:p>
        </p:txBody>
      </p:sp>
    </p:spTree>
    <p:extLst>
      <p:ext uri="{BB962C8B-B14F-4D97-AF65-F5344CB8AC3E}">
        <p14:creationId xmlns:p14="http://schemas.microsoft.com/office/powerpoint/2010/main" val="119022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18835" y="939973"/>
            <a:ext cx="11383021" cy="4"/>
            <a:chOff x="460399" y="1036958"/>
            <a:chExt cx="11383021" cy="4"/>
          </a:xfr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grpSpPr>
        <p:cxnSp>
          <p:nvCxnSpPr>
            <p:cNvPr id="4" name="直接连接符 3"/>
            <p:cNvCxnSpPr/>
            <p:nvPr/>
          </p:nvCxnSpPr>
          <p:spPr>
            <a:xfrm>
              <a:off x="460399" y="1036958"/>
              <a:ext cx="11383021" cy="0"/>
            </a:xfrm>
            <a:prstGeom prst="line">
              <a:avLst/>
            </a:prstGeom>
            <a:ln>
              <a:solidFill>
                <a:srgbClr val="182863">
                  <a:alpha val="5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460399" y="1036962"/>
              <a:ext cx="2407492" cy="0"/>
            </a:xfrm>
            <a:prstGeom prst="line">
              <a:avLst/>
            </a:prstGeom>
            <a:ln w="63500">
              <a:solidFill>
                <a:srgbClr val="182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 userDrawn="1"/>
        </p:nvSpPr>
        <p:spPr>
          <a:xfrm>
            <a:off x="10365998" y="404561"/>
            <a:ext cx="1789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LOGO</a:t>
            </a:r>
            <a:endParaRPr lang="zh-CN" altLang="en-US" sz="2800" dirty="0">
              <a:solidFill>
                <a:srgbClr val="18286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321955" y="364956"/>
            <a:ext cx="3405983" cy="525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182863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明年工作发展规划</a:t>
            </a:r>
          </a:p>
        </p:txBody>
      </p:sp>
    </p:spTree>
    <p:extLst>
      <p:ext uri="{BB962C8B-B14F-4D97-AF65-F5344CB8AC3E}">
        <p14:creationId xmlns:p14="http://schemas.microsoft.com/office/powerpoint/2010/main" val="364481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>
            <a:extLst>
              <a:ext uri="{FF2B5EF4-FFF2-40B4-BE49-F238E27FC236}">
                <a16:creationId xmlns:a16="http://schemas.microsoft.com/office/drawing/2014/main" id="{EAFE94FF-4816-5AF1-75F8-B1EF08C988FE}"/>
              </a:ext>
            </a:extLst>
          </p:cNvPr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71436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75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96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1111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  <p:sldLayoutId id="2147483655" r:id="rId7"/>
    <p:sldLayoutId id="214748366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74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www.51miz.com/ppt/" TargetMode="External"/><Relationship Id="rId3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://www.1ppt.com/moban/" TargetMode="External"/><Relationship Id="rId3" Type="http://schemas.openxmlformats.org/officeDocument/2006/relationships/hyperlink" Target="http://www.1ppt.com/hangye/" TargetMode="External"/><Relationship Id="rId4" Type="http://schemas.openxmlformats.org/officeDocument/2006/relationships/hyperlink" Target="http://www.1ppt.com/jieri/" TargetMode="External"/><Relationship Id="rId5" Type="http://schemas.openxmlformats.org/officeDocument/2006/relationships/hyperlink" Target="http://www.1ppt.com/sucai/" TargetMode="External"/><Relationship Id="rId6" Type="http://schemas.openxmlformats.org/officeDocument/2006/relationships/hyperlink" Target="http://www.1ppt.com/beijing/" TargetMode="External"/><Relationship Id="rId7" Type="http://schemas.openxmlformats.org/officeDocument/2006/relationships/hyperlink" Target="http://www.1ppt.com/tubiao/" TargetMode="External"/><Relationship Id="rId8" Type="http://schemas.openxmlformats.org/officeDocument/2006/relationships/hyperlink" Target="http://www.1ppt.com/xiazai/" TargetMode="External"/><Relationship Id="rId9" Type="http://schemas.openxmlformats.org/officeDocument/2006/relationships/hyperlink" Target="http://www.1ppt.com/powerpoint/" TargetMode="External"/><Relationship Id="rId10" Type="http://schemas.openxmlformats.org/officeDocument/2006/relationships/hyperlink" Target="http://www.1ppt.com/word/" TargetMode="External"/><Relationship Id="rId11" Type="http://schemas.openxmlformats.org/officeDocument/2006/relationships/hyperlink" Target="http://www.1ppt.com/excel/" TargetMode="External"/><Relationship Id="rId12" Type="http://schemas.openxmlformats.org/officeDocument/2006/relationships/hyperlink" Target="http://www.1ppt.com/jianli/" TargetMode="External"/><Relationship Id="rId13" Type="http://schemas.openxmlformats.org/officeDocument/2006/relationships/hyperlink" Target="http://www.1ppt.com/kejian/" TargetMode="External"/><Relationship Id="rId14" Type="http://schemas.openxmlformats.org/officeDocument/2006/relationships/hyperlink" Target="http://www.1ppt.com/shouchaobao/" TargetMode="External"/><Relationship Id="rId15" Type="http://schemas.openxmlformats.org/officeDocument/2006/relationships/hyperlink" Target="http://www.1ppt.com/shiti/" TargetMode="External"/><Relationship Id="rId16" Type="http://schemas.openxmlformats.org/officeDocument/2006/relationships/hyperlink" Target="http://www.1ppt.com/jiaoan/" TargetMode="External"/><Relationship Id="rId17" Type="http://schemas.openxmlformats.org/officeDocument/2006/relationships/hyperlink" Target="http://www.1ppt.com/ziti/" TargetMode="External"/><Relationship Id="rId18" Type="http://schemas.openxmlformats.org/officeDocument/2006/relationships/image" Target="../media/image14.png"/><Relationship Id="rId19" Type="http://schemas.openxmlformats.org/officeDocument/2006/relationships/customXml" Target="../ink/ink1.xml"/><Relationship Id="rId20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09" b="55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gradFill>
            <a:gsLst>
              <a:gs pos="0">
                <a:srgbClr val="182863"/>
              </a:gs>
              <a:gs pos="100000">
                <a:srgbClr val="182863">
                  <a:alpha val="4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203848" y="1415097"/>
            <a:ext cx="149757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600" dirty="0">
                <a:ln w="6350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筑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083790" y="1320721"/>
            <a:ext cx="14975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800" dirty="0">
                <a:ln w="6350">
                  <a:noFill/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梦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21841" y="2496584"/>
            <a:ext cx="14975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ln w="6350">
                  <a:noFill/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前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623819" y="1776812"/>
            <a:ext cx="149757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3800" dirty="0">
                <a:ln w="6350">
                  <a:noFill/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行</a:t>
            </a:r>
          </a:p>
        </p:txBody>
      </p:sp>
      <p:sp>
        <p:nvSpPr>
          <p:cNvPr id="25" name="TextBox 5"/>
          <p:cNvSpPr txBox="1"/>
          <p:nvPr/>
        </p:nvSpPr>
        <p:spPr>
          <a:xfrm>
            <a:off x="9710511" y="402564"/>
            <a:ext cx="2186816" cy="246221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  <a:scene3d>
              <a:camera prst="orthographicFront"/>
              <a:lightRig rig="threePt" dir="t"/>
            </a:scene3d>
            <a:sp3d prstMaterial="powder"/>
          </a:bodyPr>
          <a:lstStyle/>
          <a:p>
            <a:pPr algn="ctr"/>
            <a:r>
              <a:rPr lang="zh-CN" altLang="en-US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拼搏 </a:t>
            </a:r>
            <a:r>
              <a:rPr lang="en-US" altLang="zh-CN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/ </a:t>
            </a:r>
            <a:r>
              <a:rPr lang="zh-CN" altLang="en-US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奋斗 </a:t>
            </a:r>
            <a:r>
              <a:rPr lang="en-US" altLang="zh-CN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/ </a:t>
            </a:r>
            <a:r>
              <a:rPr lang="zh-CN" altLang="en-US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挑战 </a:t>
            </a:r>
            <a:r>
              <a:rPr lang="en-US" altLang="zh-CN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/ </a:t>
            </a:r>
            <a:r>
              <a:rPr lang="zh-CN" altLang="en-US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超越</a:t>
            </a:r>
          </a:p>
        </p:txBody>
      </p:sp>
      <p:sp>
        <p:nvSpPr>
          <p:cNvPr id="26" name="矩形 25"/>
          <p:cNvSpPr/>
          <p:nvPr/>
        </p:nvSpPr>
        <p:spPr>
          <a:xfrm>
            <a:off x="1106906" y="4018591"/>
            <a:ext cx="5229726" cy="713331"/>
          </a:xfrm>
          <a:prstGeom prst="rect">
            <a:avLst/>
          </a:prstGeom>
          <a:gradFill>
            <a:gsLst>
              <a:gs pos="6000">
                <a:srgbClr val="3257A1">
                  <a:alpha val="0"/>
                </a:srgbClr>
              </a:gs>
              <a:gs pos="50000">
                <a:srgbClr val="3257A1">
                  <a:alpha val="19000"/>
                </a:srgbClr>
              </a:gs>
              <a:gs pos="94000">
                <a:srgbClr val="3257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51587" y="4266994"/>
            <a:ext cx="4638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{{slide_01_title}}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269177" y="4807937"/>
            <a:ext cx="5403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{{slide_01_body_1}}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6613563" y="1358405"/>
            <a:ext cx="401082" cy="735961"/>
            <a:chOff x="6271947" y="1415097"/>
            <a:chExt cx="401082" cy="73596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1947" y="1415097"/>
              <a:ext cx="401082" cy="695948"/>
            </a:xfrm>
            <a:prstGeom prst="rect">
              <a:avLst/>
            </a:prstGeom>
          </p:spPr>
        </p:pic>
        <p:sp>
          <p:nvSpPr>
            <p:cNvPr id="29" name="TextBox 5"/>
            <p:cNvSpPr txBox="1"/>
            <p:nvPr/>
          </p:nvSpPr>
          <p:spPr>
            <a:xfrm rot="5400000">
              <a:off x="6083900" y="1644579"/>
              <a:ext cx="735959" cy="276999"/>
            </a:xfrm>
            <a:prstGeom prst="rect">
              <a:avLst/>
            </a:prstGeom>
            <a:noFill/>
            <a:effectLst/>
          </p:spPr>
          <p:txBody>
            <a:bodyPr wrap="square" rtlCol="0" anchor="ctr">
              <a:spAutoFit/>
              <a:scene3d>
                <a:camera prst="orthographicFront"/>
                <a:lightRig rig="threePt" dir="t"/>
              </a:scene3d>
              <a:sp3d prstMaterial="powder"/>
            </a:bodyPr>
            <a:lstStyle/>
            <a:p>
              <a:pPr algn="ctr"/>
              <a:r>
                <a:rPr lang="en-US" altLang="zh-CN" sz="1200" b="1" spc="300" dirty="0">
                  <a:solidFill>
                    <a:srgbClr val="182863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202X</a:t>
              </a:r>
              <a:endParaRPr lang="zh-CN" altLang="en-US" sz="1200" b="1" spc="3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cxnSp>
        <p:nvCxnSpPr>
          <p:cNvPr id="33" name="直接连接符 32"/>
          <p:cNvCxnSpPr/>
          <p:nvPr/>
        </p:nvCxnSpPr>
        <p:spPr>
          <a:xfrm flipV="1">
            <a:off x="2026761" y="3516842"/>
            <a:ext cx="1193484" cy="9976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4991083" y="3712153"/>
            <a:ext cx="458182" cy="3829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905274" y="916290"/>
            <a:ext cx="1193484" cy="9976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6088831" y="1037685"/>
            <a:ext cx="458182" cy="3829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5203542" y="6112958"/>
            <a:ext cx="1650684" cy="3063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182863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第一</a:t>
            </a:r>
            <a:r>
              <a:rPr lang="en-US" altLang="zh-CN" sz="1100" dirty="0">
                <a:solidFill>
                  <a:srgbClr val="182863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PPT|   202X.11</a:t>
            </a:r>
            <a:endParaRPr lang="zh-CN" altLang="en-US" sz="1100" dirty="0">
              <a:solidFill>
                <a:srgbClr val="182863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1" name="TextBox 5"/>
          <p:cNvSpPr txBox="1"/>
          <p:nvPr/>
        </p:nvSpPr>
        <p:spPr>
          <a:xfrm>
            <a:off x="371027" y="370551"/>
            <a:ext cx="803297" cy="276999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  <a:scene3d>
              <a:camera prst="orthographicFront"/>
              <a:lightRig rig="threePt" dir="t"/>
            </a:scene3d>
            <a:sp3d prstMaterial="powder"/>
          </a:bodyPr>
          <a:lstStyle/>
          <a:p>
            <a:pPr algn="ctr"/>
            <a:r>
              <a:rPr lang="en-US" altLang="zh-CN" sz="1200" spc="300" dirty="0">
                <a:solidFill>
                  <a:schemeClr val="bg1">
                    <a:alpha val="80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LOGO</a:t>
            </a:r>
            <a:endParaRPr lang="zh-CN" altLang="en-US" sz="1200" spc="300" dirty="0">
              <a:solidFill>
                <a:schemeClr val="bg1">
                  <a:alpha val="80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93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52" dur="3600" fill="hold"/>
                                        <p:tgtEl>
                                          <p:spTgt spid="2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41" presetClass="entr" presetSubtype="0" fill="hold" grpId="0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1" dur="3600" fill="hold"/>
                                        <p:tgtEl>
                                          <p:spTgt spid="4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9" grpId="0"/>
      <p:bldP spid="25" grpId="0"/>
      <p:bldP spid="25" grpId="1"/>
      <p:bldP spid="27" grpId="0"/>
      <p:bldP spid="28" grpId="0"/>
      <p:bldP spid="40" grpId="0" animBg="1"/>
      <p:bldP spid="41" grpId="0"/>
      <p:bldP spid="4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19" b="4353"/>
          <a:stretch/>
        </p:blipFill>
        <p:spPr>
          <a:xfrm>
            <a:off x="0" y="0"/>
            <a:ext cx="12191999" cy="2594360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1" y="1"/>
            <a:ext cx="12191998" cy="2594359"/>
          </a:xfrm>
          <a:prstGeom prst="rect">
            <a:avLst/>
          </a:prstGeom>
          <a:gradFill>
            <a:gsLst>
              <a:gs pos="0">
                <a:srgbClr val="182863"/>
              </a:gs>
              <a:gs pos="100000">
                <a:srgbClr val="182863">
                  <a:alpha val="3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503889" y="3242908"/>
            <a:ext cx="2654067" cy="2011625"/>
            <a:chOff x="525660" y="3022187"/>
            <a:chExt cx="2654067" cy="2011625"/>
          </a:xfrm>
        </p:grpSpPr>
        <p:sp>
          <p:nvSpPr>
            <p:cNvPr id="42" name="矩形 41"/>
            <p:cNvSpPr/>
            <p:nvPr/>
          </p:nvSpPr>
          <p:spPr>
            <a:xfrm>
              <a:off x="601237" y="4094116"/>
              <a:ext cx="2313413" cy="430887"/>
            </a:xfrm>
            <a:prstGeom prst="rect">
              <a:avLst/>
            </a:prstGeom>
            <a:solidFill>
              <a:srgbClr val="182863"/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5"/>
            <p:cNvSpPr txBox="1"/>
            <p:nvPr/>
          </p:nvSpPr>
          <p:spPr>
            <a:xfrm>
              <a:off x="571698" y="4112388"/>
              <a:ext cx="2342952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  <a:scene3d>
                <a:camera prst="orthographicFront"/>
                <a:lightRig rig="threePt" dir="t"/>
              </a:scene3d>
              <a:sp3d prstMaterial="powder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应履行的工作职责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89628" y="4633702"/>
              <a:ext cx="25900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Launching ceremony of strategic cooperation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25660" y="3022187"/>
              <a:ext cx="149650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0" dirty="0">
                  <a:ln w="12700">
                    <a:solidFill>
                      <a:srgbClr val="182863"/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01</a:t>
              </a:r>
              <a:endParaRPr lang="zh-CN" altLang="en-US" sz="6000" dirty="0">
                <a:ln w="12700">
                  <a:solidFill>
                    <a:srgbClr val="182863"/>
                  </a:solidFill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7010400" y="6111842"/>
            <a:ext cx="472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{{slide_02_title}}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601237" y="688459"/>
            <a:ext cx="3883677" cy="70788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prstMaterial="powder"/>
          </a:bodyPr>
          <a:lstStyle/>
          <a:p>
            <a:pPr algn="dist"/>
            <a:r>
              <a:rPr lang="en-US" altLang="zh-CN" sz="4000" spc="300" dirty="0">
                <a:gradFill>
                  <a:gsLst>
                    <a:gs pos="56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CONTENTS</a:t>
            </a:r>
            <a:endParaRPr lang="zh-CN" altLang="en-US" sz="4000" spc="300" dirty="0">
              <a:gradFill>
                <a:gsLst>
                  <a:gs pos="56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420162" y="3242908"/>
            <a:ext cx="2654067" cy="2011625"/>
            <a:chOff x="525660" y="3022187"/>
            <a:chExt cx="2654067" cy="2011625"/>
          </a:xfrm>
        </p:grpSpPr>
        <p:sp>
          <p:nvSpPr>
            <p:cNvPr id="46" name="矩形 45"/>
            <p:cNvSpPr/>
            <p:nvPr/>
          </p:nvSpPr>
          <p:spPr>
            <a:xfrm>
              <a:off x="601237" y="4094116"/>
              <a:ext cx="2313413" cy="430887"/>
            </a:xfrm>
            <a:prstGeom prst="rect">
              <a:avLst/>
            </a:prstGeom>
            <a:solidFill>
              <a:srgbClr val="1828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TextBox 5"/>
            <p:cNvSpPr txBox="1"/>
            <p:nvPr/>
          </p:nvSpPr>
          <p:spPr>
            <a:xfrm>
              <a:off x="571698" y="4112388"/>
              <a:ext cx="2342952" cy="400110"/>
            </a:xfrm>
            <a:prstGeom prst="rect">
              <a:avLst/>
            </a:prstGeom>
            <a:noFill/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txBody>
            <a:bodyPr wrap="square" rtlCol="0" anchor="ctr">
              <a:spAutoFit/>
              <a:scene3d>
                <a:camera prst="orthographicFront"/>
                <a:lightRig rig="threePt" dir="t"/>
              </a:scene3d>
              <a:sp3d prstMaterial="powder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主要工作完成情况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589628" y="4633702"/>
              <a:ext cx="25900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Launching ceremony of strategic cooperation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525660" y="3022187"/>
              <a:ext cx="149650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0" dirty="0">
                  <a:ln w="12700">
                    <a:solidFill>
                      <a:srgbClr val="182863"/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02</a:t>
              </a:r>
              <a:endParaRPr lang="zh-CN" altLang="en-US" sz="6000" dirty="0">
                <a:ln w="12700">
                  <a:solidFill>
                    <a:srgbClr val="182863"/>
                  </a:solidFill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336435" y="3242908"/>
            <a:ext cx="2654067" cy="2011625"/>
            <a:chOff x="525660" y="3022187"/>
            <a:chExt cx="2654067" cy="2011625"/>
          </a:xfrm>
        </p:grpSpPr>
        <p:sp>
          <p:nvSpPr>
            <p:cNvPr id="51" name="矩形 50"/>
            <p:cNvSpPr/>
            <p:nvPr/>
          </p:nvSpPr>
          <p:spPr>
            <a:xfrm>
              <a:off x="601237" y="4094116"/>
              <a:ext cx="2313413" cy="430887"/>
            </a:xfrm>
            <a:prstGeom prst="rect">
              <a:avLst/>
            </a:prstGeom>
            <a:solidFill>
              <a:srgbClr val="182863"/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TextBox 5"/>
            <p:cNvSpPr txBox="1"/>
            <p:nvPr/>
          </p:nvSpPr>
          <p:spPr>
            <a:xfrm>
              <a:off x="571698" y="4112388"/>
              <a:ext cx="2342952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  <a:scene3d>
                <a:camera prst="orthographicFront"/>
                <a:lightRig rig="threePt" dir="t"/>
              </a:scene3d>
              <a:sp3d prstMaterial="powder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存在问题不足分析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89628" y="4633702"/>
              <a:ext cx="25900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Launching ceremony of strategic cooperation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525660" y="3022187"/>
              <a:ext cx="149650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0" dirty="0">
                  <a:ln w="12700">
                    <a:solidFill>
                      <a:srgbClr val="182863"/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03</a:t>
              </a:r>
              <a:endParaRPr lang="zh-CN" altLang="en-US" sz="6000" dirty="0">
                <a:ln w="12700">
                  <a:solidFill>
                    <a:srgbClr val="182863"/>
                  </a:solidFill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252708" y="3242908"/>
            <a:ext cx="2654067" cy="2011625"/>
            <a:chOff x="525660" y="3022187"/>
            <a:chExt cx="2654067" cy="2011625"/>
          </a:xfrm>
        </p:grpSpPr>
        <p:sp>
          <p:nvSpPr>
            <p:cNvPr id="56" name="矩形 55"/>
            <p:cNvSpPr/>
            <p:nvPr/>
          </p:nvSpPr>
          <p:spPr>
            <a:xfrm>
              <a:off x="601237" y="4094116"/>
              <a:ext cx="2313413" cy="430887"/>
            </a:xfrm>
            <a:prstGeom prst="rect">
              <a:avLst/>
            </a:prstGeom>
            <a:solidFill>
              <a:srgbClr val="182863"/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TextBox 5"/>
            <p:cNvSpPr txBox="1"/>
            <p:nvPr/>
          </p:nvSpPr>
          <p:spPr>
            <a:xfrm>
              <a:off x="571698" y="4112388"/>
              <a:ext cx="2342952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  <a:scene3d>
                <a:camera prst="orthographicFront"/>
                <a:lightRig rig="threePt" dir="t"/>
              </a:scene3d>
              <a:sp3d prstMaterial="powder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明年工作发展规划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89628" y="4633702"/>
              <a:ext cx="25900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Launching ceremony of strategic cooperation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525660" y="3022187"/>
              <a:ext cx="149650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0" dirty="0">
                  <a:ln w="12700">
                    <a:solidFill>
                      <a:srgbClr val="182863"/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1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</a:t>
              </a:r>
              <a:endParaRPr lang="zh-CN" altLang="en-US" sz="6000" dirty="0">
                <a:ln w="12700">
                  <a:solidFill>
                    <a:srgbClr val="182863"/>
                  </a:solidFill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88724" y="1518182"/>
            <a:ext cx="803518" cy="158015"/>
            <a:chOff x="763111" y="602031"/>
            <a:chExt cx="803518" cy="158015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763111" y="760046"/>
              <a:ext cx="531756" cy="0"/>
            </a:xfrm>
            <a:prstGeom prst="line">
              <a:avLst/>
            </a:prstGeom>
            <a:ln w="25400">
              <a:solidFill>
                <a:schemeClr val="bg1"/>
              </a:solidFill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763111" y="681038"/>
              <a:ext cx="3941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763111" y="602031"/>
              <a:ext cx="803518" cy="0"/>
            </a:xfrm>
            <a:prstGeom prst="line">
              <a:avLst/>
            </a:prstGeom>
            <a:ln w="25400">
              <a:solidFill>
                <a:schemeClr val="bg1"/>
              </a:solidFill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直接连接符 37"/>
          <p:cNvCxnSpPr/>
          <p:nvPr/>
        </p:nvCxnSpPr>
        <p:spPr>
          <a:xfrm>
            <a:off x="11017956" y="6616642"/>
            <a:ext cx="61245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170656" y="3293708"/>
            <a:ext cx="0" cy="2230792"/>
          </a:xfrm>
          <a:prstGeom prst="line">
            <a:avLst/>
          </a:prstGeom>
          <a:ln w="12700">
            <a:gradFill>
              <a:gsLst>
                <a:gs pos="50000">
                  <a:srgbClr val="182863">
                    <a:alpha val="77000"/>
                  </a:srgbClr>
                </a:gs>
                <a:gs pos="0">
                  <a:srgbClr val="182863">
                    <a:alpha val="0"/>
                  </a:srgbClr>
                </a:gs>
                <a:gs pos="100000">
                  <a:srgbClr val="182863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6095285" y="3293708"/>
            <a:ext cx="0" cy="2230792"/>
          </a:xfrm>
          <a:prstGeom prst="line">
            <a:avLst/>
          </a:prstGeom>
          <a:ln w="12700">
            <a:gradFill>
              <a:gsLst>
                <a:gs pos="50000">
                  <a:srgbClr val="182863">
                    <a:alpha val="77000"/>
                  </a:srgbClr>
                </a:gs>
                <a:gs pos="0">
                  <a:srgbClr val="182863">
                    <a:alpha val="0"/>
                  </a:srgbClr>
                </a:gs>
                <a:gs pos="100000">
                  <a:srgbClr val="182863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9032614" y="3293708"/>
            <a:ext cx="0" cy="2230792"/>
          </a:xfrm>
          <a:prstGeom prst="line">
            <a:avLst/>
          </a:prstGeom>
          <a:ln w="12700">
            <a:gradFill>
              <a:gsLst>
                <a:gs pos="50000">
                  <a:srgbClr val="182863">
                    <a:alpha val="77000"/>
                  </a:srgbClr>
                </a:gs>
                <a:gs pos="0">
                  <a:srgbClr val="182863">
                    <a:alpha val="0"/>
                  </a:srgbClr>
                </a:gs>
                <a:gs pos="100000">
                  <a:srgbClr val="182863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9">
            <a:extLst>
              <a:ext uri="{FF2B5EF4-FFF2-40B4-BE49-F238E27FC236}">
                <a16:creationId xmlns:a16="http://schemas.microsoft.com/office/drawing/2014/main" id="{93CAE923-D1A6-8FE8-CE46-3A5DFC327E36}"/>
              </a:ext>
            </a:extLst>
          </p:cNvPr>
          <p:cNvSpPr txBox="1"/>
          <p:nvPr/>
        </p:nvSpPr>
        <p:spPr>
          <a:xfrm>
            <a:off x="60685" y="2540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airplane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6" presetClass="entr" presetSubtype="4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2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6" presetClass="entr" presetSubtype="4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2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6" presetClass="entr" presetSubtype="4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32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5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fill="hold" nodeType="withEffect" p14:presetBounceEnd="4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8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9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fill="hold" nodeType="withEffect" p14:presetBounceEnd="40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2" dur="75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3" dur="75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4" fill="hold" nodeType="withEffect" p14:presetBounceEnd="40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6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7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4" fill="hold" nodeType="withEffect" p14:presetBounceEnd="40000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0" dur="75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1" dur="75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8" grpId="0" animBg="1"/>
          <p:bldP spid="16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6" presetClass="entr" presetSubtype="4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2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6" presetClass="entr" presetSubtype="4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2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6" presetClass="entr" presetSubtype="4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32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5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4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4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75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8" grpId="0" animBg="1"/>
          <p:bldP spid="16" grpId="0"/>
          <p:bldP spid="9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19" b="4353"/>
          <a:stretch/>
        </p:blipFill>
        <p:spPr>
          <a:xfrm>
            <a:off x="0" y="0"/>
            <a:ext cx="12191999" cy="2594360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5147172" y="3872005"/>
            <a:ext cx="6086628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{{slide_03_title}}</a:t>
            </a:r>
          </a:p>
        </p:txBody>
      </p:sp>
      <p:sp>
        <p:nvSpPr>
          <p:cNvPr id="9" name="Rectangle 3"/>
          <p:cNvSpPr>
            <a:spLocks/>
          </p:cNvSpPr>
          <p:nvPr/>
        </p:nvSpPr>
        <p:spPr bwMode="auto">
          <a:xfrm>
            <a:off x="5214166" y="4842749"/>
            <a:ext cx="60912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r>
              <a:t>{{slide_03_body_1}}</a:t>
            </a:r>
          </a:p>
        </p:txBody>
      </p:sp>
      <p:sp>
        <p:nvSpPr>
          <p:cNvPr id="13" name="矩形 12"/>
          <p:cNvSpPr/>
          <p:nvPr/>
        </p:nvSpPr>
        <p:spPr>
          <a:xfrm>
            <a:off x="673603" y="3694316"/>
            <a:ext cx="452623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3800" dirty="0">
                <a:ln w="25400">
                  <a:solidFill>
                    <a:srgbClr val="182863"/>
                  </a:solidFill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  <a:endParaRPr lang="zh-CN" altLang="en-US" sz="13800" dirty="0">
              <a:ln w="25400">
                <a:solidFill>
                  <a:srgbClr val="182863"/>
                </a:solidFill>
              </a:ln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1" y="1"/>
            <a:ext cx="12192000" cy="2594359"/>
          </a:xfrm>
          <a:prstGeom prst="rect">
            <a:avLst/>
          </a:prstGeom>
          <a:gradFill>
            <a:gsLst>
              <a:gs pos="0">
                <a:srgbClr val="182863"/>
              </a:gs>
              <a:gs pos="100000">
                <a:srgbClr val="182863">
                  <a:alpha val="3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83390" y="4630699"/>
            <a:ext cx="2701636" cy="404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30">
            <a:extLst>
              <a:ext uri="{FF2B5EF4-FFF2-40B4-BE49-F238E27FC236}">
                <a16:creationId xmlns:a16="http://schemas.microsoft.com/office/drawing/2014/main" id="{BA8EA202-F87D-45AF-91DB-F2B3A7B8F57B}"/>
              </a:ext>
            </a:extLst>
          </p:cNvPr>
          <p:cNvSpPr txBox="1"/>
          <p:nvPr/>
        </p:nvSpPr>
        <p:spPr>
          <a:xfrm>
            <a:off x="1837350" y="4712789"/>
            <a:ext cx="1946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228600"/>
            <a:r>
              <a:rPr lang="en-US" altLang="zh-CN" sz="12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B0604020202020204" pitchFamily="34" charset="0"/>
              </a:rPr>
              <a:t>PART ONE</a:t>
            </a:r>
            <a:endParaRPr lang="zh-CN" altLang="en-US" sz="1200" dirty="0">
              <a:solidFill>
                <a:srgbClr val="18286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B060402020202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556229" y="3988674"/>
            <a:ext cx="0" cy="1592318"/>
          </a:xfrm>
          <a:prstGeom prst="line">
            <a:avLst/>
          </a:prstGeom>
          <a:ln w="19050">
            <a:gradFill>
              <a:gsLst>
                <a:gs pos="50000">
                  <a:srgbClr val="182863"/>
                </a:gs>
                <a:gs pos="0">
                  <a:srgbClr val="182863">
                    <a:alpha val="0"/>
                  </a:srgbClr>
                </a:gs>
                <a:gs pos="100000">
                  <a:srgbClr val="182863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82719" y="989724"/>
            <a:ext cx="4638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{{slide_03_subtitle}}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82719" y="579222"/>
            <a:ext cx="2481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>
                <a:gradFill>
                  <a:gsLst>
                    <a:gs pos="35000">
                      <a:schemeClr val="bg1">
                        <a:alpha val="74000"/>
                      </a:schemeClr>
                    </a:gs>
                    <a:gs pos="86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FUTURE</a:t>
            </a:r>
            <a:endParaRPr lang="zh-CN" altLang="en-US" sz="2800" spc="300" dirty="0">
              <a:gradFill>
                <a:gsLst>
                  <a:gs pos="35000">
                    <a:schemeClr val="bg1">
                      <a:alpha val="74000"/>
                    </a:schemeClr>
                  </a:gs>
                  <a:gs pos="86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4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1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7" grpId="0" animBg="1"/>
      <p:bldP spid="5" grpId="0" animBg="1"/>
      <p:bldP spid="6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46" b="30546"/>
          <a:stretch/>
        </p:blipFill>
        <p:spPr>
          <a:xfrm>
            <a:off x="320120" y="1632857"/>
            <a:ext cx="11582242" cy="1763566"/>
          </a:xfrm>
          <a:custGeom>
            <a:avLst/>
            <a:gdLst>
              <a:gd name="connsiteX0" fmla="*/ 0 w 12192000"/>
              <a:gd name="connsiteY0" fmla="*/ 0 h 2570797"/>
              <a:gd name="connsiteX1" fmla="*/ 12192000 w 12192000"/>
              <a:gd name="connsiteY1" fmla="*/ 0 h 2570797"/>
              <a:gd name="connsiteX2" fmla="*/ 12192000 w 12192000"/>
              <a:gd name="connsiteY2" fmla="*/ 2570797 h 2570797"/>
              <a:gd name="connsiteX3" fmla="*/ 0 w 12192000"/>
              <a:gd name="connsiteY3" fmla="*/ 2570797 h 2570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70797">
                <a:moveTo>
                  <a:pt x="0" y="0"/>
                </a:moveTo>
                <a:lnTo>
                  <a:pt x="12192000" y="0"/>
                </a:lnTo>
                <a:lnTo>
                  <a:pt x="12192000" y="2570797"/>
                </a:lnTo>
                <a:lnTo>
                  <a:pt x="0" y="2570797"/>
                </a:lnTo>
                <a:close/>
              </a:path>
            </a:pathLst>
          </a:cu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89E4DF9-A48F-4ECB-8267-7C4CD65A8AFF}"/>
              </a:ext>
            </a:extLst>
          </p:cNvPr>
          <p:cNvSpPr/>
          <p:nvPr/>
        </p:nvSpPr>
        <p:spPr>
          <a:xfrm>
            <a:off x="320120" y="1617704"/>
            <a:ext cx="11582242" cy="1778719"/>
          </a:xfrm>
          <a:prstGeom prst="rect">
            <a:avLst/>
          </a:prstGeom>
          <a:solidFill>
            <a:srgbClr val="182863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ym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AF2D9-577B-402F-945F-0A6A56A98ADD}"/>
              </a:ext>
            </a:extLst>
          </p:cNvPr>
          <p:cNvSpPr txBox="1"/>
          <p:nvPr/>
        </p:nvSpPr>
        <p:spPr>
          <a:xfrm>
            <a:off x="4537166" y="1959223"/>
            <a:ext cx="3117668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t>{{slide_04_title}}</a:t>
            </a:r>
          </a:p>
        </p:txBody>
      </p:sp>
      <p:sp>
        <p:nvSpPr>
          <p:cNvPr id="9" name="矩形: 圆角 16">
            <a:extLst>
              <a:ext uri="{FF2B5EF4-FFF2-40B4-BE49-F238E27FC236}">
                <a16:creationId xmlns:a16="http://schemas.microsoft.com/office/drawing/2014/main" id="{9FB81128-7D72-415D-A3B7-3C2F3BDAB1D6}"/>
              </a:ext>
            </a:extLst>
          </p:cNvPr>
          <p:cNvSpPr/>
          <p:nvPr/>
        </p:nvSpPr>
        <p:spPr>
          <a:xfrm>
            <a:off x="695326" y="3083954"/>
            <a:ext cx="2493351" cy="2674034"/>
          </a:xfrm>
          <a:prstGeom prst="roundRect">
            <a:avLst>
              <a:gd name="adj" fmla="val 7060"/>
            </a:avLst>
          </a:prstGeom>
          <a:solidFill>
            <a:schemeClr val="bg1"/>
          </a:solidFill>
          <a:ln>
            <a:noFill/>
          </a:ln>
          <a:effectLst>
            <a:outerShdw blurRad="88900" dist="38100" dir="5400000" algn="t" rotWithShape="0">
              <a:srgbClr val="3B546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矩形: 圆角 25">
            <a:extLst>
              <a:ext uri="{FF2B5EF4-FFF2-40B4-BE49-F238E27FC236}">
                <a16:creationId xmlns:a16="http://schemas.microsoft.com/office/drawing/2014/main" id="{0B25E8FD-6151-4E79-AA84-B050A0CC91F6}"/>
              </a:ext>
            </a:extLst>
          </p:cNvPr>
          <p:cNvSpPr/>
          <p:nvPr/>
        </p:nvSpPr>
        <p:spPr>
          <a:xfrm>
            <a:off x="3464659" y="3083954"/>
            <a:ext cx="2493351" cy="2674034"/>
          </a:xfrm>
          <a:prstGeom prst="roundRect">
            <a:avLst>
              <a:gd name="adj" fmla="val 7060"/>
            </a:avLst>
          </a:prstGeom>
          <a:solidFill>
            <a:schemeClr val="bg1"/>
          </a:solidFill>
          <a:ln>
            <a:noFill/>
          </a:ln>
          <a:effectLst>
            <a:outerShdw blurRad="88900" dist="38100" dir="5400000" algn="t" rotWithShape="0">
              <a:srgbClr val="3B546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矩形: 圆角 26">
            <a:extLst>
              <a:ext uri="{FF2B5EF4-FFF2-40B4-BE49-F238E27FC236}">
                <a16:creationId xmlns:a16="http://schemas.microsoft.com/office/drawing/2014/main" id="{90338DE6-707C-46C5-B233-F8BA8E6AE403}"/>
              </a:ext>
            </a:extLst>
          </p:cNvPr>
          <p:cNvSpPr/>
          <p:nvPr/>
        </p:nvSpPr>
        <p:spPr>
          <a:xfrm>
            <a:off x="6233992" y="3083954"/>
            <a:ext cx="2493351" cy="2674034"/>
          </a:xfrm>
          <a:prstGeom prst="roundRect">
            <a:avLst>
              <a:gd name="adj" fmla="val 7060"/>
            </a:avLst>
          </a:prstGeom>
          <a:solidFill>
            <a:schemeClr val="bg1"/>
          </a:solidFill>
          <a:ln>
            <a:noFill/>
          </a:ln>
          <a:effectLst>
            <a:outerShdw blurRad="88900" dist="38100" dir="5400000" algn="t" rotWithShape="0">
              <a:srgbClr val="3B546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矩形: 圆角 27">
            <a:extLst>
              <a:ext uri="{FF2B5EF4-FFF2-40B4-BE49-F238E27FC236}">
                <a16:creationId xmlns:a16="http://schemas.microsoft.com/office/drawing/2014/main" id="{8F51A5E9-3757-412B-8335-0E85EEDD3962}"/>
              </a:ext>
            </a:extLst>
          </p:cNvPr>
          <p:cNvSpPr/>
          <p:nvPr/>
        </p:nvSpPr>
        <p:spPr>
          <a:xfrm>
            <a:off x="9003324" y="3083954"/>
            <a:ext cx="2493351" cy="2674034"/>
          </a:xfrm>
          <a:prstGeom prst="roundRect">
            <a:avLst>
              <a:gd name="adj" fmla="val 7060"/>
            </a:avLst>
          </a:prstGeom>
          <a:solidFill>
            <a:schemeClr val="bg1"/>
          </a:solidFill>
          <a:ln>
            <a:noFill/>
          </a:ln>
          <a:effectLst>
            <a:outerShdw blurRad="88900" dist="38100" dir="5400000" algn="t" rotWithShape="0">
              <a:srgbClr val="3B546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任意多边形: 形状 115">
            <a:extLst>
              <a:ext uri="{FF2B5EF4-FFF2-40B4-BE49-F238E27FC236}">
                <a16:creationId xmlns:a16="http://schemas.microsoft.com/office/drawing/2014/main" id="{44E651E3-E861-47DC-A662-3BEA7FFD29CE}"/>
              </a:ext>
            </a:extLst>
          </p:cNvPr>
          <p:cNvSpPr/>
          <p:nvPr/>
        </p:nvSpPr>
        <p:spPr>
          <a:xfrm>
            <a:off x="1695132" y="5602538"/>
            <a:ext cx="493738" cy="155451"/>
          </a:xfrm>
          <a:custGeom>
            <a:avLst/>
            <a:gdLst>
              <a:gd name="connsiteX0" fmla="*/ 246869 w 493738"/>
              <a:gd name="connsiteY0" fmla="*/ 0 h 155451"/>
              <a:gd name="connsiteX1" fmla="*/ 443976 w 493738"/>
              <a:gd name="connsiteY1" fmla="*/ 81645 h 155451"/>
              <a:gd name="connsiteX2" fmla="*/ 493738 w 493738"/>
              <a:gd name="connsiteY2" fmla="*/ 155451 h 155451"/>
              <a:gd name="connsiteX3" fmla="*/ 0 w 493738"/>
              <a:gd name="connsiteY3" fmla="*/ 155451 h 155451"/>
              <a:gd name="connsiteX4" fmla="*/ 49762 w 493738"/>
              <a:gd name="connsiteY4" fmla="*/ 81645 h 155451"/>
              <a:gd name="connsiteX5" fmla="*/ 246869 w 493738"/>
              <a:gd name="connsiteY5" fmla="*/ 0 h 15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738" h="155451">
                <a:moveTo>
                  <a:pt x="246869" y="0"/>
                </a:moveTo>
                <a:cubicBezTo>
                  <a:pt x="323844" y="0"/>
                  <a:pt x="393532" y="31201"/>
                  <a:pt x="443976" y="81645"/>
                </a:cubicBezTo>
                <a:lnTo>
                  <a:pt x="493738" y="155451"/>
                </a:lnTo>
                <a:lnTo>
                  <a:pt x="0" y="155451"/>
                </a:lnTo>
                <a:lnTo>
                  <a:pt x="49762" y="81645"/>
                </a:lnTo>
                <a:cubicBezTo>
                  <a:pt x="100206" y="31201"/>
                  <a:pt x="169894" y="0"/>
                  <a:pt x="246869" y="0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任意多边形: 形状 116">
            <a:extLst>
              <a:ext uri="{FF2B5EF4-FFF2-40B4-BE49-F238E27FC236}">
                <a16:creationId xmlns:a16="http://schemas.microsoft.com/office/drawing/2014/main" id="{78C2F8CA-1D60-4BE7-9977-34FE1FBE6476}"/>
              </a:ext>
            </a:extLst>
          </p:cNvPr>
          <p:cNvSpPr/>
          <p:nvPr/>
        </p:nvSpPr>
        <p:spPr>
          <a:xfrm>
            <a:off x="4464465" y="5602538"/>
            <a:ext cx="493738" cy="155451"/>
          </a:xfrm>
          <a:custGeom>
            <a:avLst/>
            <a:gdLst>
              <a:gd name="connsiteX0" fmla="*/ 246869 w 493738"/>
              <a:gd name="connsiteY0" fmla="*/ 0 h 155451"/>
              <a:gd name="connsiteX1" fmla="*/ 443976 w 493738"/>
              <a:gd name="connsiteY1" fmla="*/ 81645 h 155451"/>
              <a:gd name="connsiteX2" fmla="*/ 493738 w 493738"/>
              <a:gd name="connsiteY2" fmla="*/ 155451 h 155451"/>
              <a:gd name="connsiteX3" fmla="*/ 0 w 493738"/>
              <a:gd name="connsiteY3" fmla="*/ 155451 h 155451"/>
              <a:gd name="connsiteX4" fmla="*/ 49762 w 493738"/>
              <a:gd name="connsiteY4" fmla="*/ 81645 h 155451"/>
              <a:gd name="connsiteX5" fmla="*/ 246869 w 493738"/>
              <a:gd name="connsiteY5" fmla="*/ 0 h 15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738" h="155451">
                <a:moveTo>
                  <a:pt x="246869" y="0"/>
                </a:moveTo>
                <a:cubicBezTo>
                  <a:pt x="323844" y="0"/>
                  <a:pt x="393532" y="31201"/>
                  <a:pt x="443976" y="81645"/>
                </a:cubicBezTo>
                <a:lnTo>
                  <a:pt x="493738" y="155451"/>
                </a:lnTo>
                <a:lnTo>
                  <a:pt x="0" y="155451"/>
                </a:lnTo>
                <a:lnTo>
                  <a:pt x="49762" y="81645"/>
                </a:lnTo>
                <a:cubicBezTo>
                  <a:pt x="100206" y="31201"/>
                  <a:pt x="169894" y="0"/>
                  <a:pt x="246869" y="0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任意多边形: 形状 117">
            <a:extLst>
              <a:ext uri="{FF2B5EF4-FFF2-40B4-BE49-F238E27FC236}">
                <a16:creationId xmlns:a16="http://schemas.microsoft.com/office/drawing/2014/main" id="{087D5CE7-CB13-44FF-B257-78BAC5F69B76}"/>
              </a:ext>
            </a:extLst>
          </p:cNvPr>
          <p:cNvSpPr/>
          <p:nvPr/>
        </p:nvSpPr>
        <p:spPr>
          <a:xfrm>
            <a:off x="7233798" y="5602538"/>
            <a:ext cx="493738" cy="155451"/>
          </a:xfrm>
          <a:custGeom>
            <a:avLst/>
            <a:gdLst>
              <a:gd name="connsiteX0" fmla="*/ 246869 w 493738"/>
              <a:gd name="connsiteY0" fmla="*/ 0 h 155451"/>
              <a:gd name="connsiteX1" fmla="*/ 443976 w 493738"/>
              <a:gd name="connsiteY1" fmla="*/ 81645 h 155451"/>
              <a:gd name="connsiteX2" fmla="*/ 493738 w 493738"/>
              <a:gd name="connsiteY2" fmla="*/ 155451 h 155451"/>
              <a:gd name="connsiteX3" fmla="*/ 0 w 493738"/>
              <a:gd name="connsiteY3" fmla="*/ 155451 h 155451"/>
              <a:gd name="connsiteX4" fmla="*/ 49762 w 493738"/>
              <a:gd name="connsiteY4" fmla="*/ 81645 h 155451"/>
              <a:gd name="connsiteX5" fmla="*/ 246869 w 493738"/>
              <a:gd name="connsiteY5" fmla="*/ 0 h 15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738" h="155451">
                <a:moveTo>
                  <a:pt x="246869" y="0"/>
                </a:moveTo>
                <a:cubicBezTo>
                  <a:pt x="323844" y="0"/>
                  <a:pt x="393532" y="31201"/>
                  <a:pt x="443976" y="81645"/>
                </a:cubicBezTo>
                <a:lnTo>
                  <a:pt x="493738" y="155451"/>
                </a:lnTo>
                <a:lnTo>
                  <a:pt x="0" y="155451"/>
                </a:lnTo>
                <a:lnTo>
                  <a:pt x="49762" y="81645"/>
                </a:lnTo>
                <a:cubicBezTo>
                  <a:pt x="100206" y="31201"/>
                  <a:pt x="169894" y="0"/>
                  <a:pt x="246869" y="0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任意多边形: 形状 118">
            <a:extLst>
              <a:ext uri="{FF2B5EF4-FFF2-40B4-BE49-F238E27FC236}">
                <a16:creationId xmlns:a16="http://schemas.microsoft.com/office/drawing/2014/main" id="{5C50CBB4-9FDA-4E79-A64B-85BB5A4FE78A}"/>
              </a:ext>
            </a:extLst>
          </p:cNvPr>
          <p:cNvSpPr/>
          <p:nvPr/>
        </p:nvSpPr>
        <p:spPr>
          <a:xfrm>
            <a:off x="10003130" y="5602538"/>
            <a:ext cx="493738" cy="155451"/>
          </a:xfrm>
          <a:custGeom>
            <a:avLst/>
            <a:gdLst>
              <a:gd name="connsiteX0" fmla="*/ 246869 w 493738"/>
              <a:gd name="connsiteY0" fmla="*/ 0 h 155451"/>
              <a:gd name="connsiteX1" fmla="*/ 443976 w 493738"/>
              <a:gd name="connsiteY1" fmla="*/ 81645 h 155451"/>
              <a:gd name="connsiteX2" fmla="*/ 493738 w 493738"/>
              <a:gd name="connsiteY2" fmla="*/ 155451 h 155451"/>
              <a:gd name="connsiteX3" fmla="*/ 0 w 493738"/>
              <a:gd name="connsiteY3" fmla="*/ 155451 h 155451"/>
              <a:gd name="connsiteX4" fmla="*/ 49762 w 493738"/>
              <a:gd name="connsiteY4" fmla="*/ 81645 h 155451"/>
              <a:gd name="connsiteX5" fmla="*/ 246869 w 493738"/>
              <a:gd name="connsiteY5" fmla="*/ 0 h 15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738" h="155451">
                <a:moveTo>
                  <a:pt x="246869" y="0"/>
                </a:moveTo>
                <a:cubicBezTo>
                  <a:pt x="323844" y="0"/>
                  <a:pt x="393532" y="31201"/>
                  <a:pt x="443976" y="81645"/>
                </a:cubicBezTo>
                <a:lnTo>
                  <a:pt x="493738" y="155451"/>
                </a:lnTo>
                <a:lnTo>
                  <a:pt x="0" y="155451"/>
                </a:lnTo>
                <a:lnTo>
                  <a:pt x="49762" y="81645"/>
                </a:lnTo>
                <a:cubicBezTo>
                  <a:pt x="100206" y="31201"/>
                  <a:pt x="169894" y="0"/>
                  <a:pt x="246869" y="0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1522B5A-50FB-4816-91ED-2B072BC311F7}"/>
              </a:ext>
            </a:extLst>
          </p:cNvPr>
          <p:cNvSpPr txBox="1"/>
          <p:nvPr/>
        </p:nvSpPr>
        <p:spPr>
          <a:xfrm>
            <a:off x="1386841" y="2356138"/>
            <a:ext cx="94183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{{slide_04_body_1}}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E22187-FE74-42CF-8B9F-D1723E1EAF63}"/>
              </a:ext>
            </a:extLst>
          </p:cNvPr>
          <p:cNvSpPr txBox="1"/>
          <p:nvPr/>
        </p:nvSpPr>
        <p:spPr>
          <a:xfrm>
            <a:off x="904995" y="4213537"/>
            <a:ext cx="2074012" cy="7848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{{slide_04_body_2}}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5E47A3-720D-452B-BBBB-99A9B4B92DCD}"/>
              </a:ext>
            </a:extLst>
          </p:cNvPr>
          <p:cNvSpPr txBox="1"/>
          <p:nvPr/>
        </p:nvSpPr>
        <p:spPr>
          <a:xfrm>
            <a:off x="3751271" y="4213537"/>
            <a:ext cx="1920127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{{slide_04_body_3}}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1D57E8-CACD-4A16-9D87-50E851A5B2E0}"/>
              </a:ext>
            </a:extLst>
          </p:cNvPr>
          <p:cNvSpPr txBox="1"/>
          <p:nvPr/>
        </p:nvSpPr>
        <p:spPr>
          <a:xfrm>
            <a:off x="6520604" y="4213537"/>
            <a:ext cx="1920127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{{slide_04_body_4}}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95AF3E-3AC1-4D25-A951-2CAEA339677F}"/>
              </a:ext>
            </a:extLst>
          </p:cNvPr>
          <p:cNvSpPr txBox="1"/>
          <p:nvPr/>
        </p:nvSpPr>
        <p:spPr>
          <a:xfrm>
            <a:off x="9289936" y="4213537"/>
            <a:ext cx="19201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{{slide_04_body_5}}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270C33-6191-4529-92F3-9AD3A3732240}"/>
              </a:ext>
            </a:extLst>
          </p:cNvPr>
          <p:cNvSpPr/>
          <p:nvPr/>
        </p:nvSpPr>
        <p:spPr>
          <a:xfrm>
            <a:off x="1645139" y="3325419"/>
            <a:ext cx="593725" cy="593725"/>
          </a:xfrm>
          <a:prstGeom prst="ellipse">
            <a:avLst/>
          </a:prstGeom>
          <a:solidFill>
            <a:srgbClr val="182863"/>
          </a:solidFill>
          <a:ln w="19050">
            <a:solidFill>
              <a:schemeClr val="bg1"/>
            </a:solidFill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3" name="invesment-purse_73104">
            <a:extLst>
              <a:ext uri="{FF2B5EF4-FFF2-40B4-BE49-F238E27FC236}">
                <a16:creationId xmlns:a16="http://schemas.microsoft.com/office/drawing/2014/main" id="{08602742-38D9-42E9-829D-2D59141D8AB6}"/>
              </a:ext>
            </a:extLst>
          </p:cNvPr>
          <p:cNvSpPr/>
          <p:nvPr/>
        </p:nvSpPr>
        <p:spPr>
          <a:xfrm>
            <a:off x="1763262" y="3452044"/>
            <a:ext cx="357479" cy="340475"/>
          </a:xfrm>
          <a:custGeom>
            <a:avLst/>
            <a:gdLst>
              <a:gd name="connsiteX0" fmla="*/ 69048 w 609763"/>
              <a:gd name="connsiteY0" fmla="*/ 467002 h 580760"/>
              <a:gd name="connsiteX1" fmla="*/ 84749 w 609763"/>
              <a:gd name="connsiteY1" fmla="*/ 482703 h 580760"/>
              <a:gd name="connsiteX2" fmla="*/ 69048 w 609763"/>
              <a:gd name="connsiteY2" fmla="*/ 498404 h 580760"/>
              <a:gd name="connsiteX3" fmla="*/ 53347 w 609763"/>
              <a:gd name="connsiteY3" fmla="*/ 482703 h 580760"/>
              <a:gd name="connsiteX4" fmla="*/ 69048 w 609763"/>
              <a:gd name="connsiteY4" fmla="*/ 467002 h 580760"/>
              <a:gd name="connsiteX5" fmla="*/ 69048 w 609763"/>
              <a:gd name="connsiteY5" fmla="*/ 327212 h 580760"/>
              <a:gd name="connsiteX6" fmla="*/ 84749 w 609763"/>
              <a:gd name="connsiteY6" fmla="*/ 342913 h 580760"/>
              <a:gd name="connsiteX7" fmla="*/ 69048 w 609763"/>
              <a:gd name="connsiteY7" fmla="*/ 358614 h 580760"/>
              <a:gd name="connsiteX8" fmla="*/ 53347 w 609763"/>
              <a:gd name="connsiteY8" fmla="*/ 342913 h 580760"/>
              <a:gd name="connsiteX9" fmla="*/ 69048 w 609763"/>
              <a:gd name="connsiteY9" fmla="*/ 327212 h 580760"/>
              <a:gd name="connsiteX10" fmla="*/ 443351 w 609763"/>
              <a:gd name="connsiteY10" fmla="*/ 299768 h 580760"/>
              <a:gd name="connsiteX11" fmla="*/ 370388 w 609763"/>
              <a:gd name="connsiteY11" fmla="*/ 324702 h 580760"/>
              <a:gd name="connsiteX12" fmla="*/ 358882 w 609763"/>
              <a:gd name="connsiteY12" fmla="*/ 368686 h 580760"/>
              <a:gd name="connsiteX13" fmla="*/ 363653 w 609763"/>
              <a:gd name="connsiteY13" fmla="*/ 378772 h 580760"/>
              <a:gd name="connsiteX14" fmla="*/ 347096 w 609763"/>
              <a:gd name="connsiteY14" fmla="*/ 410429 h 580760"/>
              <a:gd name="connsiteX15" fmla="*/ 360285 w 609763"/>
              <a:gd name="connsiteY15" fmla="*/ 417153 h 580760"/>
              <a:gd name="connsiteX16" fmla="*/ 359163 w 609763"/>
              <a:gd name="connsiteY16" fmla="*/ 426118 h 580760"/>
              <a:gd name="connsiteX17" fmla="*/ 365056 w 609763"/>
              <a:gd name="connsiteY17" fmla="*/ 441526 h 580760"/>
              <a:gd name="connsiteX18" fmla="*/ 363933 w 609763"/>
              <a:gd name="connsiteY18" fmla="*/ 455534 h 580760"/>
              <a:gd name="connsiteX19" fmla="*/ 381332 w 609763"/>
              <a:gd name="connsiteY19" fmla="*/ 463658 h 580760"/>
              <a:gd name="connsiteX20" fmla="*/ 404063 w 609763"/>
              <a:gd name="connsiteY20" fmla="*/ 460016 h 580760"/>
              <a:gd name="connsiteX21" fmla="*/ 392277 w 609763"/>
              <a:gd name="connsiteY21" fmla="*/ 489993 h 580760"/>
              <a:gd name="connsiteX22" fmla="*/ 499476 w 609763"/>
              <a:gd name="connsiteY22" fmla="*/ 489993 h 580760"/>
              <a:gd name="connsiteX23" fmla="*/ 468888 w 609763"/>
              <a:gd name="connsiteY23" fmla="*/ 437884 h 580760"/>
              <a:gd name="connsiteX24" fmla="*/ 499196 w 609763"/>
              <a:gd name="connsiteY24" fmla="*/ 360842 h 580760"/>
              <a:gd name="connsiteX25" fmla="*/ 443351 w 609763"/>
              <a:gd name="connsiteY25" fmla="*/ 299768 h 580760"/>
              <a:gd name="connsiteX26" fmla="*/ 394522 w 609763"/>
              <a:gd name="connsiteY26" fmla="*/ 208438 h 580760"/>
              <a:gd name="connsiteX27" fmla="*/ 405466 w 609763"/>
              <a:gd name="connsiteY27" fmla="*/ 213481 h 580760"/>
              <a:gd name="connsiteX28" fmla="*/ 416972 w 609763"/>
              <a:gd name="connsiteY28" fmla="*/ 244578 h 580760"/>
              <a:gd name="connsiteX29" fmla="*/ 431845 w 609763"/>
              <a:gd name="connsiteY29" fmla="*/ 252702 h 580760"/>
              <a:gd name="connsiteX30" fmla="*/ 441106 w 609763"/>
              <a:gd name="connsiteY30" fmla="*/ 245699 h 580760"/>
              <a:gd name="connsiteX31" fmla="*/ 455137 w 609763"/>
              <a:gd name="connsiteY31" fmla="*/ 215162 h 580760"/>
              <a:gd name="connsiteX32" fmla="*/ 466082 w 609763"/>
              <a:gd name="connsiteY32" fmla="*/ 211240 h 580760"/>
              <a:gd name="connsiteX33" fmla="*/ 534555 w 609763"/>
              <a:gd name="connsiteY33" fmla="*/ 242617 h 580760"/>
              <a:gd name="connsiteX34" fmla="*/ 538764 w 609763"/>
              <a:gd name="connsiteY34" fmla="*/ 253823 h 580760"/>
              <a:gd name="connsiteX35" fmla="*/ 524733 w 609763"/>
              <a:gd name="connsiteY35" fmla="*/ 284080 h 580760"/>
              <a:gd name="connsiteX36" fmla="*/ 529223 w 609763"/>
              <a:gd name="connsiteY36" fmla="*/ 300329 h 580760"/>
              <a:gd name="connsiteX37" fmla="*/ 541009 w 609763"/>
              <a:gd name="connsiteY37" fmla="*/ 301729 h 580760"/>
              <a:gd name="connsiteX38" fmla="*/ 572439 w 609763"/>
              <a:gd name="connsiteY38" fmla="*/ 290243 h 580760"/>
              <a:gd name="connsiteX39" fmla="*/ 583103 w 609763"/>
              <a:gd name="connsiteY39" fmla="*/ 295286 h 580760"/>
              <a:gd name="connsiteX40" fmla="*/ 609201 w 609763"/>
              <a:gd name="connsiteY40" fmla="*/ 365885 h 580760"/>
              <a:gd name="connsiteX41" fmla="*/ 604431 w 609763"/>
              <a:gd name="connsiteY41" fmla="*/ 376530 h 580760"/>
              <a:gd name="connsiteX42" fmla="*/ 573001 w 609763"/>
              <a:gd name="connsiteY42" fmla="*/ 388297 h 580760"/>
              <a:gd name="connsiteX43" fmla="*/ 565143 w 609763"/>
              <a:gd name="connsiteY43" fmla="*/ 396982 h 580760"/>
              <a:gd name="connsiteX44" fmla="*/ 572159 w 609763"/>
              <a:gd name="connsiteY44" fmla="*/ 412110 h 580760"/>
              <a:gd name="connsiteX45" fmla="*/ 602466 w 609763"/>
              <a:gd name="connsiteY45" fmla="*/ 426118 h 580760"/>
              <a:gd name="connsiteX46" fmla="*/ 606395 w 609763"/>
              <a:gd name="connsiteY46" fmla="*/ 437044 h 580760"/>
              <a:gd name="connsiteX47" fmla="*/ 574965 w 609763"/>
              <a:gd name="connsiteY47" fmla="*/ 505681 h 580760"/>
              <a:gd name="connsiteX48" fmla="*/ 563740 w 609763"/>
              <a:gd name="connsiteY48" fmla="*/ 509604 h 580760"/>
              <a:gd name="connsiteX49" fmla="*/ 533432 w 609763"/>
              <a:gd name="connsiteY49" fmla="*/ 495596 h 580760"/>
              <a:gd name="connsiteX50" fmla="*/ 517156 w 609763"/>
              <a:gd name="connsiteY50" fmla="*/ 500358 h 580760"/>
              <a:gd name="connsiteX51" fmla="*/ 515753 w 609763"/>
              <a:gd name="connsiteY51" fmla="*/ 511845 h 580760"/>
              <a:gd name="connsiteX52" fmla="*/ 527258 w 609763"/>
              <a:gd name="connsiteY52" fmla="*/ 543222 h 580760"/>
              <a:gd name="connsiteX53" fmla="*/ 522488 w 609763"/>
              <a:gd name="connsiteY53" fmla="*/ 554148 h 580760"/>
              <a:gd name="connsiteX54" fmla="*/ 451489 w 609763"/>
              <a:gd name="connsiteY54" fmla="*/ 580202 h 580760"/>
              <a:gd name="connsiteX55" fmla="*/ 440825 w 609763"/>
              <a:gd name="connsiteY55" fmla="*/ 575160 h 580760"/>
              <a:gd name="connsiteX56" fmla="*/ 429320 w 609763"/>
              <a:gd name="connsiteY56" fmla="*/ 543782 h 580760"/>
              <a:gd name="connsiteX57" fmla="*/ 414727 w 609763"/>
              <a:gd name="connsiteY57" fmla="*/ 535658 h 580760"/>
              <a:gd name="connsiteX58" fmla="*/ 405186 w 609763"/>
              <a:gd name="connsiteY58" fmla="*/ 542942 h 580760"/>
              <a:gd name="connsiteX59" fmla="*/ 391154 w 609763"/>
              <a:gd name="connsiteY59" fmla="*/ 573198 h 580760"/>
              <a:gd name="connsiteX60" fmla="*/ 380210 w 609763"/>
              <a:gd name="connsiteY60" fmla="*/ 577401 h 580760"/>
              <a:gd name="connsiteX61" fmla="*/ 311456 w 609763"/>
              <a:gd name="connsiteY61" fmla="*/ 545743 h 580760"/>
              <a:gd name="connsiteX62" fmla="*/ 307527 w 609763"/>
              <a:gd name="connsiteY62" fmla="*/ 534537 h 580760"/>
              <a:gd name="connsiteX63" fmla="*/ 321559 w 609763"/>
              <a:gd name="connsiteY63" fmla="*/ 504561 h 580760"/>
              <a:gd name="connsiteX64" fmla="*/ 317069 w 609763"/>
              <a:gd name="connsiteY64" fmla="*/ 488312 h 580760"/>
              <a:gd name="connsiteX65" fmla="*/ 305282 w 609763"/>
              <a:gd name="connsiteY65" fmla="*/ 486631 h 580760"/>
              <a:gd name="connsiteX66" fmla="*/ 273852 w 609763"/>
              <a:gd name="connsiteY66" fmla="*/ 498397 h 580760"/>
              <a:gd name="connsiteX67" fmla="*/ 263188 w 609763"/>
              <a:gd name="connsiteY67" fmla="*/ 493355 h 580760"/>
              <a:gd name="connsiteX68" fmla="*/ 236809 w 609763"/>
              <a:gd name="connsiteY68" fmla="*/ 422756 h 580760"/>
              <a:gd name="connsiteX69" fmla="*/ 241861 w 609763"/>
              <a:gd name="connsiteY69" fmla="*/ 411830 h 580760"/>
              <a:gd name="connsiteX70" fmla="*/ 273291 w 609763"/>
              <a:gd name="connsiteY70" fmla="*/ 400344 h 580760"/>
              <a:gd name="connsiteX71" fmla="*/ 281429 w 609763"/>
              <a:gd name="connsiteY71" fmla="*/ 385776 h 580760"/>
              <a:gd name="connsiteX72" fmla="*/ 274133 w 609763"/>
              <a:gd name="connsiteY72" fmla="*/ 376530 h 580760"/>
              <a:gd name="connsiteX73" fmla="*/ 243825 w 609763"/>
              <a:gd name="connsiteY73" fmla="*/ 362523 h 580760"/>
              <a:gd name="connsiteX74" fmla="*/ 239896 w 609763"/>
              <a:gd name="connsiteY74" fmla="*/ 351317 h 580760"/>
              <a:gd name="connsiteX75" fmla="*/ 271327 w 609763"/>
              <a:gd name="connsiteY75" fmla="*/ 282959 h 580760"/>
              <a:gd name="connsiteX76" fmla="*/ 282552 w 609763"/>
              <a:gd name="connsiteY76" fmla="*/ 278757 h 580760"/>
              <a:gd name="connsiteX77" fmla="*/ 312859 w 609763"/>
              <a:gd name="connsiteY77" fmla="*/ 292764 h 580760"/>
              <a:gd name="connsiteX78" fmla="*/ 328855 w 609763"/>
              <a:gd name="connsiteY78" fmla="*/ 288282 h 580760"/>
              <a:gd name="connsiteX79" fmla="*/ 330539 w 609763"/>
              <a:gd name="connsiteY79" fmla="*/ 276796 h 580760"/>
              <a:gd name="connsiteX80" fmla="*/ 318752 w 609763"/>
              <a:gd name="connsiteY80" fmla="*/ 245418 h 580760"/>
              <a:gd name="connsiteX81" fmla="*/ 323804 w 609763"/>
              <a:gd name="connsiteY81" fmla="*/ 234492 h 580760"/>
              <a:gd name="connsiteX82" fmla="*/ 69048 w 609763"/>
              <a:gd name="connsiteY82" fmla="*/ 187422 h 580760"/>
              <a:gd name="connsiteX83" fmla="*/ 84749 w 609763"/>
              <a:gd name="connsiteY83" fmla="*/ 203123 h 580760"/>
              <a:gd name="connsiteX84" fmla="*/ 69048 w 609763"/>
              <a:gd name="connsiteY84" fmla="*/ 218824 h 580760"/>
              <a:gd name="connsiteX85" fmla="*/ 53347 w 609763"/>
              <a:gd name="connsiteY85" fmla="*/ 203123 h 580760"/>
              <a:gd name="connsiteX86" fmla="*/ 69048 w 609763"/>
              <a:gd name="connsiteY86" fmla="*/ 187422 h 580760"/>
              <a:gd name="connsiteX87" fmla="*/ 70434 w 609763"/>
              <a:gd name="connsiteY87" fmla="*/ 0 h 580760"/>
              <a:gd name="connsiteX88" fmla="*/ 409976 w 609763"/>
              <a:gd name="connsiteY88" fmla="*/ 0 h 580760"/>
              <a:gd name="connsiteX89" fmla="*/ 436635 w 609763"/>
              <a:gd name="connsiteY89" fmla="*/ 21853 h 580760"/>
              <a:gd name="connsiteX90" fmla="*/ 480130 w 609763"/>
              <a:gd name="connsiteY90" fmla="*/ 180149 h 580760"/>
              <a:gd name="connsiteX91" fmla="*/ 480410 w 609763"/>
              <a:gd name="connsiteY91" fmla="*/ 181270 h 580760"/>
              <a:gd name="connsiteX92" fmla="*/ 480410 w 609763"/>
              <a:gd name="connsiteY92" fmla="*/ 192196 h 580760"/>
              <a:gd name="connsiteX93" fmla="*/ 475920 w 609763"/>
              <a:gd name="connsiteY93" fmla="*/ 189955 h 580760"/>
              <a:gd name="connsiteX94" fmla="*/ 458522 w 609763"/>
              <a:gd name="connsiteY94" fmla="*/ 187713 h 580760"/>
              <a:gd name="connsiteX95" fmla="*/ 458522 w 609763"/>
              <a:gd name="connsiteY95" fmla="*/ 181270 h 580760"/>
              <a:gd name="connsiteX96" fmla="*/ 436635 w 609763"/>
              <a:gd name="connsiteY96" fmla="*/ 159697 h 580760"/>
              <a:gd name="connsiteX97" fmla="*/ 43775 w 609763"/>
              <a:gd name="connsiteY97" fmla="*/ 159697 h 580760"/>
              <a:gd name="connsiteX98" fmla="*/ 21888 w 609763"/>
              <a:gd name="connsiteY98" fmla="*/ 181270 h 580760"/>
              <a:gd name="connsiteX99" fmla="*/ 21888 w 609763"/>
              <a:gd name="connsiteY99" fmla="*/ 224977 h 580760"/>
              <a:gd name="connsiteX100" fmla="*/ 43775 w 609763"/>
              <a:gd name="connsiteY100" fmla="*/ 246830 h 580760"/>
              <a:gd name="connsiteX101" fmla="*/ 295486 w 609763"/>
              <a:gd name="connsiteY101" fmla="*/ 246830 h 580760"/>
              <a:gd name="connsiteX102" fmla="*/ 296889 w 609763"/>
              <a:gd name="connsiteY102" fmla="*/ 253274 h 580760"/>
              <a:gd name="connsiteX103" fmla="*/ 299976 w 609763"/>
              <a:gd name="connsiteY103" fmla="*/ 261118 h 580760"/>
              <a:gd name="connsiteX104" fmla="*/ 292119 w 609763"/>
              <a:gd name="connsiteY104" fmla="*/ 257756 h 580760"/>
              <a:gd name="connsiteX105" fmla="*/ 250307 w 609763"/>
              <a:gd name="connsiteY105" fmla="*/ 273166 h 580760"/>
              <a:gd name="connsiteX106" fmla="*/ 238241 w 609763"/>
              <a:gd name="connsiteY106" fmla="*/ 299222 h 580760"/>
              <a:gd name="connsiteX107" fmla="*/ 43775 w 609763"/>
              <a:gd name="connsiteY107" fmla="*/ 299222 h 580760"/>
              <a:gd name="connsiteX108" fmla="*/ 21888 w 609763"/>
              <a:gd name="connsiteY108" fmla="*/ 321075 h 580760"/>
              <a:gd name="connsiteX109" fmla="*/ 21888 w 609763"/>
              <a:gd name="connsiteY109" fmla="*/ 364781 h 580760"/>
              <a:gd name="connsiteX110" fmla="*/ 43775 w 609763"/>
              <a:gd name="connsiteY110" fmla="*/ 386634 h 580760"/>
              <a:gd name="connsiteX111" fmla="*/ 240486 w 609763"/>
              <a:gd name="connsiteY111" fmla="*/ 386634 h 580760"/>
              <a:gd name="connsiteX112" fmla="*/ 241889 w 609763"/>
              <a:gd name="connsiteY112" fmla="*/ 387195 h 580760"/>
              <a:gd name="connsiteX113" fmla="*/ 233751 w 609763"/>
              <a:gd name="connsiteY113" fmla="*/ 389997 h 580760"/>
              <a:gd name="connsiteX114" fmla="*/ 214950 w 609763"/>
              <a:gd name="connsiteY114" fmla="*/ 430621 h 580760"/>
              <a:gd name="connsiteX115" fmla="*/ 218317 w 609763"/>
              <a:gd name="connsiteY115" fmla="*/ 439026 h 580760"/>
              <a:gd name="connsiteX116" fmla="*/ 43775 w 609763"/>
              <a:gd name="connsiteY116" fmla="*/ 439026 h 580760"/>
              <a:gd name="connsiteX117" fmla="*/ 21888 w 609763"/>
              <a:gd name="connsiteY117" fmla="*/ 460879 h 580760"/>
              <a:gd name="connsiteX118" fmla="*/ 21888 w 609763"/>
              <a:gd name="connsiteY118" fmla="*/ 504586 h 580760"/>
              <a:gd name="connsiteX119" fmla="*/ 43775 w 609763"/>
              <a:gd name="connsiteY119" fmla="*/ 526439 h 580760"/>
              <a:gd name="connsiteX120" fmla="*/ 285945 w 609763"/>
              <a:gd name="connsiteY120" fmla="*/ 526439 h 580760"/>
              <a:gd name="connsiteX121" fmla="*/ 285103 w 609763"/>
              <a:gd name="connsiteY121" fmla="*/ 548012 h 580760"/>
              <a:gd name="connsiteX122" fmla="*/ 43775 w 609763"/>
              <a:gd name="connsiteY122" fmla="*/ 548012 h 580760"/>
              <a:gd name="connsiteX123" fmla="*/ 0 w 609763"/>
              <a:gd name="connsiteY123" fmla="*/ 504586 h 580760"/>
              <a:gd name="connsiteX124" fmla="*/ 0 w 609763"/>
              <a:gd name="connsiteY124" fmla="*/ 460879 h 580760"/>
              <a:gd name="connsiteX125" fmla="*/ 280 w 609763"/>
              <a:gd name="connsiteY125" fmla="*/ 459479 h 580760"/>
              <a:gd name="connsiteX126" fmla="*/ 11505 w 609763"/>
              <a:gd name="connsiteY126" fmla="*/ 394199 h 580760"/>
              <a:gd name="connsiteX127" fmla="*/ 0 w 609763"/>
              <a:gd name="connsiteY127" fmla="*/ 364781 h 580760"/>
              <a:gd name="connsiteX128" fmla="*/ 0 w 609763"/>
              <a:gd name="connsiteY128" fmla="*/ 321075 h 580760"/>
              <a:gd name="connsiteX129" fmla="*/ 280 w 609763"/>
              <a:gd name="connsiteY129" fmla="*/ 319954 h 580760"/>
              <a:gd name="connsiteX130" fmla="*/ 11505 w 609763"/>
              <a:gd name="connsiteY130" fmla="*/ 254394 h 580760"/>
              <a:gd name="connsiteX131" fmla="*/ 0 w 609763"/>
              <a:gd name="connsiteY131" fmla="*/ 224977 h 580760"/>
              <a:gd name="connsiteX132" fmla="*/ 0 w 609763"/>
              <a:gd name="connsiteY132" fmla="*/ 181270 h 580760"/>
              <a:gd name="connsiteX133" fmla="*/ 280 w 609763"/>
              <a:gd name="connsiteY133" fmla="*/ 180149 h 580760"/>
              <a:gd name="connsiteX134" fmla="*/ 43775 w 609763"/>
              <a:gd name="connsiteY134" fmla="*/ 21853 h 580760"/>
              <a:gd name="connsiteX135" fmla="*/ 70434 w 609763"/>
              <a:gd name="connsiteY135" fmla="*/ 0 h 58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609763" h="580760">
                <a:moveTo>
                  <a:pt x="69048" y="467002"/>
                </a:moveTo>
                <a:cubicBezTo>
                  <a:pt x="77719" y="467002"/>
                  <a:pt x="84749" y="474032"/>
                  <a:pt x="84749" y="482703"/>
                </a:cubicBezTo>
                <a:cubicBezTo>
                  <a:pt x="84749" y="491374"/>
                  <a:pt x="77719" y="498404"/>
                  <a:pt x="69048" y="498404"/>
                </a:cubicBezTo>
                <a:cubicBezTo>
                  <a:pt x="60377" y="498404"/>
                  <a:pt x="53347" y="491374"/>
                  <a:pt x="53347" y="482703"/>
                </a:cubicBezTo>
                <a:cubicBezTo>
                  <a:pt x="53347" y="474032"/>
                  <a:pt x="60377" y="467002"/>
                  <a:pt x="69048" y="467002"/>
                </a:cubicBezTo>
                <a:close/>
                <a:moveTo>
                  <a:pt x="69048" y="327212"/>
                </a:moveTo>
                <a:cubicBezTo>
                  <a:pt x="77719" y="327212"/>
                  <a:pt x="84749" y="334242"/>
                  <a:pt x="84749" y="342913"/>
                </a:cubicBezTo>
                <a:cubicBezTo>
                  <a:pt x="84749" y="351584"/>
                  <a:pt x="77719" y="358614"/>
                  <a:pt x="69048" y="358614"/>
                </a:cubicBezTo>
                <a:cubicBezTo>
                  <a:pt x="60377" y="358614"/>
                  <a:pt x="53347" y="351584"/>
                  <a:pt x="53347" y="342913"/>
                </a:cubicBezTo>
                <a:cubicBezTo>
                  <a:pt x="53347" y="334242"/>
                  <a:pt x="60377" y="327212"/>
                  <a:pt x="69048" y="327212"/>
                </a:cubicBezTo>
                <a:close/>
                <a:moveTo>
                  <a:pt x="443351" y="299768"/>
                </a:moveTo>
                <a:cubicBezTo>
                  <a:pt x="408273" y="295286"/>
                  <a:pt x="381894" y="303130"/>
                  <a:pt x="370388" y="324702"/>
                </a:cubicBezTo>
                <a:cubicBezTo>
                  <a:pt x="358882" y="346274"/>
                  <a:pt x="358040" y="365324"/>
                  <a:pt x="358882" y="368686"/>
                </a:cubicBezTo>
                <a:cubicBezTo>
                  <a:pt x="359724" y="372328"/>
                  <a:pt x="363653" y="378772"/>
                  <a:pt x="363653" y="378772"/>
                </a:cubicBezTo>
                <a:cubicBezTo>
                  <a:pt x="363653" y="378772"/>
                  <a:pt x="345973" y="405947"/>
                  <a:pt x="347096" y="410429"/>
                </a:cubicBezTo>
                <a:cubicBezTo>
                  <a:pt x="348218" y="414912"/>
                  <a:pt x="360285" y="417153"/>
                  <a:pt x="360285" y="417153"/>
                </a:cubicBezTo>
                <a:cubicBezTo>
                  <a:pt x="360285" y="417153"/>
                  <a:pt x="361408" y="420234"/>
                  <a:pt x="359163" y="426118"/>
                </a:cubicBezTo>
                <a:cubicBezTo>
                  <a:pt x="356918" y="432281"/>
                  <a:pt x="363372" y="439005"/>
                  <a:pt x="365056" y="441526"/>
                </a:cubicBezTo>
                <a:cubicBezTo>
                  <a:pt x="367020" y="444048"/>
                  <a:pt x="362530" y="451332"/>
                  <a:pt x="363933" y="455534"/>
                </a:cubicBezTo>
                <a:cubicBezTo>
                  <a:pt x="365617" y="459736"/>
                  <a:pt x="372913" y="464779"/>
                  <a:pt x="381332" y="463658"/>
                </a:cubicBezTo>
                <a:cubicBezTo>
                  <a:pt x="389470" y="462818"/>
                  <a:pt x="400415" y="460857"/>
                  <a:pt x="404063" y="460016"/>
                </a:cubicBezTo>
                <a:cubicBezTo>
                  <a:pt x="412482" y="479907"/>
                  <a:pt x="392277" y="489993"/>
                  <a:pt x="392277" y="489993"/>
                </a:cubicBezTo>
                <a:lnTo>
                  <a:pt x="499476" y="489993"/>
                </a:lnTo>
                <a:cubicBezTo>
                  <a:pt x="499476" y="489993"/>
                  <a:pt x="468327" y="465059"/>
                  <a:pt x="468888" y="437884"/>
                </a:cubicBezTo>
                <a:cubicBezTo>
                  <a:pt x="469169" y="422476"/>
                  <a:pt x="499476" y="403145"/>
                  <a:pt x="499196" y="360842"/>
                </a:cubicBezTo>
                <a:cubicBezTo>
                  <a:pt x="499196" y="339550"/>
                  <a:pt x="478429" y="304251"/>
                  <a:pt x="443351" y="299768"/>
                </a:cubicBezTo>
                <a:close/>
                <a:moveTo>
                  <a:pt x="394522" y="208438"/>
                </a:moveTo>
                <a:cubicBezTo>
                  <a:pt x="399012" y="206757"/>
                  <a:pt x="403782" y="208998"/>
                  <a:pt x="405466" y="213481"/>
                </a:cubicBezTo>
                <a:lnTo>
                  <a:pt x="416972" y="244578"/>
                </a:lnTo>
                <a:cubicBezTo>
                  <a:pt x="418656" y="249060"/>
                  <a:pt x="428478" y="252702"/>
                  <a:pt x="431845" y="252702"/>
                </a:cubicBezTo>
                <a:cubicBezTo>
                  <a:pt x="434932" y="252983"/>
                  <a:pt x="439141" y="249621"/>
                  <a:pt x="441106" y="245699"/>
                </a:cubicBezTo>
                <a:lnTo>
                  <a:pt x="455137" y="215162"/>
                </a:lnTo>
                <a:cubicBezTo>
                  <a:pt x="456821" y="211240"/>
                  <a:pt x="461872" y="209279"/>
                  <a:pt x="466082" y="211240"/>
                </a:cubicBezTo>
                <a:lnTo>
                  <a:pt x="534555" y="242617"/>
                </a:lnTo>
                <a:cubicBezTo>
                  <a:pt x="538764" y="244578"/>
                  <a:pt x="540728" y="249621"/>
                  <a:pt x="538764" y="253823"/>
                </a:cubicBezTo>
                <a:lnTo>
                  <a:pt x="524733" y="284080"/>
                </a:lnTo>
                <a:cubicBezTo>
                  <a:pt x="522768" y="288282"/>
                  <a:pt x="527258" y="297807"/>
                  <a:pt x="529223" y="300329"/>
                </a:cubicBezTo>
                <a:cubicBezTo>
                  <a:pt x="531468" y="302570"/>
                  <a:pt x="536519" y="303410"/>
                  <a:pt x="541009" y="301729"/>
                </a:cubicBezTo>
                <a:lnTo>
                  <a:pt x="572439" y="290243"/>
                </a:lnTo>
                <a:cubicBezTo>
                  <a:pt x="576649" y="288562"/>
                  <a:pt x="581700" y="290803"/>
                  <a:pt x="583103" y="295286"/>
                </a:cubicBezTo>
                <a:lnTo>
                  <a:pt x="609201" y="365885"/>
                </a:lnTo>
                <a:cubicBezTo>
                  <a:pt x="610885" y="370087"/>
                  <a:pt x="608640" y="375130"/>
                  <a:pt x="604431" y="376530"/>
                </a:cubicBezTo>
                <a:lnTo>
                  <a:pt x="573001" y="388297"/>
                </a:lnTo>
                <a:cubicBezTo>
                  <a:pt x="568511" y="389698"/>
                  <a:pt x="565143" y="393620"/>
                  <a:pt x="565143" y="396982"/>
                </a:cubicBezTo>
                <a:cubicBezTo>
                  <a:pt x="565143" y="400063"/>
                  <a:pt x="567949" y="410149"/>
                  <a:pt x="572159" y="412110"/>
                </a:cubicBezTo>
                <a:lnTo>
                  <a:pt x="602466" y="426118"/>
                </a:lnTo>
                <a:cubicBezTo>
                  <a:pt x="606676" y="428079"/>
                  <a:pt x="608360" y="433122"/>
                  <a:pt x="606395" y="437044"/>
                </a:cubicBezTo>
                <a:lnTo>
                  <a:pt x="574965" y="505681"/>
                </a:lnTo>
                <a:cubicBezTo>
                  <a:pt x="573001" y="509884"/>
                  <a:pt x="567949" y="511565"/>
                  <a:pt x="563740" y="509604"/>
                </a:cubicBezTo>
                <a:lnTo>
                  <a:pt x="533432" y="495596"/>
                </a:lnTo>
                <a:cubicBezTo>
                  <a:pt x="529223" y="493915"/>
                  <a:pt x="519681" y="498117"/>
                  <a:pt x="517156" y="500358"/>
                </a:cubicBezTo>
                <a:cubicBezTo>
                  <a:pt x="514911" y="502320"/>
                  <a:pt x="514069" y="507642"/>
                  <a:pt x="515753" y="511845"/>
                </a:cubicBezTo>
                <a:lnTo>
                  <a:pt x="527258" y="543222"/>
                </a:lnTo>
                <a:cubicBezTo>
                  <a:pt x="528942" y="547704"/>
                  <a:pt x="526697" y="552467"/>
                  <a:pt x="522488" y="554148"/>
                </a:cubicBezTo>
                <a:lnTo>
                  <a:pt x="451489" y="580202"/>
                </a:lnTo>
                <a:cubicBezTo>
                  <a:pt x="447280" y="581883"/>
                  <a:pt x="442228" y="579642"/>
                  <a:pt x="440825" y="575160"/>
                </a:cubicBezTo>
                <a:lnTo>
                  <a:pt x="429320" y="543782"/>
                </a:lnTo>
                <a:cubicBezTo>
                  <a:pt x="427636" y="539580"/>
                  <a:pt x="417814" y="535938"/>
                  <a:pt x="414727" y="535658"/>
                </a:cubicBezTo>
                <a:cubicBezTo>
                  <a:pt x="411359" y="535658"/>
                  <a:pt x="407150" y="538740"/>
                  <a:pt x="405186" y="542942"/>
                </a:cubicBezTo>
                <a:lnTo>
                  <a:pt x="391154" y="573198"/>
                </a:lnTo>
                <a:cubicBezTo>
                  <a:pt x="389470" y="577401"/>
                  <a:pt x="384419" y="579362"/>
                  <a:pt x="380210" y="577401"/>
                </a:cubicBezTo>
                <a:lnTo>
                  <a:pt x="311456" y="545743"/>
                </a:lnTo>
                <a:cubicBezTo>
                  <a:pt x="307527" y="543782"/>
                  <a:pt x="305563" y="538740"/>
                  <a:pt x="307527" y="534537"/>
                </a:cubicBezTo>
                <a:lnTo>
                  <a:pt x="321559" y="504561"/>
                </a:lnTo>
                <a:cubicBezTo>
                  <a:pt x="323523" y="500078"/>
                  <a:pt x="319033" y="490833"/>
                  <a:pt x="317069" y="488312"/>
                </a:cubicBezTo>
                <a:cubicBezTo>
                  <a:pt x="314824" y="485790"/>
                  <a:pt x="309492" y="485230"/>
                  <a:pt x="305282" y="486631"/>
                </a:cubicBezTo>
                <a:lnTo>
                  <a:pt x="273852" y="498397"/>
                </a:lnTo>
                <a:cubicBezTo>
                  <a:pt x="269643" y="500078"/>
                  <a:pt x="264591" y="497557"/>
                  <a:pt x="263188" y="493355"/>
                </a:cubicBezTo>
                <a:lnTo>
                  <a:pt x="236809" y="422756"/>
                </a:lnTo>
                <a:cubicBezTo>
                  <a:pt x="235406" y="418273"/>
                  <a:pt x="237651" y="413511"/>
                  <a:pt x="241861" y="411830"/>
                </a:cubicBezTo>
                <a:lnTo>
                  <a:pt x="273291" y="400344"/>
                </a:lnTo>
                <a:cubicBezTo>
                  <a:pt x="277500" y="398663"/>
                  <a:pt x="281148" y="388857"/>
                  <a:pt x="281429" y="385776"/>
                </a:cubicBezTo>
                <a:cubicBezTo>
                  <a:pt x="281710" y="382694"/>
                  <a:pt x="278342" y="378211"/>
                  <a:pt x="274133" y="376530"/>
                </a:cubicBezTo>
                <a:lnTo>
                  <a:pt x="243825" y="362523"/>
                </a:lnTo>
                <a:cubicBezTo>
                  <a:pt x="239616" y="360562"/>
                  <a:pt x="237932" y="355519"/>
                  <a:pt x="239896" y="351317"/>
                </a:cubicBezTo>
                <a:lnTo>
                  <a:pt x="271327" y="282959"/>
                </a:lnTo>
                <a:cubicBezTo>
                  <a:pt x="273291" y="278757"/>
                  <a:pt x="278342" y="277076"/>
                  <a:pt x="282552" y="278757"/>
                </a:cubicBezTo>
                <a:lnTo>
                  <a:pt x="312859" y="292764"/>
                </a:lnTo>
                <a:cubicBezTo>
                  <a:pt x="317069" y="294726"/>
                  <a:pt x="326610" y="290243"/>
                  <a:pt x="328855" y="288282"/>
                </a:cubicBezTo>
                <a:cubicBezTo>
                  <a:pt x="331381" y="286321"/>
                  <a:pt x="331942" y="280998"/>
                  <a:pt x="330539" y="276796"/>
                </a:cubicBezTo>
                <a:lnTo>
                  <a:pt x="318752" y="245418"/>
                </a:lnTo>
                <a:cubicBezTo>
                  <a:pt x="317349" y="240936"/>
                  <a:pt x="319594" y="236173"/>
                  <a:pt x="323804" y="234492"/>
                </a:cubicBezTo>
                <a:close/>
                <a:moveTo>
                  <a:pt x="69048" y="187422"/>
                </a:moveTo>
                <a:cubicBezTo>
                  <a:pt x="77719" y="187422"/>
                  <a:pt x="84749" y="194452"/>
                  <a:pt x="84749" y="203123"/>
                </a:cubicBezTo>
                <a:cubicBezTo>
                  <a:pt x="84749" y="211794"/>
                  <a:pt x="77719" y="218824"/>
                  <a:pt x="69048" y="218824"/>
                </a:cubicBezTo>
                <a:cubicBezTo>
                  <a:pt x="60377" y="218824"/>
                  <a:pt x="53347" y="211794"/>
                  <a:pt x="53347" y="203123"/>
                </a:cubicBezTo>
                <a:cubicBezTo>
                  <a:pt x="53347" y="194452"/>
                  <a:pt x="60377" y="187422"/>
                  <a:pt x="69048" y="187422"/>
                </a:cubicBezTo>
                <a:close/>
                <a:moveTo>
                  <a:pt x="70434" y="0"/>
                </a:moveTo>
                <a:lnTo>
                  <a:pt x="409976" y="0"/>
                </a:lnTo>
                <a:cubicBezTo>
                  <a:pt x="423165" y="0"/>
                  <a:pt x="435231" y="9806"/>
                  <a:pt x="436635" y="21853"/>
                </a:cubicBezTo>
                <a:lnTo>
                  <a:pt x="480130" y="180149"/>
                </a:lnTo>
                <a:cubicBezTo>
                  <a:pt x="480130" y="180429"/>
                  <a:pt x="480410" y="180989"/>
                  <a:pt x="480410" y="181270"/>
                </a:cubicBezTo>
                <a:lnTo>
                  <a:pt x="480410" y="192196"/>
                </a:lnTo>
                <a:lnTo>
                  <a:pt x="475920" y="189955"/>
                </a:lnTo>
                <a:cubicBezTo>
                  <a:pt x="470308" y="187433"/>
                  <a:pt x="464415" y="186873"/>
                  <a:pt x="458522" y="187713"/>
                </a:cubicBezTo>
                <a:lnTo>
                  <a:pt x="458522" y="181270"/>
                </a:lnTo>
                <a:cubicBezTo>
                  <a:pt x="458522" y="169502"/>
                  <a:pt x="448701" y="159697"/>
                  <a:pt x="436635" y="159697"/>
                </a:cubicBezTo>
                <a:lnTo>
                  <a:pt x="43775" y="159697"/>
                </a:lnTo>
                <a:cubicBezTo>
                  <a:pt x="31709" y="159697"/>
                  <a:pt x="21888" y="169502"/>
                  <a:pt x="21888" y="181270"/>
                </a:cubicBezTo>
                <a:lnTo>
                  <a:pt x="21888" y="224977"/>
                </a:lnTo>
                <a:cubicBezTo>
                  <a:pt x="21888" y="237024"/>
                  <a:pt x="31709" y="246830"/>
                  <a:pt x="43775" y="246830"/>
                </a:cubicBezTo>
                <a:lnTo>
                  <a:pt x="295486" y="246830"/>
                </a:lnTo>
                <a:cubicBezTo>
                  <a:pt x="295767" y="249071"/>
                  <a:pt x="296328" y="251312"/>
                  <a:pt x="296889" y="253274"/>
                </a:cubicBezTo>
                <a:lnTo>
                  <a:pt x="299976" y="261118"/>
                </a:lnTo>
                <a:lnTo>
                  <a:pt x="292119" y="257756"/>
                </a:lnTo>
                <a:cubicBezTo>
                  <a:pt x="276685" y="250752"/>
                  <a:pt x="257323" y="258037"/>
                  <a:pt x="250307" y="273166"/>
                </a:cubicBezTo>
                <a:lnTo>
                  <a:pt x="238241" y="299222"/>
                </a:lnTo>
                <a:lnTo>
                  <a:pt x="43775" y="299222"/>
                </a:lnTo>
                <a:cubicBezTo>
                  <a:pt x="31709" y="299222"/>
                  <a:pt x="21888" y="309027"/>
                  <a:pt x="21888" y="321075"/>
                </a:cubicBezTo>
                <a:lnTo>
                  <a:pt x="21888" y="364781"/>
                </a:lnTo>
                <a:cubicBezTo>
                  <a:pt x="21888" y="376829"/>
                  <a:pt x="31709" y="386634"/>
                  <a:pt x="43775" y="386634"/>
                </a:cubicBezTo>
                <a:lnTo>
                  <a:pt x="240486" y="386634"/>
                </a:lnTo>
                <a:lnTo>
                  <a:pt x="241889" y="387195"/>
                </a:lnTo>
                <a:lnTo>
                  <a:pt x="233751" y="389997"/>
                </a:lnTo>
                <a:cubicBezTo>
                  <a:pt x="217756" y="396160"/>
                  <a:pt x="209337" y="414091"/>
                  <a:pt x="214950" y="430621"/>
                </a:cubicBezTo>
                <a:lnTo>
                  <a:pt x="218317" y="439026"/>
                </a:lnTo>
                <a:lnTo>
                  <a:pt x="43775" y="439026"/>
                </a:lnTo>
                <a:cubicBezTo>
                  <a:pt x="31709" y="439026"/>
                  <a:pt x="21888" y="448832"/>
                  <a:pt x="21888" y="460879"/>
                </a:cubicBezTo>
                <a:lnTo>
                  <a:pt x="21888" y="504586"/>
                </a:lnTo>
                <a:cubicBezTo>
                  <a:pt x="21888" y="516633"/>
                  <a:pt x="31709" y="526439"/>
                  <a:pt x="43775" y="526439"/>
                </a:cubicBezTo>
                <a:lnTo>
                  <a:pt x="285945" y="526439"/>
                </a:lnTo>
                <a:cubicBezTo>
                  <a:pt x="283139" y="533163"/>
                  <a:pt x="282858" y="540728"/>
                  <a:pt x="285103" y="548012"/>
                </a:cubicBezTo>
                <a:lnTo>
                  <a:pt x="43775" y="548012"/>
                </a:lnTo>
                <a:cubicBezTo>
                  <a:pt x="19643" y="548012"/>
                  <a:pt x="0" y="528681"/>
                  <a:pt x="0" y="504586"/>
                </a:cubicBezTo>
                <a:lnTo>
                  <a:pt x="0" y="460879"/>
                </a:lnTo>
                <a:cubicBezTo>
                  <a:pt x="0" y="460319"/>
                  <a:pt x="280" y="460039"/>
                  <a:pt x="280" y="459479"/>
                </a:cubicBezTo>
                <a:lnTo>
                  <a:pt x="11505" y="394199"/>
                </a:lnTo>
                <a:cubicBezTo>
                  <a:pt x="4490" y="386354"/>
                  <a:pt x="0" y="375988"/>
                  <a:pt x="0" y="364781"/>
                </a:cubicBezTo>
                <a:lnTo>
                  <a:pt x="0" y="321075"/>
                </a:lnTo>
                <a:cubicBezTo>
                  <a:pt x="0" y="320795"/>
                  <a:pt x="280" y="320234"/>
                  <a:pt x="280" y="319954"/>
                </a:cubicBezTo>
                <a:lnTo>
                  <a:pt x="11505" y="254394"/>
                </a:lnTo>
                <a:cubicBezTo>
                  <a:pt x="4490" y="246550"/>
                  <a:pt x="0" y="236183"/>
                  <a:pt x="0" y="224977"/>
                </a:cubicBezTo>
                <a:lnTo>
                  <a:pt x="0" y="181270"/>
                </a:lnTo>
                <a:cubicBezTo>
                  <a:pt x="0" y="180989"/>
                  <a:pt x="280" y="180429"/>
                  <a:pt x="280" y="180149"/>
                </a:cubicBezTo>
                <a:lnTo>
                  <a:pt x="43775" y="21853"/>
                </a:lnTo>
                <a:cubicBezTo>
                  <a:pt x="45178" y="9806"/>
                  <a:pt x="56964" y="0"/>
                  <a:pt x="704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D0341BF1-A66B-42A1-A400-6F44E3534D6B}"/>
              </a:ext>
            </a:extLst>
          </p:cNvPr>
          <p:cNvSpPr/>
          <p:nvPr/>
        </p:nvSpPr>
        <p:spPr>
          <a:xfrm>
            <a:off x="4414472" y="3325419"/>
            <a:ext cx="593725" cy="593725"/>
          </a:xfrm>
          <a:prstGeom prst="ellipse">
            <a:avLst/>
          </a:prstGeom>
          <a:solidFill>
            <a:srgbClr val="182863"/>
          </a:solidFill>
          <a:ln w="19050">
            <a:solidFill>
              <a:schemeClr val="bg1"/>
            </a:solidFill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5" name="invesment-purse_73104">
            <a:extLst>
              <a:ext uri="{FF2B5EF4-FFF2-40B4-BE49-F238E27FC236}">
                <a16:creationId xmlns:a16="http://schemas.microsoft.com/office/drawing/2014/main" id="{9394BFB2-F13D-4CEA-8A45-C79E98DCF661}"/>
              </a:ext>
            </a:extLst>
          </p:cNvPr>
          <p:cNvSpPr/>
          <p:nvPr/>
        </p:nvSpPr>
        <p:spPr>
          <a:xfrm>
            <a:off x="4553904" y="3465088"/>
            <a:ext cx="314861" cy="314387"/>
          </a:xfrm>
          <a:custGeom>
            <a:avLst/>
            <a:gdLst>
              <a:gd name="T0" fmla="*/ 6367 w 6638"/>
              <a:gd name="T1" fmla="*/ 3048 h 6638"/>
              <a:gd name="T2" fmla="*/ 5653 w 6638"/>
              <a:gd name="T3" fmla="*/ 3048 h 6638"/>
              <a:gd name="T4" fmla="*/ 3590 w 6638"/>
              <a:gd name="T5" fmla="*/ 1006 h 6638"/>
              <a:gd name="T6" fmla="*/ 3590 w 6638"/>
              <a:gd name="T7" fmla="*/ 271 h 6638"/>
              <a:gd name="T8" fmla="*/ 3319 w 6638"/>
              <a:gd name="T9" fmla="*/ 0 h 6638"/>
              <a:gd name="T10" fmla="*/ 3048 w 6638"/>
              <a:gd name="T11" fmla="*/ 271 h 6638"/>
              <a:gd name="T12" fmla="*/ 3048 w 6638"/>
              <a:gd name="T13" fmla="*/ 1004 h 6638"/>
              <a:gd name="T14" fmla="*/ 966 w 6638"/>
              <a:gd name="T15" fmla="*/ 3048 h 6638"/>
              <a:gd name="T16" fmla="*/ 271 w 6638"/>
              <a:gd name="T17" fmla="*/ 3048 h 6638"/>
              <a:gd name="T18" fmla="*/ 0 w 6638"/>
              <a:gd name="T19" fmla="*/ 3319 h 6638"/>
              <a:gd name="T20" fmla="*/ 271 w 6638"/>
              <a:gd name="T21" fmla="*/ 3590 h 6638"/>
              <a:gd name="T22" fmla="*/ 963 w 6638"/>
              <a:gd name="T23" fmla="*/ 3590 h 6638"/>
              <a:gd name="T24" fmla="*/ 3048 w 6638"/>
              <a:gd name="T25" fmla="*/ 5663 h 6638"/>
              <a:gd name="T26" fmla="*/ 3048 w 6638"/>
              <a:gd name="T27" fmla="*/ 6367 h 6638"/>
              <a:gd name="T28" fmla="*/ 3319 w 6638"/>
              <a:gd name="T29" fmla="*/ 6638 h 6638"/>
              <a:gd name="T30" fmla="*/ 3590 w 6638"/>
              <a:gd name="T31" fmla="*/ 6367 h 6638"/>
              <a:gd name="T32" fmla="*/ 3590 w 6638"/>
              <a:gd name="T33" fmla="*/ 5660 h 6638"/>
              <a:gd name="T34" fmla="*/ 5657 w 6638"/>
              <a:gd name="T35" fmla="*/ 3590 h 6638"/>
              <a:gd name="T36" fmla="*/ 6367 w 6638"/>
              <a:gd name="T37" fmla="*/ 3590 h 6638"/>
              <a:gd name="T38" fmla="*/ 6638 w 6638"/>
              <a:gd name="T39" fmla="*/ 3319 h 6638"/>
              <a:gd name="T40" fmla="*/ 6367 w 6638"/>
              <a:gd name="T41" fmla="*/ 3048 h 6638"/>
              <a:gd name="T42" fmla="*/ 3590 w 6638"/>
              <a:gd name="T43" fmla="*/ 5112 h 6638"/>
              <a:gd name="T44" fmla="*/ 3590 w 6638"/>
              <a:gd name="T45" fmla="*/ 4218 h 6638"/>
              <a:gd name="T46" fmla="*/ 3319 w 6638"/>
              <a:gd name="T47" fmla="*/ 3947 h 6638"/>
              <a:gd name="T48" fmla="*/ 3048 w 6638"/>
              <a:gd name="T49" fmla="*/ 4218 h 6638"/>
              <a:gd name="T50" fmla="*/ 3048 w 6638"/>
              <a:gd name="T51" fmla="*/ 5115 h 6638"/>
              <a:gd name="T52" fmla="*/ 1511 w 6638"/>
              <a:gd name="T53" fmla="*/ 3590 h 6638"/>
              <a:gd name="T54" fmla="*/ 2420 w 6638"/>
              <a:gd name="T55" fmla="*/ 3590 h 6638"/>
              <a:gd name="T56" fmla="*/ 2691 w 6638"/>
              <a:gd name="T57" fmla="*/ 3319 h 6638"/>
              <a:gd name="T58" fmla="*/ 2420 w 6638"/>
              <a:gd name="T59" fmla="*/ 3048 h 6638"/>
              <a:gd name="T60" fmla="*/ 1515 w 6638"/>
              <a:gd name="T61" fmla="*/ 3048 h 6638"/>
              <a:gd name="T62" fmla="*/ 3048 w 6638"/>
              <a:gd name="T63" fmla="*/ 1552 h 6638"/>
              <a:gd name="T64" fmla="*/ 3048 w 6638"/>
              <a:gd name="T65" fmla="*/ 2420 h 6638"/>
              <a:gd name="T66" fmla="*/ 3319 w 6638"/>
              <a:gd name="T67" fmla="*/ 2691 h 6638"/>
              <a:gd name="T68" fmla="*/ 3590 w 6638"/>
              <a:gd name="T69" fmla="*/ 2420 h 6638"/>
              <a:gd name="T70" fmla="*/ 3590 w 6638"/>
              <a:gd name="T71" fmla="*/ 1555 h 6638"/>
              <a:gd name="T72" fmla="*/ 5104 w 6638"/>
              <a:gd name="T73" fmla="*/ 3048 h 6638"/>
              <a:gd name="T74" fmla="*/ 4218 w 6638"/>
              <a:gd name="T75" fmla="*/ 3048 h 6638"/>
              <a:gd name="T76" fmla="*/ 3947 w 6638"/>
              <a:gd name="T77" fmla="*/ 3319 h 6638"/>
              <a:gd name="T78" fmla="*/ 4218 w 6638"/>
              <a:gd name="T79" fmla="*/ 3590 h 6638"/>
              <a:gd name="T80" fmla="*/ 5109 w 6638"/>
              <a:gd name="T81" fmla="*/ 3590 h 6638"/>
              <a:gd name="T82" fmla="*/ 3590 w 6638"/>
              <a:gd name="T83" fmla="*/ 5112 h 6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638" h="6638">
                <a:moveTo>
                  <a:pt x="6367" y="3048"/>
                </a:moveTo>
                <a:lnTo>
                  <a:pt x="5653" y="3048"/>
                </a:lnTo>
                <a:cubicBezTo>
                  <a:pt x="5522" y="1981"/>
                  <a:pt x="4666" y="1133"/>
                  <a:pt x="3590" y="1006"/>
                </a:cubicBezTo>
                <a:lnTo>
                  <a:pt x="3590" y="271"/>
                </a:lnTo>
                <a:cubicBezTo>
                  <a:pt x="3590" y="121"/>
                  <a:pt x="3469" y="0"/>
                  <a:pt x="3319" y="0"/>
                </a:cubicBezTo>
                <a:cubicBezTo>
                  <a:pt x="3169" y="0"/>
                  <a:pt x="3048" y="121"/>
                  <a:pt x="3048" y="271"/>
                </a:cubicBezTo>
                <a:lnTo>
                  <a:pt x="3048" y="1004"/>
                </a:lnTo>
                <a:cubicBezTo>
                  <a:pt x="1963" y="1123"/>
                  <a:pt x="1098" y="1975"/>
                  <a:pt x="966" y="3048"/>
                </a:cubicBezTo>
                <a:lnTo>
                  <a:pt x="271" y="3048"/>
                </a:lnTo>
                <a:cubicBezTo>
                  <a:pt x="121" y="3048"/>
                  <a:pt x="0" y="3169"/>
                  <a:pt x="0" y="3319"/>
                </a:cubicBezTo>
                <a:cubicBezTo>
                  <a:pt x="0" y="3469"/>
                  <a:pt x="121" y="3590"/>
                  <a:pt x="271" y="3590"/>
                </a:cubicBezTo>
                <a:lnTo>
                  <a:pt x="963" y="3590"/>
                </a:lnTo>
                <a:cubicBezTo>
                  <a:pt x="1082" y="4677"/>
                  <a:pt x="1954" y="5542"/>
                  <a:pt x="3048" y="5663"/>
                </a:cubicBezTo>
                <a:lnTo>
                  <a:pt x="3048" y="6367"/>
                </a:lnTo>
                <a:cubicBezTo>
                  <a:pt x="3048" y="6517"/>
                  <a:pt x="3169" y="6638"/>
                  <a:pt x="3319" y="6638"/>
                </a:cubicBezTo>
                <a:cubicBezTo>
                  <a:pt x="3469" y="6638"/>
                  <a:pt x="3590" y="6517"/>
                  <a:pt x="3590" y="6367"/>
                </a:cubicBezTo>
                <a:lnTo>
                  <a:pt x="3590" y="5660"/>
                </a:lnTo>
                <a:cubicBezTo>
                  <a:pt x="4676" y="5532"/>
                  <a:pt x="5537" y="4671"/>
                  <a:pt x="5657" y="3590"/>
                </a:cubicBezTo>
                <a:lnTo>
                  <a:pt x="6367" y="3590"/>
                </a:lnTo>
                <a:cubicBezTo>
                  <a:pt x="6517" y="3590"/>
                  <a:pt x="6638" y="3469"/>
                  <a:pt x="6638" y="3319"/>
                </a:cubicBezTo>
                <a:cubicBezTo>
                  <a:pt x="6638" y="3169"/>
                  <a:pt x="6517" y="3048"/>
                  <a:pt x="6367" y="3048"/>
                </a:cubicBezTo>
                <a:close/>
                <a:moveTo>
                  <a:pt x="3590" y="5112"/>
                </a:moveTo>
                <a:lnTo>
                  <a:pt x="3590" y="4218"/>
                </a:lnTo>
                <a:cubicBezTo>
                  <a:pt x="3590" y="4069"/>
                  <a:pt x="3469" y="3947"/>
                  <a:pt x="3319" y="3947"/>
                </a:cubicBezTo>
                <a:cubicBezTo>
                  <a:pt x="3169" y="3947"/>
                  <a:pt x="3048" y="4069"/>
                  <a:pt x="3048" y="4218"/>
                </a:cubicBezTo>
                <a:lnTo>
                  <a:pt x="3048" y="5115"/>
                </a:lnTo>
                <a:cubicBezTo>
                  <a:pt x="2253" y="5001"/>
                  <a:pt x="1625" y="4377"/>
                  <a:pt x="1511" y="3590"/>
                </a:cubicBezTo>
                <a:lnTo>
                  <a:pt x="2420" y="3590"/>
                </a:lnTo>
                <a:cubicBezTo>
                  <a:pt x="2570" y="3590"/>
                  <a:pt x="2691" y="3469"/>
                  <a:pt x="2691" y="3319"/>
                </a:cubicBezTo>
                <a:cubicBezTo>
                  <a:pt x="2691" y="3170"/>
                  <a:pt x="2570" y="3048"/>
                  <a:pt x="2420" y="3048"/>
                </a:cubicBezTo>
                <a:lnTo>
                  <a:pt x="1515" y="3048"/>
                </a:lnTo>
                <a:cubicBezTo>
                  <a:pt x="1640" y="2274"/>
                  <a:pt x="2263" y="1665"/>
                  <a:pt x="3048" y="1552"/>
                </a:cubicBezTo>
                <a:lnTo>
                  <a:pt x="3048" y="2420"/>
                </a:lnTo>
                <a:cubicBezTo>
                  <a:pt x="3048" y="2570"/>
                  <a:pt x="3170" y="2691"/>
                  <a:pt x="3319" y="2691"/>
                </a:cubicBezTo>
                <a:cubicBezTo>
                  <a:pt x="3469" y="2691"/>
                  <a:pt x="3590" y="2570"/>
                  <a:pt x="3590" y="2420"/>
                </a:cubicBezTo>
                <a:lnTo>
                  <a:pt x="3590" y="1555"/>
                </a:lnTo>
                <a:cubicBezTo>
                  <a:pt x="4366" y="1675"/>
                  <a:pt x="4980" y="2280"/>
                  <a:pt x="5104" y="3048"/>
                </a:cubicBezTo>
                <a:lnTo>
                  <a:pt x="4218" y="3048"/>
                </a:lnTo>
                <a:cubicBezTo>
                  <a:pt x="4068" y="3048"/>
                  <a:pt x="3947" y="3170"/>
                  <a:pt x="3947" y="3319"/>
                </a:cubicBezTo>
                <a:cubicBezTo>
                  <a:pt x="3947" y="3469"/>
                  <a:pt x="4068" y="3590"/>
                  <a:pt x="4218" y="3590"/>
                </a:cubicBezTo>
                <a:lnTo>
                  <a:pt x="5109" y="3590"/>
                </a:lnTo>
                <a:cubicBezTo>
                  <a:pt x="4995" y="4371"/>
                  <a:pt x="4376" y="4991"/>
                  <a:pt x="3590" y="51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39E1D3B-5C8A-4B01-8506-2D95D5B239DF}"/>
              </a:ext>
            </a:extLst>
          </p:cNvPr>
          <p:cNvSpPr/>
          <p:nvPr/>
        </p:nvSpPr>
        <p:spPr>
          <a:xfrm>
            <a:off x="9953137" y="3325419"/>
            <a:ext cx="593725" cy="593725"/>
          </a:xfrm>
          <a:prstGeom prst="ellipse">
            <a:avLst/>
          </a:prstGeom>
          <a:solidFill>
            <a:srgbClr val="182863"/>
          </a:solidFill>
          <a:ln w="19050">
            <a:solidFill>
              <a:schemeClr val="bg1"/>
            </a:solidFill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7" name="invesment-purse_73104">
            <a:extLst>
              <a:ext uri="{FF2B5EF4-FFF2-40B4-BE49-F238E27FC236}">
                <a16:creationId xmlns:a16="http://schemas.microsoft.com/office/drawing/2014/main" id="{49D485D7-6DD4-4930-8702-5C9FDD6B82B6}"/>
              </a:ext>
            </a:extLst>
          </p:cNvPr>
          <p:cNvSpPr/>
          <p:nvPr/>
        </p:nvSpPr>
        <p:spPr>
          <a:xfrm>
            <a:off x="10099468" y="3443541"/>
            <a:ext cx="301063" cy="357479"/>
          </a:xfrm>
          <a:custGeom>
            <a:avLst/>
            <a:gdLst>
              <a:gd name="T0" fmla="*/ 6672 w 10672"/>
              <a:gd name="T1" fmla="*/ 1344 h 12672"/>
              <a:gd name="T2" fmla="*/ 6672 w 10672"/>
              <a:gd name="T3" fmla="*/ 9344 h 12672"/>
              <a:gd name="T4" fmla="*/ 4000 w 10672"/>
              <a:gd name="T5" fmla="*/ 9344 h 12672"/>
              <a:gd name="T6" fmla="*/ 4000 w 10672"/>
              <a:gd name="T7" fmla="*/ 1344 h 12672"/>
              <a:gd name="T8" fmla="*/ 4392 w 10672"/>
              <a:gd name="T9" fmla="*/ 392 h 12672"/>
              <a:gd name="T10" fmla="*/ 5328 w 10672"/>
              <a:gd name="T11" fmla="*/ 0 h 12672"/>
              <a:gd name="T12" fmla="*/ 6280 w 10672"/>
              <a:gd name="T13" fmla="*/ 392 h 12672"/>
              <a:gd name="T14" fmla="*/ 6672 w 10672"/>
              <a:gd name="T15" fmla="*/ 1344 h 12672"/>
              <a:gd name="T16" fmla="*/ 10000 w 10672"/>
              <a:gd name="T17" fmla="*/ 4000 h 12672"/>
              <a:gd name="T18" fmla="*/ 10000 w 10672"/>
              <a:gd name="T19" fmla="*/ 9344 h 12672"/>
              <a:gd name="T20" fmla="*/ 7328 w 10672"/>
              <a:gd name="T21" fmla="*/ 9344 h 12672"/>
              <a:gd name="T22" fmla="*/ 7328 w 10672"/>
              <a:gd name="T23" fmla="*/ 4000 h 12672"/>
              <a:gd name="T24" fmla="*/ 7720 w 10672"/>
              <a:gd name="T25" fmla="*/ 3064 h 12672"/>
              <a:gd name="T26" fmla="*/ 8672 w 10672"/>
              <a:gd name="T27" fmla="*/ 2672 h 12672"/>
              <a:gd name="T28" fmla="*/ 9608 w 10672"/>
              <a:gd name="T29" fmla="*/ 3056 h 12672"/>
              <a:gd name="T30" fmla="*/ 10000 w 10672"/>
              <a:gd name="T31" fmla="*/ 4000 h 12672"/>
              <a:gd name="T32" fmla="*/ 3328 w 10672"/>
              <a:gd name="T33" fmla="*/ 6000 h 12672"/>
              <a:gd name="T34" fmla="*/ 3328 w 10672"/>
              <a:gd name="T35" fmla="*/ 9344 h 12672"/>
              <a:gd name="T36" fmla="*/ 672 w 10672"/>
              <a:gd name="T37" fmla="*/ 9344 h 12672"/>
              <a:gd name="T38" fmla="*/ 672 w 10672"/>
              <a:gd name="T39" fmla="*/ 6000 h 12672"/>
              <a:gd name="T40" fmla="*/ 1056 w 10672"/>
              <a:gd name="T41" fmla="*/ 5064 h 12672"/>
              <a:gd name="T42" fmla="*/ 2000 w 10672"/>
              <a:gd name="T43" fmla="*/ 4672 h 12672"/>
              <a:gd name="T44" fmla="*/ 2944 w 10672"/>
              <a:gd name="T45" fmla="*/ 5064 h 12672"/>
              <a:gd name="T46" fmla="*/ 3328 w 10672"/>
              <a:gd name="T47" fmla="*/ 6000 h 12672"/>
              <a:gd name="T48" fmla="*/ 10000 w 10672"/>
              <a:gd name="T49" fmla="*/ 11344 h 12672"/>
              <a:gd name="T50" fmla="*/ 10472 w 10672"/>
              <a:gd name="T51" fmla="*/ 11536 h 12672"/>
              <a:gd name="T52" fmla="*/ 10672 w 10672"/>
              <a:gd name="T53" fmla="*/ 12000 h 12672"/>
              <a:gd name="T54" fmla="*/ 10472 w 10672"/>
              <a:gd name="T55" fmla="*/ 12472 h 12672"/>
              <a:gd name="T56" fmla="*/ 10000 w 10672"/>
              <a:gd name="T57" fmla="*/ 12672 h 12672"/>
              <a:gd name="T58" fmla="*/ 672 w 10672"/>
              <a:gd name="T59" fmla="*/ 12672 h 12672"/>
              <a:gd name="T60" fmla="*/ 200 w 10672"/>
              <a:gd name="T61" fmla="*/ 12472 h 12672"/>
              <a:gd name="T62" fmla="*/ 0 w 10672"/>
              <a:gd name="T63" fmla="*/ 12000 h 12672"/>
              <a:gd name="T64" fmla="*/ 200 w 10672"/>
              <a:gd name="T65" fmla="*/ 11536 h 12672"/>
              <a:gd name="T66" fmla="*/ 672 w 10672"/>
              <a:gd name="T67" fmla="*/ 11344 h 12672"/>
              <a:gd name="T68" fmla="*/ 10000 w 10672"/>
              <a:gd name="T69" fmla="*/ 11344 h 12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672" h="12672">
                <a:moveTo>
                  <a:pt x="6672" y="1344"/>
                </a:moveTo>
                <a:lnTo>
                  <a:pt x="6672" y="9344"/>
                </a:lnTo>
                <a:lnTo>
                  <a:pt x="4000" y="9344"/>
                </a:lnTo>
                <a:lnTo>
                  <a:pt x="4000" y="1344"/>
                </a:lnTo>
                <a:cubicBezTo>
                  <a:pt x="4000" y="971"/>
                  <a:pt x="4131" y="653"/>
                  <a:pt x="4392" y="392"/>
                </a:cubicBezTo>
                <a:cubicBezTo>
                  <a:pt x="4654" y="131"/>
                  <a:pt x="4966" y="0"/>
                  <a:pt x="5328" y="0"/>
                </a:cubicBezTo>
                <a:cubicBezTo>
                  <a:pt x="5702" y="0"/>
                  <a:pt x="6019" y="131"/>
                  <a:pt x="6280" y="392"/>
                </a:cubicBezTo>
                <a:cubicBezTo>
                  <a:pt x="6542" y="653"/>
                  <a:pt x="6672" y="971"/>
                  <a:pt x="6672" y="1344"/>
                </a:cubicBezTo>
                <a:close/>
                <a:moveTo>
                  <a:pt x="10000" y="4000"/>
                </a:moveTo>
                <a:lnTo>
                  <a:pt x="10000" y="9344"/>
                </a:lnTo>
                <a:lnTo>
                  <a:pt x="7328" y="9344"/>
                </a:lnTo>
                <a:lnTo>
                  <a:pt x="7328" y="4000"/>
                </a:lnTo>
                <a:cubicBezTo>
                  <a:pt x="7328" y="3637"/>
                  <a:pt x="7459" y="3325"/>
                  <a:pt x="7720" y="3064"/>
                </a:cubicBezTo>
                <a:cubicBezTo>
                  <a:pt x="7982" y="2803"/>
                  <a:pt x="8299" y="2672"/>
                  <a:pt x="8672" y="2672"/>
                </a:cubicBezTo>
                <a:cubicBezTo>
                  <a:pt x="9035" y="2672"/>
                  <a:pt x="9347" y="2800"/>
                  <a:pt x="9608" y="3056"/>
                </a:cubicBezTo>
                <a:cubicBezTo>
                  <a:pt x="9870" y="3312"/>
                  <a:pt x="10000" y="3627"/>
                  <a:pt x="10000" y="4000"/>
                </a:cubicBezTo>
                <a:close/>
                <a:moveTo>
                  <a:pt x="3328" y="6000"/>
                </a:moveTo>
                <a:lnTo>
                  <a:pt x="3328" y="9344"/>
                </a:lnTo>
                <a:lnTo>
                  <a:pt x="672" y="9344"/>
                </a:lnTo>
                <a:lnTo>
                  <a:pt x="672" y="6000"/>
                </a:lnTo>
                <a:cubicBezTo>
                  <a:pt x="672" y="5637"/>
                  <a:pt x="800" y="5325"/>
                  <a:pt x="1056" y="5064"/>
                </a:cubicBezTo>
                <a:cubicBezTo>
                  <a:pt x="1312" y="4803"/>
                  <a:pt x="1627" y="4672"/>
                  <a:pt x="2000" y="4672"/>
                </a:cubicBezTo>
                <a:cubicBezTo>
                  <a:pt x="2374" y="4672"/>
                  <a:pt x="2688" y="4803"/>
                  <a:pt x="2944" y="5064"/>
                </a:cubicBezTo>
                <a:cubicBezTo>
                  <a:pt x="3200" y="5325"/>
                  <a:pt x="3328" y="5637"/>
                  <a:pt x="3328" y="6000"/>
                </a:cubicBezTo>
                <a:close/>
                <a:moveTo>
                  <a:pt x="10000" y="11344"/>
                </a:moveTo>
                <a:cubicBezTo>
                  <a:pt x="10182" y="11344"/>
                  <a:pt x="10339" y="11408"/>
                  <a:pt x="10472" y="11536"/>
                </a:cubicBezTo>
                <a:cubicBezTo>
                  <a:pt x="10606" y="11664"/>
                  <a:pt x="10672" y="11819"/>
                  <a:pt x="10672" y="12000"/>
                </a:cubicBezTo>
                <a:cubicBezTo>
                  <a:pt x="10672" y="12181"/>
                  <a:pt x="10606" y="12339"/>
                  <a:pt x="10472" y="12472"/>
                </a:cubicBezTo>
                <a:cubicBezTo>
                  <a:pt x="10339" y="12605"/>
                  <a:pt x="10182" y="12672"/>
                  <a:pt x="10000" y="12672"/>
                </a:cubicBezTo>
                <a:lnTo>
                  <a:pt x="672" y="12672"/>
                </a:lnTo>
                <a:cubicBezTo>
                  <a:pt x="491" y="12672"/>
                  <a:pt x="334" y="12605"/>
                  <a:pt x="200" y="12472"/>
                </a:cubicBezTo>
                <a:cubicBezTo>
                  <a:pt x="67" y="12339"/>
                  <a:pt x="0" y="12181"/>
                  <a:pt x="0" y="12000"/>
                </a:cubicBezTo>
                <a:cubicBezTo>
                  <a:pt x="0" y="11819"/>
                  <a:pt x="67" y="11664"/>
                  <a:pt x="200" y="11536"/>
                </a:cubicBezTo>
                <a:cubicBezTo>
                  <a:pt x="334" y="11408"/>
                  <a:pt x="491" y="11344"/>
                  <a:pt x="672" y="11344"/>
                </a:cubicBezTo>
                <a:lnTo>
                  <a:pt x="10000" y="113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39E1D3B-5C8A-4B01-8506-2D95D5B239DF}"/>
              </a:ext>
            </a:extLst>
          </p:cNvPr>
          <p:cNvSpPr/>
          <p:nvPr/>
        </p:nvSpPr>
        <p:spPr>
          <a:xfrm>
            <a:off x="7183805" y="3325419"/>
            <a:ext cx="593725" cy="593725"/>
          </a:xfrm>
          <a:prstGeom prst="ellipse">
            <a:avLst/>
          </a:prstGeom>
          <a:solidFill>
            <a:srgbClr val="182863"/>
          </a:solidFill>
          <a:ln w="19050">
            <a:solidFill>
              <a:schemeClr val="bg1"/>
            </a:solidFill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9" name="invesment-purse_73104">
            <a:extLst>
              <a:ext uri="{FF2B5EF4-FFF2-40B4-BE49-F238E27FC236}">
                <a16:creationId xmlns:a16="http://schemas.microsoft.com/office/drawing/2014/main" id="{D6BD0037-701C-46E8-9680-46087D6B5298}"/>
              </a:ext>
            </a:extLst>
          </p:cNvPr>
          <p:cNvSpPr/>
          <p:nvPr/>
        </p:nvSpPr>
        <p:spPr>
          <a:xfrm>
            <a:off x="7310301" y="3445390"/>
            <a:ext cx="357479" cy="304548"/>
          </a:xfrm>
          <a:custGeom>
            <a:avLst/>
            <a:gdLst>
              <a:gd name="T0" fmla="*/ 12330 w 12804"/>
              <a:gd name="T1" fmla="*/ 2371 h 10907"/>
              <a:gd name="T2" fmla="*/ 11382 w 12804"/>
              <a:gd name="T3" fmla="*/ 2371 h 10907"/>
              <a:gd name="T4" fmla="*/ 11382 w 12804"/>
              <a:gd name="T5" fmla="*/ 3319 h 10907"/>
              <a:gd name="T6" fmla="*/ 10907 w 12804"/>
              <a:gd name="T7" fmla="*/ 3793 h 10907"/>
              <a:gd name="T8" fmla="*/ 10433 w 12804"/>
              <a:gd name="T9" fmla="*/ 3319 h 10907"/>
              <a:gd name="T10" fmla="*/ 10433 w 12804"/>
              <a:gd name="T11" fmla="*/ 2371 h 10907"/>
              <a:gd name="T12" fmla="*/ 9485 w 12804"/>
              <a:gd name="T13" fmla="*/ 2371 h 10907"/>
              <a:gd name="T14" fmla="*/ 9010 w 12804"/>
              <a:gd name="T15" fmla="*/ 1897 h 10907"/>
              <a:gd name="T16" fmla="*/ 9485 w 12804"/>
              <a:gd name="T17" fmla="*/ 1422 h 10907"/>
              <a:gd name="T18" fmla="*/ 10433 w 12804"/>
              <a:gd name="T19" fmla="*/ 1422 h 10907"/>
              <a:gd name="T20" fmla="*/ 10433 w 12804"/>
              <a:gd name="T21" fmla="*/ 474 h 10907"/>
              <a:gd name="T22" fmla="*/ 10907 w 12804"/>
              <a:gd name="T23" fmla="*/ 0 h 10907"/>
              <a:gd name="T24" fmla="*/ 11382 w 12804"/>
              <a:gd name="T25" fmla="*/ 474 h 10907"/>
              <a:gd name="T26" fmla="*/ 11382 w 12804"/>
              <a:gd name="T27" fmla="*/ 1422 h 10907"/>
              <a:gd name="T28" fmla="*/ 12330 w 12804"/>
              <a:gd name="T29" fmla="*/ 1422 h 10907"/>
              <a:gd name="T30" fmla="*/ 12804 w 12804"/>
              <a:gd name="T31" fmla="*/ 1897 h 10907"/>
              <a:gd name="T32" fmla="*/ 12330 w 12804"/>
              <a:gd name="T33" fmla="*/ 2371 h 10907"/>
              <a:gd name="T34" fmla="*/ 9485 w 12804"/>
              <a:gd name="T35" fmla="*/ 4031 h 10907"/>
              <a:gd name="T36" fmla="*/ 8773 w 12804"/>
              <a:gd name="T37" fmla="*/ 4742 h 10907"/>
              <a:gd name="T38" fmla="*/ 8062 w 12804"/>
              <a:gd name="T39" fmla="*/ 4031 h 10907"/>
              <a:gd name="T40" fmla="*/ 8773 w 12804"/>
              <a:gd name="T41" fmla="*/ 3319 h 10907"/>
              <a:gd name="T42" fmla="*/ 9485 w 12804"/>
              <a:gd name="T43" fmla="*/ 4031 h 10907"/>
              <a:gd name="T44" fmla="*/ 7588 w 12804"/>
              <a:gd name="T45" fmla="*/ 2371 h 10907"/>
              <a:gd name="T46" fmla="*/ 948 w 12804"/>
              <a:gd name="T47" fmla="*/ 2371 h 10907"/>
              <a:gd name="T48" fmla="*/ 948 w 12804"/>
              <a:gd name="T49" fmla="*/ 8980 h 10907"/>
              <a:gd name="T50" fmla="*/ 3764 w 12804"/>
              <a:gd name="T51" fmla="*/ 4327 h 10907"/>
              <a:gd name="T52" fmla="*/ 6868 w 12804"/>
              <a:gd name="T53" fmla="*/ 9010 h 10907"/>
              <a:gd name="T54" fmla="*/ 8454 w 12804"/>
              <a:gd name="T55" fmla="*/ 6639 h 10907"/>
              <a:gd name="T56" fmla="*/ 9959 w 12804"/>
              <a:gd name="T57" fmla="*/ 8980 h 10907"/>
              <a:gd name="T58" fmla="*/ 10433 w 12804"/>
              <a:gd name="T59" fmla="*/ 8980 h 10907"/>
              <a:gd name="T60" fmla="*/ 10433 w 12804"/>
              <a:gd name="T61" fmla="*/ 6165 h 10907"/>
              <a:gd name="T62" fmla="*/ 10907 w 12804"/>
              <a:gd name="T63" fmla="*/ 5690 h 10907"/>
              <a:gd name="T64" fmla="*/ 11382 w 12804"/>
              <a:gd name="T65" fmla="*/ 6165 h 10907"/>
              <a:gd name="T66" fmla="*/ 11382 w 12804"/>
              <a:gd name="T67" fmla="*/ 9959 h 10907"/>
              <a:gd name="T68" fmla="*/ 10433 w 12804"/>
              <a:gd name="T69" fmla="*/ 10907 h 10907"/>
              <a:gd name="T70" fmla="*/ 948 w 12804"/>
              <a:gd name="T71" fmla="*/ 10907 h 10907"/>
              <a:gd name="T72" fmla="*/ 0 w 12804"/>
              <a:gd name="T73" fmla="*/ 9959 h 10907"/>
              <a:gd name="T74" fmla="*/ 0 w 12804"/>
              <a:gd name="T75" fmla="*/ 2371 h 10907"/>
              <a:gd name="T76" fmla="*/ 948 w 12804"/>
              <a:gd name="T77" fmla="*/ 1422 h 10907"/>
              <a:gd name="T78" fmla="*/ 7588 w 12804"/>
              <a:gd name="T79" fmla="*/ 1422 h 10907"/>
              <a:gd name="T80" fmla="*/ 8062 w 12804"/>
              <a:gd name="T81" fmla="*/ 1897 h 10907"/>
              <a:gd name="T82" fmla="*/ 7588 w 12804"/>
              <a:gd name="T83" fmla="*/ 2371 h 10907"/>
              <a:gd name="T84" fmla="*/ 7588 w 12804"/>
              <a:gd name="T85" fmla="*/ 2371 h 10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804" h="10907">
                <a:moveTo>
                  <a:pt x="12330" y="2371"/>
                </a:moveTo>
                <a:lnTo>
                  <a:pt x="11382" y="2371"/>
                </a:lnTo>
                <a:lnTo>
                  <a:pt x="11382" y="3319"/>
                </a:lnTo>
                <a:cubicBezTo>
                  <a:pt x="11382" y="3581"/>
                  <a:pt x="11169" y="3793"/>
                  <a:pt x="10907" y="3793"/>
                </a:cubicBezTo>
                <a:cubicBezTo>
                  <a:pt x="10646" y="3793"/>
                  <a:pt x="10433" y="3581"/>
                  <a:pt x="10433" y="3319"/>
                </a:cubicBezTo>
                <a:lnTo>
                  <a:pt x="10433" y="2371"/>
                </a:lnTo>
                <a:lnTo>
                  <a:pt x="9485" y="2371"/>
                </a:lnTo>
                <a:cubicBezTo>
                  <a:pt x="9223" y="2371"/>
                  <a:pt x="9010" y="2158"/>
                  <a:pt x="9010" y="1897"/>
                </a:cubicBezTo>
                <a:cubicBezTo>
                  <a:pt x="9010" y="1635"/>
                  <a:pt x="9223" y="1422"/>
                  <a:pt x="9485" y="1422"/>
                </a:cubicBezTo>
                <a:lnTo>
                  <a:pt x="10433" y="1422"/>
                </a:lnTo>
                <a:lnTo>
                  <a:pt x="10433" y="474"/>
                </a:lnTo>
                <a:cubicBezTo>
                  <a:pt x="10433" y="212"/>
                  <a:pt x="10646" y="0"/>
                  <a:pt x="10907" y="0"/>
                </a:cubicBezTo>
                <a:cubicBezTo>
                  <a:pt x="11169" y="0"/>
                  <a:pt x="11382" y="212"/>
                  <a:pt x="11382" y="474"/>
                </a:cubicBezTo>
                <a:lnTo>
                  <a:pt x="11382" y="1422"/>
                </a:lnTo>
                <a:lnTo>
                  <a:pt x="12330" y="1422"/>
                </a:lnTo>
                <a:cubicBezTo>
                  <a:pt x="12592" y="1422"/>
                  <a:pt x="12804" y="1635"/>
                  <a:pt x="12804" y="1897"/>
                </a:cubicBezTo>
                <a:cubicBezTo>
                  <a:pt x="12804" y="2158"/>
                  <a:pt x="12592" y="2371"/>
                  <a:pt x="12330" y="2371"/>
                </a:cubicBezTo>
                <a:close/>
                <a:moveTo>
                  <a:pt x="9485" y="4031"/>
                </a:moveTo>
                <a:cubicBezTo>
                  <a:pt x="9485" y="4423"/>
                  <a:pt x="9166" y="4742"/>
                  <a:pt x="8773" y="4742"/>
                </a:cubicBezTo>
                <a:cubicBezTo>
                  <a:pt x="8381" y="4742"/>
                  <a:pt x="8062" y="4423"/>
                  <a:pt x="8062" y="4031"/>
                </a:cubicBezTo>
                <a:cubicBezTo>
                  <a:pt x="8062" y="3638"/>
                  <a:pt x="8381" y="3319"/>
                  <a:pt x="8773" y="3319"/>
                </a:cubicBezTo>
                <a:cubicBezTo>
                  <a:pt x="9166" y="3319"/>
                  <a:pt x="9485" y="3638"/>
                  <a:pt x="9485" y="4031"/>
                </a:cubicBezTo>
                <a:close/>
                <a:moveTo>
                  <a:pt x="7588" y="2371"/>
                </a:moveTo>
                <a:lnTo>
                  <a:pt x="948" y="2371"/>
                </a:lnTo>
                <a:lnTo>
                  <a:pt x="948" y="8980"/>
                </a:lnTo>
                <a:cubicBezTo>
                  <a:pt x="949" y="8977"/>
                  <a:pt x="1987" y="4327"/>
                  <a:pt x="3764" y="4327"/>
                </a:cubicBezTo>
                <a:cubicBezTo>
                  <a:pt x="4935" y="4327"/>
                  <a:pt x="6126" y="7923"/>
                  <a:pt x="6868" y="9010"/>
                </a:cubicBezTo>
                <a:cubicBezTo>
                  <a:pt x="6868" y="9010"/>
                  <a:pt x="7450" y="6654"/>
                  <a:pt x="8454" y="6639"/>
                </a:cubicBezTo>
                <a:cubicBezTo>
                  <a:pt x="9447" y="6624"/>
                  <a:pt x="9959" y="8980"/>
                  <a:pt x="9959" y="8980"/>
                </a:cubicBezTo>
                <a:lnTo>
                  <a:pt x="10433" y="8980"/>
                </a:lnTo>
                <a:lnTo>
                  <a:pt x="10433" y="6165"/>
                </a:lnTo>
                <a:cubicBezTo>
                  <a:pt x="10433" y="5903"/>
                  <a:pt x="10646" y="5690"/>
                  <a:pt x="10907" y="5690"/>
                </a:cubicBezTo>
                <a:cubicBezTo>
                  <a:pt x="11169" y="5690"/>
                  <a:pt x="11382" y="5903"/>
                  <a:pt x="11382" y="6165"/>
                </a:cubicBezTo>
                <a:lnTo>
                  <a:pt x="11382" y="9959"/>
                </a:lnTo>
                <a:cubicBezTo>
                  <a:pt x="11382" y="10483"/>
                  <a:pt x="10957" y="10907"/>
                  <a:pt x="10433" y="10907"/>
                </a:cubicBezTo>
                <a:lnTo>
                  <a:pt x="948" y="10907"/>
                </a:lnTo>
                <a:cubicBezTo>
                  <a:pt x="424" y="10907"/>
                  <a:pt x="0" y="10483"/>
                  <a:pt x="0" y="9959"/>
                </a:cubicBezTo>
                <a:lnTo>
                  <a:pt x="0" y="2371"/>
                </a:lnTo>
                <a:cubicBezTo>
                  <a:pt x="0" y="1847"/>
                  <a:pt x="424" y="1422"/>
                  <a:pt x="948" y="1422"/>
                </a:cubicBezTo>
                <a:lnTo>
                  <a:pt x="7588" y="1422"/>
                </a:lnTo>
                <a:cubicBezTo>
                  <a:pt x="7850" y="1422"/>
                  <a:pt x="8062" y="1635"/>
                  <a:pt x="8062" y="1897"/>
                </a:cubicBezTo>
                <a:cubicBezTo>
                  <a:pt x="8062" y="2158"/>
                  <a:pt x="7850" y="2371"/>
                  <a:pt x="7588" y="2371"/>
                </a:cubicBezTo>
                <a:close/>
                <a:moveTo>
                  <a:pt x="7588" y="2371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49648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35">
            <a:extLst>
              <a:ext uri="{FF2B5EF4-FFF2-40B4-BE49-F238E27FC236}">
                <a16:creationId xmlns:a16="http://schemas.microsoft.com/office/drawing/2014/main" id="{76D5C21B-6649-4871-A244-935808CAD45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371601" y="2633984"/>
            <a:ext cx="2603492" cy="3178054"/>
          </a:xfrm>
          <a:prstGeom prst="roundRect">
            <a:avLst>
              <a:gd name="adj" fmla="val 2945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5400000" algn="t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文本框">
            <a:extLst>
              <a:ext uri="{FF2B5EF4-FFF2-40B4-BE49-F238E27FC236}">
                <a16:creationId xmlns:a16="http://schemas.microsoft.com/office/drawing/2014/main" id="{5AB34AB4-4913-40B2-B45F-5F489078F19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4996" y="3931471"/>
            <a:ext cx="2216700" cy="979126"/>
          </a:xfrm>
          <a:prstGeom prst="rect">
            <a:avLst/>
          </a:prstGeom>
          <a:noFill/>
        </p:spPr>
        <p:txBody>
          <a:bodyPr wrap="square" lIns="103167" tIns="51584" rIns="103167" bIns="51584" rtlCol="0">
            <a:spAutoFit/>
          </a:bodyPr>
          <a:lstStyle/>
          <a:p>
            <a:r>
              <a:t>{{slide_05_body_2}}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741A4F-5838-438D-B219-57932B98AF9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43657" y="3235890"/>
            <a:ext cx="1459386" cy="403901"/>
          </a:xfrm>
          <a:prstGeom prst="rect">
            <a:avLst/>
          </a:prstGeom>
          <a:noFill/>
        </p:spPr>
        <p:txBody>
          <a:bodyPr wrap="none" lIns="36836" tIns="18419" rIns="36836" bIns="18419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工作职责概述</a:t>
            </a:r>
          </a:p>
        </p:txBody>
      </p:sp>
      <p:sp>
        <p:nvSpPr>
          <p:cNvPr id="10" name="直角三角形 47">
            <a:extLst>
              <a:ext uri="{FF2B5EF4-FFF2-40B4-BE49-F238E27FC236}">
                <a16:creationId xmlns:a16="http://schemas.microsoft.com/office/drawing/2014/main" id="{B662C70F-9596-4CD8-BF18-A49E619F321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342388" y="2490520"/>
            <a:ext cx="125754" cy="138586"/>
          </a:xfrm>
          <a:custGeom>
            <a:avLst/>
            <a:gdLst>
              <a:gd name="connsiteX0" fmla="*/ 0 w 114185"/>
              <a:gd name="connsiteY0" fmla="*/ 142651 h 142651"/>
              <a:gd name="connsiteX1" fmla="*/ 0 w 114185"/>
              <a:gd name="connsiteY1" fmla="*/ 0 h 142651"/>
              <a:gd name="connsiteX2" fmla="*/ 114185 w 114185"/>
              <a:gd name="connsiteY2" fmla="*/ 142651 h 142651"/>
              <a:gd name="connsiteX3" fmla="*/ 0 w 114185"/>
              <a:gd name="connsiteY3" fmla="*/ 142651 h 142651"/>
              <a:gd name="connsiteX0" fmla="*/ 13097 w 127282"/>
              <a:gd name="connsiteY0" fmla="*/ 140270 h 140270"/>
              <a:gd name="connsiteX1" fmla="*/ 0 w 127282"/>
              <a:gd name="connsiteY1" fmla="*/ 0 h 140270"/>
              <a:gd name="connsiteX2" fmla="*/ 127282 w 127282"/>
              <a:gd name="connsiteY2" fmla="*/ 140270 h 140270"/>
              <a:gd name="connsiteX3" fmla="*/ 13097 w 127282"/>
              <a:gd name="connsiteY3" fmla="*/ 140270 h 14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282" h="140270">
                <a:moveTo>
                  <a:pt x="13097" y="140270"/>
                </a:moveTo>
                <a:lnTo>
                  <a:pt x="0" y="0"/>
                </a:lnTo>
                <a:lnTo>
                  <a:pt x="127282" y="140270"/>
                </a:lnTo>
                <a:lnTo>
                  <a:pt x="13097" y="14027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805" tIns="47403" rIns="94805" bIns="47403" rtlCol="0" anchor="ctr"/>
          <a:lstStyle/>
          <a:p>
            <a:pPr algn="ctr">
              <a:lnSpc>
                <a:spcPct val="150000"/>
              </a:lnSpc>
            </a:pPr>
            <a:endParaRPr lang="zh-CN" altLang="en-US" sz="1866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直角三角形 48">
            <a:extLst>
              <a:ext uri="{FF2B5EF4-FFF2-40B4-BE49-F238E27FC236}">
                <a16:creationId xmlns:a16="http://schemas.microsoft.com/office/drawing/2014/main" id="{6451D487-B819-4B71-B06C-076CAAF3D4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flipH="1">
            <a:off x="1875411" y="2488160"/>
            <a:ext cx="125754" cy="140937"/>
          </a:xfrm>
          <a:custGeom>
            <a:avLst/>
            <a:gdLst>
              <a:gd name="connsiteX0" fmla="*/ 0 w 114185"/>
              <a:gd name="connsiteY0" fmla="*/ 142651 h 142651"/>
              <a:gd name="connsiteX1" fmla="*/ 0 w 114185"/>
              <a:gd name="connsiteY1" fmla="*/ 0 h 142651"/>
              <a:gd name="connsiteX2" fmla="*/ 114185 w 114185"/>
              <a:gd name="connsiteY2" fmla="*/ 142651 h 142651"/>
              <a:gd name="connsiteX3" fmla="*/ 0 w 114185"/>
              <a:gd name="connsiteY3" fmla="*/ 142651 h 142651"/>
              <a:gd name="connsiteX0" fmla="*/ 13097 w 127282"/>
              <a:gd name="connsiteY0" fmla="*/ 142651 h 142651"/>
              <a:gd name="connsiteX1" fmla="*/ 0 w 127282"/>
              <a:gd name="connsiteY1" fmla="*/ 0 h 142651"/>
              <a:gd name="connsiteX2" fmla="*/ 127282 w 127282"/>
              <a:gd name="connsiteY2" fmla="*/ 142651 h 142651"/>
              <a:gd name="connsiteX3" fmla="*/ 13097 w 127282"/>
              <a:gd name="connsiteY3" fmla="*/ 142651 h 142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282" h="142651">
                <a:moveTo>
                  <a:pt x="13097" y="142651"/>
                </a:moveTo>
                <a:lnTo>
                  <a:pt x="0" y="0"/>
                </a:lnTo>
                <a:lnTo>
                  <a:pt x="127282" y="142651"/>
                </a:lnTo>
                <a:lnTo>
                  <a:pt x="13097" y="142651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805" tIns="47403" rIns="94805" bIns="47403" rtlCol="0" anchor="ctr"/>
          <a:lstStyle/>
          <a:p>
            <a:pPr algn="ctr">
              <a:lnSpc>
                <a:spcPct val="150000"/>
              </a:lnSpc>
            </a:pPr>
            <a:endParaRPr lang="zh-CN" altLang="en-US" sz="1866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矩形: 圆角 44">
            <a:extLst>
              <a:ext uri="{FF2B5EF4-FFF2-40B4-BE49-F238E27FC236}">
                <a16:creationId xmlns:a16="http://schemas.microsoft.com/office/drawing/2014/main" id="{33D83A52-9F65-40E2-A6F5-AEA73CED300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88508" y="2488160"/>
            <a:ext cx="1368656" cy="421664"/>
          </a:xfrm>
          <a:prstGeom prst="roundRect">
            <a:avLst>
              <a:gd name="adj" fmla="val 4764"/>
            </a:avLst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805" tIns="47403" rIns="94805" bIns="47403" rtlCol="0" anchor="ctr"/>
          <a:lstStyle/>
          <a:p>
            <a:pPr algn="ctr">
              <a:lnSpc>
                <a:spcPct val="150000"/>
              </a:lnSpc>
            </a:pPr>
            <a:endParaRPr lang="zh-CN" altLang="en-US" sz="1866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39687A-E2F8-4850-BC37-4FF107EEDBC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164950" y="2419393"/>
            <a:ext cx="1013657" cy="440662"/>
          </a:xfrm>
          <a:prstGeom prst="rect">
            <a:avLst/>
          </a:prstGeom>
          <a:noFill/>
        </p:spPr>
        <p:txBody>
          <a:bodyPr wrap="square" lIns="94805" tIns="47403" rIns="94805" bIns="4740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pc="8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01</a:t>
            </a:r>
            <a:endParaRPr lang="zh-CN" altLang="en-US" spc="8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矩形: 圆角 23">
            <a:extLst>
              <a:ext uri="{FF2B5EF4-FFF2-40B4-BE49-F238E27FC236}">
                <a16:creationId xmlns:a16="http://schemas.microsoft.com/office/drawing/2014/main" id="{C79F8B56-2794-451E-B6A1-6039B4FF0C3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463612" y="2196436"/>
            <a:ext cx="3264779" cy="3795971"/>
          </a:xfrm>
          <a:prstGeom prst="roundRect">
            <a:avLst>
              <a:gd name="adj" fmla="val 2945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5400000" algn="t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文本框">
            <a:extLst>
              <a:ext uri="{FF2B5EF4-FFF2-40B4-BE49-F238E27FC236}">
                <a16:creationId xmlns:a16="http://schemas.microsoft.com/office/drawing/2014/main" id="{AA4590EE-0C48-4452-81C3-6D479057193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706129" y="3807456"/>
            <a:ext cx="2779740" cy="1444268"/>
          </a:xfrm>
          <a:prstGeom prst="rect">
            <a:avLst/>
          </a:prstGeom>
          <a:noFill/>
        </p:spPr>
        <p:txBody>
          <a:bodyPr wrap="square" lIns="129372" tIns="64686" rIns="129372" bIns="64686" rtlCol="0">
            <a:spAutoFit/>
          </a:bodyPr>
          <a:lstStyle/>
          <a:p>
            <a:r>
              <a:t>{{slide_05_body_1}}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4EE48B-5D43-4029-8CCF-929F5612EFC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126032" y="2951225"/>
            <a:ext cx="1939946" cy="535564"/>
          </a:xfrm>
          <a:prstGeom prst="rect">
            <a:avLst/>
          </a:prstGeom>
          <a:noFill/>
        </p:spPr>
        <p:txBody>
          <a:bodyPr wrap="none" lIns="46192" tIns="23098" rIns="46192" bIns="23098" rtlCol="0">
            <a:spAutoFit/>
          </a:bodyPr>
          <a:lstStyle/>
          <a:p>
            <a:r>
              <a:t>{{slide_05_title}}</a:t>
            </a:r>
          </a:p>
        </p:txBody>
      </p:sp>
      <p:sp>
        <p:nvSpPr>
          <p:cNvPr id="17" name="直角三角形 47">
            <a:extLst>
              <a:ext uri="{FF2B5EF4-FFF2-40B4-BE49-F238E27FC236}">
                <a16:creationId xmlns:a16="http://schemas.microsoft.com/office/drawing/2014/main" id="{365B9169-BE74-4EB0-9E5E-36D4CC68C91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934981" y="2016521"/>
            <a:ext cx="157696" cy="173783"/>
          </a:xfrm>
          <a:custGeom>
            <a:avLst/>
            <a:gdLst>
              <a:gd name="connsiteX0" fmla="*/ 0 w 114185"/>
              <a:gd name="connsiteY0" fmla="*/ 142651 h 142651"/>
              <a:gd name="connsiteX1" fmla="*/ 0 w 114185"/>
              <a:gd name="connsiteY1" fmla="*/ 0 h 142651"/>
              <a:gd name="connsiteX2" fmla="*/ 114185 w 114185"/>
              <a:gd name="connsiteY2" fmla="*/ 142651 h 142651"/>
              <a:gd name="connsiteX3" fmla="*/ 0 w 114185"/>
              <a:gd name="connsiteY3" fmla="*/ 142651 h 142651"/>
              <a:gd name="connsiteX0" fmla="*/ 13097 w 127282"/>
              <a:gd name="connsiteY0" fmla="*/ 140270 h 140270"/>
              <a:gd name="connsiteX1" fmla="*/ 0 w 127282"/>
              <a:gd name="connsiteY1" fmla="*/ 0 h 140270"/>
              <a:gd name="connsiteX2" fmla="*/ 127282 w 127282"/>
              <a:gd name="connsiteY2" fmla="*/ 140270 h 140270"/>
              <a:gd name="connsiteX3" fmla="*/ 13097 w 127282"/>
              <a:gd name="connsiteY3" fmla="*/ 140270 h 14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282" h="140270">
                <a:moveTo>
                  <a:pt x="13097" y="140270"/>
                </a:moveTo>
                <a:lnTo>
                  <a:pt x="0" y="0"/>
                </a:lnTo>
                <a:lnTo>
                  <a:pt x="127282" y="140270"/>
                </a:lnTo>
                <a:lnTo>
                  <a:pt x="13097" y="14027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884" tIns="59443" rIns="118884" bIns="59443" rtlCol="0" anchor="ctr"/>
          <a:lstStyle/>
          <a:p>
            <a:pPr algn="ctr">
              <a:lnSpc>
                <a:spcPct val="150000"/>
              </a:lnSpc>
            </a:pPr>
            <a:endParaRPr lang="zh-CN" altLang="en-US" sz="234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8" name="直角三角形 48">
            <a:extLst>
              <a:ext uri="{FF2B5EF4-FFF2-40B4-BE49-F238E27FC236}">
                <a16:creationId xmlns:a16="http://schemas.microsoft.com/office/drawing/2014/main" id="{B0E9AF96-4509-4251-B7CD-83A6CEA4E22B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 flipH="1">
            <a:off x="5095389" y="2013566"/>
            <a:ext cx="157696" cy="176735"/>
          </a:xfrm>
          <a:custGeom>
            <a:avLst/>
            <a:gdLst>
              <a:gd name="connsiteX0" fmla="*/ 0 w 114185"/>
              <a:gd name="connsiteY0" fmla="*/ 142651 h 142651"/>
              <a:gd name="connsiteX1" fmla="*/ 0 w 114185"/>
              <a:gd name="connsiteY1" fmla="*/ 0 h 142651"/>
              <a:gd name="connsiteX2" fmla="*/ 114185 w 114185"/>
              <a:gd name="connsiteY2" fmla="*/ 142651 h 142651"/>
              <a:gd name="connsiteX3" fmla="*/ 0 w 114185"/>
              <a:gd name="connsiteY3" fmla="*/ 142651 h 142651"/>
              <a:gd name="connsiteX0" fmla="*/ 13097 w 127282"/>
              <a:gd name="connsiteY0" fmla="*/ 142651 h 142651"/>
              <a:gd name="connsiteX1" fmla="*/ 0 w 127282"/>
              <a:gd name="connsiteY1" fmla="*/ 0 h 142651"/>
              <a:gd name="connsiteX2" fmla="*/ 127282 w 127282"/>
              <a:gd name="connsiteY2" fmla="*/ 142651 h 142651"/>
              <a:gd name="connsiteX3" fmla="*/ 13097 w 127282"/>
              <a:gd name="connsiteY3" fmla="*/ 142651 h 142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282" h="142651">
                <a:moveTo>
                  <a:pt x="13097" y="142651"/>
                </a:moveTo>
                <a:lnTo>
                  <a:pt x="0" y="0"/>
                </a:lnTo>
                <a:lnTo>
                  <a:pt x="127282" y="142651"/>
                </a:lnTo>
                <a:lnTo>
                  <a:pt x="13097" y="142651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884" tIns="59443" rIns="118884" bIns="59443" rtlCol="0" anchor="ctr"/>
          <a:lstStyle/>
          <a:p>
            <a:pPr algn="ctr">
              <a:lnSpc>
                <a:spcPct val="150000"/>
              </a:lnSpc>
            </a:pPr>
            <a:endParaRPr lang="zh-CN" altLang="en-US" sz="234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矩形: 圆角 32">
            <a:extLst>
              <a:ext uri="{FF2B5EF4-FFF2-40B4-BE49-F238E27FC236}">
                <a16:creationId xmlns:a16="http://schemas.microsoft.com/office/drawing/2014/main" id="{BF4CF86D-5CA4-45A1-8DE5-51A0AF2BFBE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237213" y="2013574"/>
            <a:ext cx="1716297" cy="528766"/>
          </a:xfrm>
          <a:prstGeom prst="roundRect">
            <a:avLst>
              <a:gd name="adj" fmla="val 4764"/>
            </a:avLst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884" tIns="59443" rIns="118884" bIns="59443" rtlCol="0" anchor="ctr"/>
          <a:lstStyle/>
          <a:p>
            <a:pPr algn="ctr">
              <a:lnSpc>
                <a:spcPct val="150000"/>
              </a:lnSpc>
            </a:pPr>
            <a:endParaRPr lang="zh-CN" altLang="en-US" sz="234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31FB63-89D3-4DBF-A969-13A4F6487982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458472" y="1943969"/>
            <a:ext cx="1271126" cy="568682"/>
          </a:xfrm>
          <a:prstGeom prst="rect">
            <a:avLst/>
          </a:prstGeom>
          <a:noFill/>
        </p:spPr>
        <p:txBody>
          <a:bodyPr wrap="square" lIns="118884" tIns="59443" rIns="118884" bIns="5944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340" spc="8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02</a:t>
            </a:r>
            <a:endParaRPr lang="zh-CN" altLang="en-US" sz="2340" spc="8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矩形: 圆角 11">
            <a:extLst>
              <a:ext uri="{FF2B5EF4-FFF2-40B4-BE49-F238E27FC236}">
                <a16:creationId xmlns:a16="http://schemas.microsoft.com/office/drawing/2014/main" id="{67205561-4095-4FCF-9FE7-80BECE24D03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216909" y="2633984"/>
            <a:ext cx="2603492" cy="3178054"/>
          </a:xfrm>
          <a:prstGeom prst="roundRect">
            <a:avLst>
              <a:gd name="adj" fmla="val 2945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5400000" algn="t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文本框14">
            <a:extLst>
              <a:ext uri="{FF2B5EF4-FFF2-40B4-BE49-F238E27FC236}">
                <a16:creationId xmlns:a16="http://schemas.microsoft.com/office/drawing/2014/main" id="{7BBE47A4-DEAD-433E-8C05-C9D04183E0A9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410303" y="3931471"/>
            <a:ext cx="2216700" cy="979126"/>
          </a:xfrm>
          <a:prstGeom prst="rect">
            <a:avLst/>
          </a:prstGeom>
          <a:noFill/>
        </p:spPr>
        <p:txBody>
          <a:bodyPr wrap="square" lIns="103167" tIns="51584" rIns="103167" bIns="51584" rtlCol="0">
            <a:spAutoFit/>
          </a:bodyPr>
          <a:lstStyle/>
          <a:p>
            <a:r>
              <a:t>{{slide_05_body_3}}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59B947-0767-42B6-867D-D3EFE9B6E04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788964" y="3235890"/>
            <a:ext cx="1459386" cy="403901"/>
          </a:xfrm>
          <a:prstGeom prst="rect">
            <a:avLst/>
          </a:prstGeom>
          <a:noFill/>
        </p:spPr>
        <p:txBody>
          <a:bodyPr wrap="none" lIns="36836" tIns="18419" rIns="36836" bIns="18419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工作职责概述</a:t>
            </a:r>
          </a:p>
        </p:txBody>
      </p:sp>
      <p:sp>
        <p:nvSpPr>
          <p:cNvPr id="24" name="直角三角形 47">
            <a:extLst>
              <a:ext uri="{FF2B5EF4-FFF2-40B4-BE49-F238E27FC236}">
                <a16:creationId xmlns:a16="http://schemas.microsoft.com/office/drawing/2014/main" id="{12AD6901-4AA8-44CC-820B-9610BE54DA24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0187697" y="2490520"/>
            <a:ext cx="125754" cy="138586"/>
          </a:xfrm>
          <a:custGeom>
            <a:avLst/>
            <a:gdLst>
              <a:gd name="connsiteX0" fmla="*/ 0 w 114185"/>
              <a:gd name="connsiteY0" fmla="*/ 142651 h 142651"/>
              <a:gd name="connsiteX1" fmla="*/ 0 w 114185"/>
              <a:gd name="connsiteY1" fmla="*/ 0 h 142651"/>
              <a:gd name="connsiteX2" fmla="*/ 114185 w 114185"/>
              <a:gd name="connsiteY2" fmla="*/ 142651 h 142651"/>
              <a:gd name="connsiteX3" fmla="*/ 0 w 114185"/>
              <a:gd name="connsiteY3" fmla="*/ 142651 h 142651"/>
              <a:gd name="connsiteX0" fmla="*/ 13097 w 127282"/>
              <a:gd name="connsiteY0" fmla="*/ 140270 h 140270"/>
              <a:gd name="connsiteX1" fmla="*/ 0 w 127282"/>
              <a:gd name="connsiteY1" fmla="*/ 0 h 140270"/>
              <a:gd name="connsiteX2" fmla="*/ 127282 w 127282"/>
              <a:gd name="connsiteY2" fmla="*/ 140270 h 140270"/>
              <a:gd name="connsiteX3" fmla="*/ 13097 w 127282"/>
              <a:gd name="connsiteY3" fmla="*/ 140270 h 14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282" h="140270">
                <a:moveTo>
                  <a:pt x="13097" y="140270"/>
                </a:moveTo>
                <a:lnTo>
                  <a:pt x="0" y="0"/>
                </a:lnTo>
                <a:lnTo>
                  <a:pt x="127282" y="140270"/>
                </a:lnTo>
                <a:lnTo>
                  <a:pt x="13097" y="14027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805" tIns="47403" rIns="94805" bIns="47403" rtlCol="0" anchor="ctr"/>
          <a:lstStyle/>
          <a:p>
            <a:pPr algn="ctr">
              <a:lnSpc>
                <a:spcPct val="150000"/>
              </a:lnSpc>
            </a:pPr>
            <a:endParaRPr lang="zh-CN" altLang="en-US" sz="1866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直角三角形 48">
            <a:extLst>
              <a:ext uri="{FF2B5EF4-FFF2-40B4-BE49-F238E27FC236}">
                <a16:creationId xmlns:a16="http://schemas.microsoft.com/office/drawing/2014/main" id="{B67C8E1B-3A6D-4D7E-A9E3-F78492460E7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 flipH="1">
            <a:off x="8720718" y="2488160"/>
            <a:ext cx="125754" cy="140937"/>
          </a:xfrm>
          <a:custGeom>
            <a:avLst/>
            <a:gdLst>
              <a:gd name="connsiteX0" fmla="*/ 0 w 114185"/>
              <a:gd name="connsiteY0" fmla="*/ 142651 h 142651"/>
              <a:gd name="connsiteX1" fmla="*/ 0 w 114185"/>
              <a:gd name="connsiteY1" fmla="*/ 0 h 142651"/>
              <a:gd name="connsiteX2" fmla="*/ 114185 w 114185"/>
              <a:gd name="connsiteY2" fmla="*/ 142651 h 142651"/>
              <a:gd name="connsiteX3" fmla="*/ 0 w 114185"/>
              <a:gd name="connsiteY3" fmla="*/ 142651 h 142651"/>
              <a:gd name="connsiteX0" fmla="*/ 13097 w 127282"/>
              <a:gd name="connsiteY0" fmla="*/ 142651 h 142651"/>
              <a:gd name="connsiteX1" fmla="*/ 0 w 127282"/>
              <a:gd name="connsiteY1" fmla="*/ 0 h 142651"/>
              <a:gd name="connsiteX2" fmla="*/ 127282 w 127282"/>
              <a:gd name="connsiteY2" fmla="*/ 142651 h 142651"/>
              <a:gd name="connsiteX3" fmla="*/ 13097 w 127282"/>
              <a:gd name="connsiteY3" fmla="*/ 142651 h 142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282" h="142651">
                <a:moveTo>
                  <a:pt x="13097" y="142651"/>
                </a:moveTo>
                <a:lnTo>
                  <a:pt x="0" y="0"/>
                </a:lnTo>
                <a:lnTo>
                  <a:pt x="127282" y="142651"/>
                </a:lnTo>
                <a:lnTo>
                  <a:pt x="13097" y="142651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805" tIns="47403" rIns="94805" bIns="47403" rtlCol="0" anchor="ctr"/>
          <a:lstStyle/>
          <a:p>
            <a:pPr algn="ctr">
              <a:lnSpc>
                <a:spcPct val="150000"/>
              </a:lnSpc>
            </a:pPr>
            <a:endParaRPr lang="zh-CN" altLang="en-US" sz="1866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6" name="矩形: 圆角 20">
            <a:extLst>
              <a:ext uri="{FF2B5EF4-FFF2-40B4-BE49-F238E27FC236}">
                <a16:creationId xmlns:a16="http://schemas.microsoft.com/office/drawing/2014/main" id="{159322AC-11B3-4DB5-B2DD-0FB7E5139C3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833816" y="2488160"/>
            <a:ext cx="1368656" cy="421664"/>
          </a:xfrm>
          <a:prstGeom prst="roundRect">
            <a:avLst>
              <a:gd name="adj" fmla="val 4764"/>
            </a:avLst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805" tIns="47403" rIns="94805" bIns="47403" rtlCol="0" anchor="ctr"/>
          <a:lstStyle/>
          <a:p>
            <a:pPr algn="ctr">
              <a:lnSpc>
                <a:spcPct val="150000"/>
              </a:lnSpc>
            </a:pPr>
            <a:endParaRPr lang="zh-CN" altLang="en-US" sz="1866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DA5AD3-C65C-41CA-B2F2-8357D6C41C76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9010256" y="2419393"/>
            <a:ext cx="1013657" cy="440662"/>
          </a:xfrm>
          <a:prstGeom prst="rect">
            <a:avLst/>
          </a:prstGeom>
          <a:noFill/>
        </p:spPr>
        <p:txBody>
          <a:bodyPr wrap="square" lIns="94805" tIns="47403" rIns="94805" bIns="4740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pc="8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03</a:t>
            </a:r>
            <a:endParaRPr lang="zh-CN" altLang="en-US" spc="8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085729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2" grpId="0"/>
      <p:bldP spid="23" grpId="0"/>
      <p:bldP spid="24" grpId="0" animBg="1"/>
      <p:bldP spid="25" grpId="0" animBg="1"/>
      <p:bldP spid="26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FA55162-AB7D-41F3-9121-F6A8D5D09255}"/>
              </a:ext>
            </a:extLst>
          </p:cNvPr>
          <p:cNvSpPr/>
          <p:nvPr/>
        </p:nvSpPr>
        <p:spPr>
          <a:xfrm>
            <a:off x="10248103" y="2112681"/>
            <a:ext cx="720000" cy="720000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7" name="矩形: 圆角 26">
            <a:extLst>
              <a:ext uri="{FF2B5EF4-FFF2-40B4-BE49-F238E27FC236}">
                <a16:creationId xmlns:a16="http://schemas.microsoft.com/office/drawing/2014/main" id="{36304E85-EA6D-4084-869D-B0F67BC9F429}"/>
              </a:ext>
            </a:extLst>
          </p:cNvPr>
          <p:cNvSpPr/>
          <p:nvPr/>
        </p:nvSpPr>
        <p:spPr>
          <a:xfrm>
            <a:off x="1576107" y="4517444"/>
            <a:ext cx="4764112" cy="1432561"/>
          </a:xfrm>
          <a:prstGeom prst="roundRect">
            <a:avLst>
              <a:gd name="adj" fmla="val 3421"/>
            </a:avLst>
          </a:prstGeom>
          <a:solidFill>
            <a:schemeClr val="bg1"/>
          </a:solidFill>
          <a:ln>
            <a:noFill/>
          </a:ln>
          <a:effectLst>
            <a:outerShdw blurRad="558800" dist="177800" dir="5400000" algn="t" rotWithShape="0">
              <a:srgbClr val="3B546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EC8071-4AFD-4A13-BE63-D994D49E5165}"/>
              </a:ext>
            </a:extLst>
          </p:cNvPr>
          <p:cNvSpPr txBox="1"/>
          <p:nvPr/>
        </p:nvSpPr>
        <p:spPr>
          <a:xfrm>
            <a:off x="1526681" y="1760852"/>
            <a:ext cx="283631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t>{{slide_06_title}}</a:t>
            </a:r>
          </a:p>
        </p:txBody>
      </p:sp>
      <p:sp>
        <p:nvSpPr>
          <p:cNvPr id="9" name="矩形: 圆角 25">
            <a:extLst>
              <a:ext uri="{FF2B5EF4-FFF2-40B4-BE49-F238E27FC236}">
                <a16:creationId xmlns:a16="http://schemas.microsoft.com/office/drawing/2014/main" id="{F3D5872E-EB68-4124-9F5F-F35D45502CEC}"/>
              </a:ext>
            </a:extLst>
          </p:cNvPr>
          <p:cNvSpPr/>
          <p:nvPr/>
        </p:nvSpPr>
        <p:spPr>
          <a:xfrm>
            <a:off x="1574074" y="2862487"/>
            <a:ext cx="4764112" cy="1422010"/>
          </a:xfrm>
          <a:prstGeom prst="roundRect">
            <a:avLst>
              <a:gd name="adj" fmla="val 4257"/>
            </a:avLst>
          </a:prstGeom>
          <a:solidFill>
            <a:schemeClr val="bg1"/>
          </a:solidFill>
          <a:ln>
            <a:noFill/>
          </a:ln>
          <a:effectLst>
            <a:outerShdw blurRad="558800" dist="177800" dir="5400000" algn="t" rotWithShape="0">
              <a:srgbClr val="3B546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09DB12E-7CD0-436D-9730-911FD9AAAB2D}"/>
              </a:ext>
            </a:extLst>
          </p:cNvPr>
          <p:cNvSpPr/>
          <p:nvPr/>
        </p:nvSpPr>
        <p:spPr>
          <a:xfrm>
            <a:off x="1728602" y="3240498"/>
            <a:ext cx="665988" cy="665988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176E426-6668-49C3-920A-F238DEC0D911}"/>
              </a:ext>
            </a:extLst>
          </p:cNvPr>
          <p:cNvSpPr/>
          <p:nvPr/>
        </p:nvSpPr>
        <p:spPr>
          <a:xfrm>
            <a:off x="1724643" y="4900730"/>
            <a:ext cx="665988" cy="665988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5E1BEE-E463-45C8-B55E-22FB4D97ACC7}"/>
              </a:ext>
            </a:extLst>
          </p:cNvPr>
          <p:cNvSpPr/>
          <p:nvPr/>
        </p:nvSpPr>
        <p:spPr>
          <a:xfrm>
            <a:off x="1574073" y="4248435"/>
            <a:ext cx="4770755" cy="36000"/>
          </a:xfrm>
          <a:prstGeom prst="rect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28A8EE-4966-41D4-824D-93B337832748}"/>
              </a:ext>
            </a:extLst>
          </p:cNvPr>
          <p:cNvSpPr/>
          <p:nvPr/>
        </p:nvSpPr>
        <p:spPr>
          <a:xfrm>
            <a:off x="1574074" y="5917473"/>
            <a:ext cx="4770755" cy="36000"/>
          </a:xfrm>
          <a:prstGeom prst="rect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B14D97-2F70-414E-A138-A01CB79F4531}"/>
              </a:ext>
            </a:extLst>
          </p:cNvPr>
          <p:cNvSpPr txBox="1"/>
          <p:nvPr/>
        </p:nvSpPr>
        <p:spPr>
          <a:xfrm>
            <a:off x="1531035" y="2137049"/>
            <a:ext cx="4997013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{{slide_06_body_1}}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6ADBC1-BF6C-49E8-AAFA-4A319EF1DD94}"/>
              </a:ext>
            </a:extLst>
          </p:cNvPr>
          <p:cNvSpPr txBox="1"/>
          <p:nvPr/>
        </p:nvSpPr>
        <p:spPr>
          <a:xfrm>
            <a:off x="2524619" y="3123489"/>
            <a:ext cx="3703369" cy="7577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{{slide_06_body_2}}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4E3FD1-89EF-440B-A837-DEF0A8612311}"/>
              </a:ext>
            </a:extLst>
          </p:cNvPr>
          <p:cNvSpPr txBox="1"/>
          <p:nvPr/>
        </p:nvSpPr>
        <p:spPr>
          <a:xfrm>
            <a:off x="2522180" y="4783721"/>
            <a:ext cx="3703369" cy="7577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{{slide_06_body_3}}</a:t>
            </a:r>
          </a:p>
        </p:txBody>
      </p:sp>
      <p:sp>
        <p:nvSpPr>
          <p:cNvPr id="17" name="Shape 1871">
            <a:extLst>
              <a:ext uri="{FF2B5EF4-FFF2-40B4-BE49-F238E27FC236}">
                <a16:creationId xmlns:a16="http://schemas.microsoft.com/office/drawing/2014/main" id="{FF36D678-3946-463E-8A30-ADF79B5FD8C6}"/>
              </a:ext>
            </a:extLst>
          </p:cNvPr>
          <p:cNvSpPr/>
          <p:nvPr/>
        </p:nvSpPr>
        <p:spPr>
          <a:xfrm>
            <a:off x="1908565" y="3455396"/>
            <a:ext cx="334106" cy="240595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037" h="437859">
                <a:moveTo>
                  <a:pt x="435614" y="275305"/>
                </a:moveTo>
                <a:cubicBezTo>
                  <a:pt x="437271" y="274359"/>
                  <a:pt x="439284" y="274596"/>
                  <a:pt x="440823" y="275778"/>
                </a:cubicBezTo>
                <a:cubicBezTo>
                  <a:pt x="448635" y="281809"/>
                  <a:pt x="457277" y="285948"/>
                  <a:pt x="466273" y="287959"/>
                </a:cubicBezTo>
                <a:cubicBezTo>
                  <a:pt x="467930" y="288313"/>
                  <a:pt x="469232" y="289496"/>
                  <a:pt x="469824" y="291033"/>
                </a:cubicBezTo>
                <a:lnTo>
                  <a:pt x="478939" y="315276"/>
                </a:lnTo>
                <a:lnTo>
                  <a:pt x="488172" y="291033"/>
                </a:lnTo>
                <a:cubicBezTo>
                  <a:pt x="488764" y="289496"/>
                  <a:pt x="490066" y="288313"/>
                  <a:pt x="491723" y="287959"/>
                </a:cubicBezTo>
                <a:cubicBezTo>
                  <a:pt x="500838" y="285948"/>
                  <a:pt x="509361" y="281809"/>
                  <a:pt x="517174" y="275778"/>
                </a:cubicBezTo>
                <a:cubicBezTo>
                  <a:pt x="518713" y="274596"/>
                  <a:pt x="520725" y="274359"/>
                  <a:pt x="522382" y="275305"/>
                </a:cubicBezTo>
                <a:cubicBezTo>
                  <a:pt x="529485" y="278971"/>
                  <a:pt x="564878" y="298247"/>
                  <a:pt x="573875" y="309954"/>
                </a:cubicBezTo>
                <a:cubicBezTo>
                  <a:pt x="591157" y="332423"/>
                  <a:pt x="603468" y="399829"/>
                  <a:pt x="607966" y="427738"/>
                </a:cubicBezTo>
                <a:cubicBezTo>
                  <a:pt x="608203" y="429157"/>
                  <a:pt x="607848" y="430694"/>
                  <a:pt x="606901" y="431758"/>
                </a:cubicBezTo>
                <a:cubicBezTo>
                  <a:pt x="605954" y="432823"/>
                  <a:pt x="604652" y="433414"/>
                  <a:pt x="603231" y="433414"/>
                </a:cubicBezTo>
                <a:lnTo>
                  <a:pt x="354765" y="433414"/>
                </a:lnTo>
                <a:cubicBezTo>
                  <a:pt x="353344" y="433414"/>
                  <a:pt x="352042" y="432823"/>
                  <a:pt x="351095" y="431758"/>
                </a:cubicBezTo>
                <a:cubicBezTo>
                  <a:pt x="350148" y="430694"/>
                  <a:pt x="349793" y="429157"/>
                  <a:pt x="350030" y="427738"/>
                </a:cubicBezTo>
                <a:cubicBezTo>
                  <a:pt x="354528" y="399829"/>
                  <a:pt x="366839" y="332423"/>
                  <a:pt x="384122" y="309954"/>
                </a:cubicBezTo>
                <a:cubicBezTo>
                  <a:pt x="393118" y="298247"/>
                  <a:pt x="428512" y="278971"/>
                  <a:pt x="435614" y="275305"/>
                </a:cubicBezTo>
                <a:close/>
                <a:moveTo>
                  <a:pt x="479051" y="123066"/>
                </a:moveTo>
                <a:cubicBezTo>
                  <a:pt x="542255" y="123066"/>
                  <a:pt x="548646" y="158180"/>
                  <a:pt x="548646" y="201334"/>
                </a:cubicBezTo>
                <a:cubicBezTo>
                  <a:pt x="548646" y="244607"/>
                  <a:pt x="517518" y="279721"/>
                  <a:pt x="479051" y="279721"/>
                </a:cubicBezTo>
                <a:cubicBezTo>
                  <a:pt x="440584" y="279721"/>
                  <a:pt x="409337" y="244607"/>
                  <a:pt x="409337" y="201334"/>
                </a:cubicBezTo>
                <a:cubicBezTo>
                  <a:pt x="409337" y="198852"/>
                  <a:pt x="409337" y="196369"/>
                  <a:pt x="409455" y="193886"/>
                </a:cubicBezTo>
                <a:cubicBezTo>
                  <a:pt x="405668" y="196723"/>
                  <a:pt x="402235" y="200389"/>
                  <a:pt x="400460" y="205000"/>
                </a:cubicBezTo>
                <a:cubicBezTo>
                  <a:pt x="397856" y="211502"/>
                  <a:pt x="399276" y="219305"/>
                  <a:pt x="404484" y="228173"/>
                </a:cubicBezTo>
                <a:cubicBezTo>
                  <a:pt x="406259" y="228646"/>
                  <a:pt x="407916" y="229710"/>
                  <a:pt x="408982" y="231365"/>
                </a:cubicBezTo>
                <a:lnTo>
                  <a:pt x="411822" y="235503"/>
                </a:lnTo>
                <a:cubicBezTo>
                  <a:pt x="413124" y="237276"/>
                  <a:pt x="413598" y="239405"/>
                  <a:pt x="413243" y="241651"/>
                </a:cubicBezTo>
                <a:cubicBezTo>
                  <a:pt x="412888" y="243779"/>
                  <a:pt x="411586" y="245671"/>
                  <a:pt x="409810" y="246853"/>
                </a:cubicBezTo>
                <a:cubicBezTo>
                  <a:pt x="408508" y="247799"/>
                  <a:pt x="406851" y="248390"/>
                  <a:pt x="405194" y="248390"/>
                </a:cubicBezTo>
                <a:cubicBezTo>
                  <a:pt x="402472" y="248390"/>
                  <a:pt x="399986" y="247090"/>
                  <a:pt x="398448" y="244843"/>
                </a:cubicBezTo>
                <a:lnTo>
                  <a:pt x="395489" y="240705"/>
                </a:lnTo>
                <a:cubicBezTo>
                  <a:pt x="394187" y="238695"/>
                  <a:pt x="393832" y="236331"/>
                  <a:pt x="394305" y="234202"/>
                </a:cubicBezTo>
                <a:cubicBezTo>
                  <a:pt x="387085" y="222143"/>
                  <a:pt x="385428" y="210793"/>
                  <a:pt x="389334" y="200625"/>
                </a:cubicBezTo>
                <a:cubicBezTo>
                  <a:pt x="393358" y="190221"/>
                  <a:pt x="402590" y="183482"/>
                  <a:pt x="410284" y="179344"/>
                </a:cubicBezTo>
                <a:cubicBezTo>
                  <a:pt x="413361" y="146830"/>
                  <a:pt x="426854" y="123066"/>
                  <a:pt x="479051" y="123066"/>
                </a:cubicBezTo>
                <a:close/>
                <a:moveTo>
                  <a:pt x="251377" y="87196"/>
                </a:moveTo>
                <a:cubicBezTo>
                  <a:pt x="255047" y="87078"/>
                  <a:pt x="258599" y="88970"/>
                  <a:pt x="260493" y="92162"/>
                </a:cubicBezTo>
                <a:lnTo>
                  <a:pt x="294826" y="150452"/>
                </a:lnTo>
                <a:lnTo>
                  <a:pt x="373554" y="150452"/>
                </a:lnTo>
                <a:cubicBezTo>
                  <a:pt x="379118" y="150452"/>
                  <a:pt x="383735" y="155063"/>
                  <a:pt x="383735" y="160738"/>
                </a:cubicBezTo>
                <a:cubicBezTo>
                  <a:pt x="383735" y="166414"/>
                  <a:pt x="379118" y="171025"/>
                  <a:pt x="373554" y="171025"/>
                </a:cubicBezTo>
                <a:lnTo>
                  <a:pt x="289025" y="171025"/>
                </a:lnTo>
                <a:cubicBezTo>
                  <a:pt x="285355" y="171025"/>
                  <a:pt x="281921" y="169015"/>
                  <a:pt x="280145" y="165941"/>
                </a:cubicBezTo>
                <a:lnTo>
                  <a:pt x="252206" y="118529"/>
                </a:lnTo>
                <a:lnTo>
                  <a:pt x="201773" y="214890"/>
                </a:lnTo>
                <a:cubicBezTo>
                  <a:pt x="200115" y="217964"/>
                  <a:pt x="197155" y="219974"/>
                  <a:pt x="193722" y="220329"/>
                </a:cubicBezTo>
                <a:cubicBezTo>
                  <a:pt x="193367" y="220329"/>
                  <a:pt x="193012" y="220447"/>
                  <a:pt x="192657" y="220447"/>
                </a:cubicBezTo>
                <a:cubicBezTo>
                  <a:pt x="189579" y="220447"/>
                  <a:pt x="186619" y="219028"/>
                  <a:pt x="184606" y="216545"/>
                </a:cubicBezTo>
                <a:lnTo>
                  <a:pt x="148261" y="171025"/>
                </a:lnTo>
                <a:lnTo>
                  <a:pt x="75926" y="171025"/>
                </a:lnTo>
                <a:cubicBezTo>
                  <a:pt x="70243" y="171025"/>
                  <a:pt x="65626" y="166414"/>
                  <a:pt x="65626" y="160738"/>
                </a:cubicBezTo>
                <a:cubicBezTo>
                  <a:pt x="65626" y="155063"/>
                  <a:pt x="70243" y="150452"/>
                  <a:pt x="75926" y="150452"/>
                </a:cubicBezTo>
                <a:lnTo>
                  <a:pt x="153233" y="150452"/>
                </a:lnTo>
                <a:cubicBezTo>
                  <a:pt x="156311" y="150452"/>
                  <a:pt x="159271" y="151871"/>
                  <a:pt x="161284" y="154354"/>
                </a:cubicBezTo>
                <a:lnTo>
                  <a:pt x="190881" y="191480"/>
                </a:lnTo>
                <a:lnTo>
                  <a:pt x="242498" y="92635"/>
                </a:lnTo>
                <a:cubicBezTo>
                  <a:pt x="244274" y="89325"/>
                  <a:pt x="247589" y="87315"/>
                  <a:pt x="251377" y="87196"/>
                </a:cubicBezTo>
                <a:close/>
                <a:moveTo>
                  <a:pt x="13735" y="0"/>
                </a:moveTo>
                <a:lnTo>
                  <a:pt x="495160" y="0"/>
                </a:lnTo>
                <a:cubicBezTo>
                  <a:pt x="502738" y="0"/>
                  <a:pt x="508776" y="6147"/>
                  <a:pt x="508776" y="13713"/>
                </a:cubicBezTo>
                <a:lnTo>
                  <a:pt x="508776" y="104618"/>
                </a:lnTo>
                <a:cubicBezTo>
                  <a:pt x="499186" y="102254"/>
                  <a:pt x="488411" y="101072"/>
                  <a:pt x="476452" y="101072"/>
                </a:cubicBezTo>
                <a:cubicBezTo>
                  <a:pt x="472308" y="101072"/>
                  <a:pt x="468282" y="101190"/>
                  <a:pt x="464375" y="101426"/>
                </a:cubicBezTo>
                <a:lnTo>
                  <a:pt x="464375" y="37946"/>
                </a:lnTo>
                <a:lnTo>
                  <a:pt x="44401" y="37946"/>
                </a:lnTo>
                <a:lnTo>
                  <a:pt x="44401" y="297896"/>
                </a:lnTo>
                <a:lnTo>
                  <a:pt x="203653" y="297896"/>
                </a:lnTo>
                <a:lnTo>
                  <a:pt x="305242" y="297896"/>
                </a:lnTo>
                <a:lnTo>
                  <a:pt x="362667" y="297896"/>
                </a:lnTo>
                <a:cubicBezTo>
                  <a:pt x="356037" y="306998"/>
                  <a:pt x="350117" y="320356"/>
                  <a:pt x="345025" y="335842"/>
                </a:cubicBezTo>
                <a:lnTo>
                  <a:pt x="325015" y="335842"/>
                </a:lnTo>
                <a:cubicBezTo>
                  <a:pt x="326673" y="345772"/>
                  <a:pt x="329515" y="359957"/>
                  <a:pt x="334132" y="375916"/>
                </a:cubicBezTo>
                <a:cubicBezTo>
                  <a:pt x="330343" y="392584"/>
                  <a:pt x="327265" y="409606"/>
                  <a:pt x="324778" y="424974"/>
                </a:cubicBezTo>
                <a:cubicBezTo>
                  <a:pt x="324068" y="429348"/>
                  <a:pt x="324542" y="433722"/>
                  <a:pt x="325844" y="437859"/>
                </a:cubicBezTo>
                <a:lnTo>
                  <a:pt x="171566" y="437859"/>
                </a:lnTo>
                <a:cubicBezTo>
                  <a:pt x="166829" y="437859"/>
                  <a:pt x="162567" y="435495"/>
                  <a:pt x="159962" y="431594"/>
                </a:cubicBezTo>
                <a:cubicBezTo>
                  <a:pt x="157476" y="427575"/>
                  <a:pt x="157120" y="422728"/>
                  <a:pt x="159133" y="418472"/>
                </a:cubicBezTo>
                <a:cubicBezTo>
                  <a:pt x="173815" y="386437"/>
                  <a:pt x="180801" y="354046"/>
                  <a:pt x="183761" y="335842"/>
                </a:cubicBezTo>
                <a:lnTo>
                  <a:pt x="13735" y="335842"/>
                </a:lnTo>
                <a:cubicBezTo>
                  <a:pt x="6157" y="335842"/>
                  <a:pt x="0" y="329695"/>
                  <a:pt x="0" y="322129"/>
                </a:cubicBezTo>
                <a:lnTo>
                  <a:pt x="0" y="13713"/>
                </a:lnTo>
                <a:cubicBezTo>
                  <a:pt x="0" y="6147"/>
                  <a:pt x="6157" y="0"/>
                  <a:pt x="13735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7D7D7D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Shape 1844">
            <a:extLst>
              <a:ext uri="{FF2B5EF4-FFF2-40B4-BE49-F238E27FC236}">
                <a16:creationId xmlns:a16="http://schemas.microsoft.com/office/drawing/2014/main" id="{F6DFF561-2BE2-4E8C-8BBD-B0C6C79D0C3C}"/>
              </a:ext>
            </a:extLst>
          </p:cNvPr>
          <p:cNvSpPr/>
          <p:nvPr/>
        </p:nvSpPr>
        <p:spPr>
          <a:xfrm>
            <a:off x="1900275" y="5081969"/>
            <a:ext cx="314725" cy="303510"/>
          </a:xfrm>
          <a:custGeom>
            <a:avLst/>
            <a:gdLst>
              <a:gd name="T0" fmla="*/ 11888 w 12803"/>
              <a:gd name="T1" fmla="*/ 0 h 12345"/>
              <a:gd name="T2" fmla="*/ 914 w 12803"/>
              <a:gd name="T3" fmla="*/ 0 h 12345"/>
              <a:gd name="T4" fmla="*/ 0 w 12803"/>
              <a:gd name="T5" fmla="*/ 914 h 12345"/>
              <a:gd name="T6" fmla="*/ 0 w 12803"/>
              <a:gd name="T7" fmla="*/ 8687 h 12345"/>
              <a:gd name="T8" fmla="*/ 914 w 12803"/>
              <a:gd name="T9" fmla="*/ 9602 h 12345"/>
              <a:gd name="T10" fmla="*/ 3201 w 12803"/>
              <a:gd name="T11" fmla="*/ 9602 h 12345"/>
              <a:gd name="T12" fmla="*/ 3201 w 12803"/>
              <a:gd name="T13" fmla="*/ 12345 h 12345"/>
              <a:gd name="T14" fmla="*/ 8230 w 12803"/>
              <a:gd name="T15" fmla="*/ 9602 h 12345"/>
              <a:gd name="T16" fmla="*/ 11888 w 12803"/>
              <a:gd name="T17" fmla="*/ 9602 h 12345"/>
              <a:gd name="T18" fmla="*/ 12803 w 12803"/>
              <a:gd name="T19" fmla="*/ 8687 h 12345"/>
              <a:gd name="T20" fmla="*/ 12803 w 12803"/>
              <a:gd name="T21" fmla="*/ 914 h 12345"/>
              <a:gd name="T22" fmla="*/ 11888 w 12803"/>
              <a:gd name="T23" fmla="*/ 0 h 12345"/>
              <a:gd name="T24" fmla="*/ 3201 w 12803"/>
              <a:gd name="T25" fmla="*/ 5487 h 12345"/>
              <a:gd name="T26" fmla="*/ 2286 w 12803"/>
              <a:gd name="T27" fmla="*/ 4572 h 12345"/>
              <a:gd name="T28" fmla="*/ 3201 w 12803"/>
              <a:gd name="T29" fmla="*/ 3658 h 12345"/>
              <a:gd name="T30" fmla="*/ 4115 w 12803"/>
              <a:gd name="T31" fmla="*/ 4572 h 12345"/>
              <a:gd name="T32" fmla="*/ 3201 w 12803"/>
              <a:gd name="T33" fmla="*/ 5487 h 12345"/>
              <a:gd name="T34" fmla="*/ 6401 w 12803"/>
              <a:gd name="T35" fmla="*/ 5487 h 12345"/>
              <a:gd name="T36" fmla="*/ 5487 w 12803"/>
              <a:gd name="T37" fmla="*/ 4572 h 12345"/>
              <a:gd name="T38" fmla="*/ 6401 w 12803"/>
              <a:gd name="T39" fmla="*/ 3658 h 12345"/>
              <a:gd name="T40" fmla="*/ 7316 w 12803"/>
              <a:gd name="T41" fmla="*/ 4572 h 12345"/>
              <a:gd name="T42" fmla="*/ 6401 w 12803"/>
              <a:gd name="T43" fmla="*/ 5487 h 12345"/>
              <a:gd name="T44" fmla="*/ 9602 w 12803"/>
              <a:gd name="T45" fmla="*/ 5487 h 12345"/>
              <a:gd name="T46" fmla="*/ 8687 w 12803"/>
              <a:gd name="T47" fmla="*/ 4572 h 12345"/>
              <a:gd name="T48" fmla="*/ 9602 w 12803"/>
              <a:gd name="T49" fmla="*/ 3658 h 12345"/>
              <a:gd name="T50" fmla="*/ 10516 w 12803"/>
              <a:gd name="T51" fmla="*/ 4572 h 12345"/>
              <a:gd name="T52" fmla="*/ 9602 w 12803"/>
              <a:gd name="T53" fmla="*/ 5487 h 12345"/>
              <a:gd name="T54" fmla="*/ 9602 w 12803"/>
              <a:gd name="T55" fmla="*/ 5487 h 12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03" h="12345">
                <a:moveTo>
                  <a:pt x="11888" y="0"/>
                </a:moveTo>
                <a:lnTo>
                  <a:pt x="914" y="0"/>
                </a:lnTo>
                <a:cubicBezTo>
                  <a:pt x="409" y="0"/>
                  <a:pt x="0" y="409"/>
                  <a:pt x="0" y="914"/>
                </a:cubicBezTo>
                <a:lnTo>
                  <a:pt x="0" y="8687"/>
                </a:lnTo>
                <a:cubicBezTo>
                  <a:pt x="0" y="9193"/>
                  <a:pt x="409" y="9602"/>
                  <a:pt x="914" y="9602"/>
                </a:cubicBezTo>
                <a:lnTo>
                  <a:pt x="3201" y="9602"/>
                </a:lnTo>
                <a:lnTo>
                  <a:pt x="3201" y="12345"/>
                </a:lnTo>
                <a:lnTo>
                  <a:pt x="8230" y="9602"/>
                </a:lnTo>
                <a:lnTo>
                  <a:pt x="11888" y="9602"/>
                </a:lnTo>
                <a:cubicBezTo>
                  <a:pt x="12393" y="9602"/>
                  <a:pt x="12803" y="9193"/>
                  <a:pt x="12803" y="8687"/>
                </a:cubicBezTo>
                <a:lnTo>
                  <a:pt x="12803" y="914"/>
                </a:lnTo>
                <a:cubicBezTo>
                  <a:pt x="12803" y="409"/>
                  <a:pt x="12393" y="0"/>
                  <a:pt x="11888" y="0"/>
                </a:cubicBezTo>
                <a:close/>
                <a:moveTo>
                  <a:pt x="3201" y="5487"/>
                </a:moveTo>
                <a:cubicBezTo>
                  <a:pt x="2695" y="5487"/>
                  <a:pt x="2286" y="5077"/>
                  <a:pt x="2286" y="4572"/>
                </a:cubicBezTo>
                <a:cubicBezTo>
                  <a:pt x="2286" y="4067"/>
                  <a:pt x="2695" y="3658"/>
                  <a:pt x="3201" y="3658"/>
                </a:cubicBezTo>
                <a:cubicBezTo>
                  <a:pt x="3706" y="3658"/>
                  <a:pt x="4115" y="4067"/>
                  <a:pt x="4115" y="4572"/>
                </a:cubicBezTo>
                <a:cubicBezTo>
                  <a:pt x="4115" y="5077"/>
                  <a:pt x="3706" y="5487"/>
                  <a:pt x="3201" y="5487"/>
                </a:cubicBezTo>
                <a:close/>
                <a:moveTo>
                  <a:pt x="6401" y="5487"/>
                </a:moveTo>
                <a:cubicBezTo>
                  <a:pt x="5896" y="5487"/>
                  <a:pt x="5487" y="5077"/>
                  <a:pt x="5487" y="4572"/>
                </a:cubicBezTo>
                <a:cubicBezTo>
                  <a:pt x="5487" y="4067"/>
                  <a:pt x="5896" y="3658"/>
                  <a:pt x="6401" y="3658"/>
                </a:cubicBezTo>
                <a:cubicBezTo>
                  <a:pt x="6907" y="3658"/>
                  <a:pt x="7316" y="4067"/>
                  <a:pt x="7316" y="4572"/>
                </a:cubicBezTo>
                <a:cubicBezTo>
                  <a:pt x="7316" y="5077"/>
                  <a:pt x="6907" y="5487"/>
                  <a:pt x="6401" y="5487"/>
                </a:cubicBezTo>
                <a:close/>
                <a:moveTo>
                  <a:pt x="9602" y="5487"/>
                </a:moveTo>
                <a:cubicBezTo>
                  <a:pt x="9097" y="5487"/>
                  <a:pt x="8687" y="5077"/>
                  <a:pt x="8687" y="4572"/>
                </a:cubicBezTo>
                <a:cubicBezTo>
                  <a:pt x="8687" y="4067"/>
                  <a:pt x="9097" y="3658"/>
                  <a:pt x="9602" y="3658"/>
                </a:cubicBezTo>
                <a:cubicBezTo>
                  <a:pt x="10107" y="3658"/>
                  <a:pt x="10516" y="4067"/>
                  <a:pt x="10516" y="4572"/>
                </a:cubicBezTo>
                <a:cubicBezTo>
                  <a:pt x="10516" y="5077"/>
                  <a:pt x="10107" y="5487"/>
                  <a:pt x="9602" y="5487"/>
                </a:cubicBezTo>
                <a:close/>
                <a:moveTo>
                  <a:pt x="9602" y="5487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lt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3" r="14753"/>
          <a:stretch/>
        </p:blipFill>
        <p:spPr>
          <a:xfrm>
            <a:off x="7603363" y="2111188"/>
            <a:ext cx="3368620" cy="3262976"/>
          </a:xfrm>
          <a:custGeom>
            <a:avLst/>
            <a:gdLst>
              <a:gd name="connsiteX0" fmla="*/ 2003414 w 4006828"/>
              <a:gd name="connsiteY0" fmla="*/ 0 h 4006828"/>
              <a:gd name="connsiteX1" fmla="*/ 4006828 w 4006828"/>
              <a:gd name="connsiteY1" fmla="*/ 2003414 h 4006828"/>
              <a:gd name="connsiteX2" fmla="*/ 2003414 w 4006828"/>
              <a:gd name="connsiteY2" fmla="*/ 4006828 h 4006828"/>
              <a:gd name="connsiteX3" fmla="*/ 0 w 4006828"/>
              <a:gd name="connsiteY3" fmla="*/ 2003414 h 4006828"/>
              <a:gd name="connsiteX4" fmla="*/ 2003414 w 4006828"/>
              <a:gd name="connsiteY4" fmla="*/ 0 h 4006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6828" h="4006828">
                <a:moveTo>
                  <a:pt x="2003414" y="0"/>
                </a:moveTo>
                <a:cubicBezTo>
                  <a:pt x="3109869" y="0"/>
                  <a:pt x="4006828" y="896959"/>
                  <a:pt x="4006828" y="2003414"/>
                </a:cubicBezTo>
                <a:cubicBezTo>
                  <a:pt x="4006828" y="3109869"/>
                  <a:pt x="3109869" y="4006828"/>
                  <a:pt x="2003414" y="4006828"/>
                </a:cubicBezTo>
                <a:cubicBezTo>
                  <a:pt x="896959" y="4006828"/>
                  <a:pt x="0" y="3109869"/>
                  <a:pt x="0" y="2003414"/>
                </a:cubicBezTo>
                <a:cubicBezTo>
                  <a:pt x="0" y="896959"/>
                  <a:pt x="896959" y="0"/>
                  <a:pt x="2003414" y="0"/>
                </a:cubicBezTo>
                <a:close/>
              </a:path>
            </a:pathLst>
          </a:cu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01E3854A-1CB6-4FE1-B3FB-C750C29CF69B}"/>
              </a:ext>
            </a:extLst>
          </p:cNvPr>
          <p:cNvSpPr/>
          <p:nvPr/>
        </p:nvSpPr>
        <p:spPr>
          <a:xfrm>
            <a:off x="7784875" y="4968655"/>
            <a:ext cx="530138" cy="530138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1E3854A-1CB6-4FE1-B3FB-C750C29CF69B}"/>
              </a:ext>
            </a:extLst>
          </p:cNvPr>
          <p:cNvSpPr/>
          <p:nvPr/>
        </p:nvSpPr>
        <p:spPr>
          <a:xfrm>
            <a:off x="9696400" y="5593154"/>
            <a:ext cx="285003" cy="285003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9139502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8">
            <a:extLst>
              <a:ext uri="{FF2B5EF4-FFF2-40B4-BE49-F238E27FC236}">
                <a16:creationId xmlns:a16="http://schemas.microsoft.com/office/drawing/2014/main" id="{3B14CFED-656A-4B32-A24D-DDB21FEB345F}"/>
              </a:ext>
            </a:extLst>
          </p:cNvPr>
          <p:cNvSpPr/>
          <p:nvPr/>
        </p:nvSpPr>
        <p:spPr>
          <a:xfrm>
            <a:off x="1212943" y="2132856"/>
            <a:ext cx="2890994" cy="2274249"/>
          </a:xfrm>
          <a:prstGeom prst="round2SameRect">
            <a:avLst>
              <a:gd name="adj1" fmla="val 4881"/>
              <a:gd name="adj2" fmla="val 0"/>
            </a:avLst>
          </a:prstGeom>
          <a:solidFill>
            <a:srgbClr val="182863"/>
          </a:solidFill>
          <a:ln w="25400" cap="flat" cmpd="sng" algn="ctr">
            <a:noFill/>
            <a:prstDash val="solid"/>
          </a:ln>
          <a:effectLst/>
        </p:spPr>
        <p:txBody>
          <a:bodyPr lIns="91424" tIns="45712" rIns="91424" bIns="45712" rtlCol="0" anchor="ctr"/>
          <a:lstStyle/>
          <a:p>
            <a:pPr algn="ctr">
              <a:defRPr/>
            </a:pPr>
            <a:endParaRPr lang="zh-CN" altLang="en-US" sz="1200" kern="0" dirty="0">
              <a:solidFill>
                <a:sysClr val="window" lastClr="FFFFFF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同侧圆角矩形 69">
            <a:extLst>
              <a:ext uri="{FF2B5EF4-FFF2-40B4-BE49-F238E27FC236}">
                <a16:creationId xmlns:a16="http://schemas.microsoft.com/office/drawing/2014/main" id="{24B144B5-1CA6-4CCD-8025-8DFD913E60D3}"/>
              </a:ext>
            </a:extLst>
          </p:cNvPr>
          <p:cNvSpPr/>
          <p:nvPr/>
        </p:nvSpPr>
        <p:spPr>
          <a:xfrm>
            <a:off x="1212943" y="4445653"/>
            <a:ext cx="2890994" cy="1137125"/>
          </a:xfrm>
          <a:prstGeom prst="round2SameRect">
            <a:avLst>
              <a:gd name="adj1" fmla="val 0"/>
              <a:gd name="adj2" fmla="val 6149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165100" dist="38100" dir="5400000" algn="t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txBody>
          <a:bodyPr lIns="91424" tIns="45712" rIns="91424" bIns="45712" rtlCol="0" anchor="ctr"/>
          <a:lstStyle/>
          <a:p>
            <a:pPr algn="ctr">
              <a:defRPr/>
            </a:pPr>
            <a:endParaRPr lang="zh-CN" altLang="en-US" sz="1200" kern="0" dirty="0">
              <a:solidFill>
                <a:sysClr val="window" lastClr="FFFFFF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087B07-4956-4303-BDA7-CDC393F593A0}"/>
              </a:ext>
            </a:extLst>
          </p:cNvPr>
          <p:cNvSpPr/>
          <p:nvPr/>
        </p:nvSpPr>
        <p:spPr>
          <a:xfrm>
            <a:off x="1458847" y="3316559"/>
            <a:ext cx="2348511" cy="3811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{{slide_07_body_1}}</a:t>
            </a:r>
          </a:p>
        </p:txBody>
      </p:sp>
      <p:sp>
        <p:nvSpPr>
          <p:cNvPr id="10" name="TextBox 79">
            <a:extLst>
              <a:ext uri="{FF2B5EF4-FFF2-40B4-BE49-F238E27FC236}">
                <a16:creationId xmlns:a16="http://schemas.microsoft.com/office/drawing/2014/main" id="{1E56BA0E-DB1E-451D-BBD9-057533CBC766}"/>
              </a:ext>
            </a:extLst>
          </p:cNvPr>
          <p:cNvSpPr txBox="1"/>
          <p:nvPr/>
        </p:nvSpPr>
        <p:spPr>
          <a:xfrm>
            <a:off x="1383004" y="2888786"/>
            <a:ext cx="2592803" cy="276983"/>
          </a:xfrm>
          <a:prstGeom prst="rect">
            <a:avLst/>
          </a:prstGeom>
          <a:noFill/>
          <a:effectLst/>
        </p:spPr>
        <p:txBody>
          <a:bodyPr wrap="square" lIns="91424" tIns="45712" rIns="91424" bIns="45712" rtlCol="0">
            <a:spAutoFit/>
          </a:bodyPr>
          <a:lstStyle/>
          <a:p>
            <a:pPr>
              <a:defRPr/>
            </a:pPr>
            <a:r>
              <a:rPr lang="zh-CN" altLang="en-US" sz="12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工作职责概述</a:t>
            </a:r>
          </a:p>
        </p:txBody>
      </p:sp>
      <p:cxnSp>
        <p:nvCxnSpPr>
          <p:cNvPr id="11" name="直接连接符 83">
            <a:extLst>
              <a:ext uri="{FF2B5EF4-FFF2-40B4-BE49-F238E27FC236}">
                <a16:creationId xmlns:a16="http://schemas.microsoft.com/office/drawing/2014/main" id="{86DDC9AB-D199-4EDC-81E4-CC1D0A84925C}"/>
              </a:ext>
            </a:extLst>
          </p:cNvPr>
          <p:cNvCxnSpPr/>
          <p:nvPr/>
        </p:nvCxnSpPr>
        <p:spPr>
          <a:xfrm>
            <a:off x="1485616" y="4093439"/>
            <a:ext cx="2348504" cy="0"/>
          </a:xfrm>
          <a:prstGeom prst="line">
            <a:avLst/>
          </a:prstGeom>
          <a:noFill/>
          <a:ln w="34925" cap="rnd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cxnSp>
        <p:nvCxnSpPr>
          <p:cNvPr id="12" name="直接连接符 84">
            <a:extLst>
              <a:ext uri="{FF2B5EF4-FFF2-40B4-BE49-F238E27FC236}">
                <a16:creationId xmlns:a16="http://schemas.microsoft.com/office/drawing/2014/main" id="{660801EA-FC7E-4471-AE48-F870151B4399}"/>
              </a:ext>
            </a:extLst>
          </p:cNvPr>
          <p:cNvCxnSpPr/>
          <p:nvPr/>
        </p:nvCxnSpPr>
        <p:spPr>
          <a:xfrm>
            <a:off x="1485616" y="4091516"/>
            <a:ext cx="1539026" cy="0"/>
          </a:xfrm>
          <a:prstGeom prst="line">
            <a:avLst/>
          </a:prstGeom>
          <a:noFill/>
          <a:ln w="57150" cap="rnd" cmpd="sng" algn="ctr">
            <a:solidFill>
              <a:sysClr val="window" lastClr="FFFFFF"/>
            </a:solidFill>
            <a:prstDash val="solid"/>
            <a:tailEnd type="oval" w="sm" len="sm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1D82602-45D2-4BA9-B040-711948AB1089}"/>
              </a:ext>
            </a:extLst>
          </p:cNvPr>
          <p:cNvSpPr/>
          <p:nvPr/>
        </p:nvSpPr>
        <p:spPr>
          <a:xfrm>
            <a:off x="1383003" y="2221963"/>
            <a:ext cx="1641638" cy="584759"/>
          </a:xfrm>
          <a:prstGeom prst="rect">
            <a:avLst/>
          </a:prstGeom>
        </p:spPr>
        <p:txBody>
          <a:bodyPr wrap="square" lIns="91424" tIns="45712" rIns="91424" bIns="45712">
            <a:spAutoFit/>
          </a:bodyPr>
          <a:lstStyle/>
          <a:p>
            <a:pPr>
              <a:defRPr/>
            </a:pPr>
            <a:r>
              <a:rPr lang="en-US" altLang="zh-CN" sz="32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70</a:t>
            </a:r>
            <a:r>
              <a:rPr lang="en-US" altLang="zh-CN" sz="20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%</a:t>
            </a:r>
            <a:endParaRPr lang="zh-CN" altLang="en-US" sz="2000" kern="0" dirty="0">
              <a:solidFill>
                <a:sysClr val="window" lastClr="FFFFFF"/>
              </a:solidFill>
              <a:effectLst>
                <a:outerShdw blurRad="165100" dist="381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A4819E-9A03-40B4-B87E-954E2B384C25}"/>
              </a:ext>
            </a:extLst>
          </p:cNvPr>
          <p:cNvSpPr/>
          <p:nvPr/>
        </p:nvSpPr>
        <p:spPr>
          <a:xfrm>
            <a:off x="2189277" y="4638590"/>
            <a:ext cx="1773143" cy="61565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{{slide_07_body_3}}</a:t>
            </a:r>
          </a:p>
        </p:txBody>
      </p:sp>
      <p:sp>
        <p:nvSpPr>
          <p:cNvPr id="15" name="同侧圆角矩形 85">
            <a:extLst>
              <a:ext uri="{FF2B5EF4-FFF2-40B4-BE49-F238E27FC236}">
                <a16:creationId xmlns:a16="http://schemas.microsoft.com/office/drawing/2014/main" id="{BD0CA603-8AA3-4D89-8494-536D6F03ADDB}"/>
              </a:ext>
            </a:extLst>
          </p:cNvPr>
          <p:cNvSpPr/>
          <p:nvPr/>
        </p:nvSpPr>
        <p:spPr>
          <a:xfrm>
            <a:off x="4693251" y="2132856"/>
            <a:ext cx="2890994" cy="2274249"/>
          </a:xfrm>
          <a:prstGeom prst="round2SameRect">
            <a:avLst>
              <a:gd name="adj1" fmla="val 4881"/>
              <a:gd name="adj2" fmla="val 0"/>
            </a:avLst>
          </a:prstGeom>
          <a:solidFill>
            <a:srgbClr val="182863"/>
          </a:solidFill>
          <a:ln w="25400" cap="flat" cmpd="sng" algn="ctr">
            <a:noFill/>
            <a:prstDash val="solid"/>
          </a:ln>
          <a:effectLst/>
        </p:spPr>
        <p:txBody>
          <a:bodyPr lIns="91424" tIns="45712" rIns="91424" bIns="45712" rtlCol="0" anchor="ctr"/>
          <a:lstStyle/>
          <a:p>
            <a:pPr algn="ctr">
              <a:defRPr/>
            </a:pPr>
            <a:endParaRPr lang="zh-CN" altLang="en-US" sz="1200" kern="0" dirty="0">
              <a:solidFill>
                <a:sysClr val="window" lastClr="FFFFFF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同侧圆角矩形 86">
            <a:extLst>
              <a:ext uri="{FF2B5EF4-FFF2-40B4-BE49-F238E27FC236}">
                <a16:creationId xmlns:a16="http://schemas.microsoft.com/office/drawing/2014/main" id="{AD6970FD-7F2E-46E6-80F8-75420CE8EFB4}"/>
              </a:ext>
            </a:extLst>
          </p:cNvPr>
          <p:cNvSpPr/>
          <p:nvPr/>
        </p:nvSpPr>
        <p:spPr>
          <a:xfrm>
            <a:off x="4693251" y="4445653"/>
            <a:ext cx="2890994" cy="1137125"/>
          </a:xfrm>
          <a:prstGeom prst="round2SameRect">
            <a:avLst>
              <a:gd name="adj1" fmla="val 0"/>
              <a:gd name="adj2" fmla="val 6149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165100" dist="38100" dir="5400000" algn="t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txBody>
          <a:bodyPr lIns="91424" tIns="45712" rIns="91424" bIns="45712" rtlCol="0" anchor="ctr"/>
          <a:lstStyle/>
          <a:p>
            <a:pPr algn="ctr">
              <a:defRPr/>
            </a:pPr>
            <a:endParaRPr lang="zh-CN" altLang="en-US" sz="1200" kern="0" dirty="0">
              <a:solidFill>
                <a:sysClr val="window" lastClr="FFFFFF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B7DCCC-7E0A-40A9-B089-D8CC6947E96E}"/>
              </a:ext>
            </a:extLst>
          </p:cNvPr>
          <p:cNvSpPr/>
          <p:nvPr/>
        </p:nvSpPr>
        <p:spPr>
          <a:xfrm>
            <a:off x="4950975" y="3316559"/>
            <a:ext cx="2348511" cy="3811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{{slide_07_body_2}}</a:t>
            </a:r>
          </a:p>
        </p:txBody>
      </p:sp>
      <p:sp>
        <p:nvSpPr>
          <p:cNvPr id="18" name="TextBox 102">
            <a:extLst>
              <a:ext uri="{FF2B5EF4-FFF2-40B4-BE49-F238E27FC236}">
                <a16:creationId xmlns:a16="http://schemas.microsoft.com/office/drawing/2014/main" id="{A83697AF-D1CE-4A92-A298-9B28B9E9BF95}"/>
              </a:ext>
            </a:extLst>
          </p:cNvPr>
          <p:cNvSpPr txBox="1"/>
          <p:nvPr/>
        </p:nvSpPr>
        <p:spPr>
          <a:xfrm>
            <a:off x="4875132" y="2888786"/>
            <a:ext cx="2592803" cy="276983"/>
          </a:xfrm>
          <a:prstGeom prst="rect">
            <a:avLst/>
          </a:prstGeom>
          <a:noFill/>
          <a:effectLst/>
        </p:spPr>
        <p:txBody>
          <a:bodyPr wrap="square" lIns="91424" tIns="45712" rIns="91424" bIns="45712" rtlCol="0">
            <a:spAutoFit/>
          </a:bodyPr>
          <a:lstStyle/>
          <a:p>
            <a:pPr>
              <a:defRPr/>
            </a:pPr>
            <a:r>
              <a:rPr lang="zh-CN" altLang="en-US" sz="12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工作职责概述</a:t>
            </a:r>
          </a:p>
        </p:txBody>
      </p:sp>
      <p:cxnSp>
        <p:nvCxnSpPr>
          <p:cNvPr id="19" name="直接连接符 103">
            <a:extLst>
              <a:ext uri="{FF2B5EF4-FFF2-40B4-BE49-F238E27FC236}">
                <a16:creationId xmlns:a16="http://schemas.microsoft.com/office/drawing/2014/main" id="{FC6892E2-E4C5-4A83-96F3-D64B148ABC0E}"/>
              </a:ext>
            </a:extLst>
          </p:cNvPr>
          <p:cNvCxnSpPr/>
          <p:nvPr/>
        </p:nvCxnSpPr>
        <p:spPr>
          <a:xfrm>
            <a:off x="4965924" y="4093439"/>
            <a:ext cx="2348504" cy="0"/>
          </a:xfrm>
          <a:prstGeom prst="line">
            <a:avLst/>
          </a:prstGeom>
          <a:noFill/>
          <a:ln w="34925" cap="rnd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cxnSp>
        <p:nvCxnSpPr>
          <p:cNvPr id="20" name="直接连接符 104">
            <a:extLst>
              <a:ext uri="{FF2B5EF4-FFF2-40B4-BE49-F238E27FC236}">
                <a16:creationId xmlns:a16="http://schemas.microsoft.com/office/drawing/2014/main" id="{115D2141-2012-43DB-B48C-C1FABFE3AE23}"/>
              </a:ext>
            </a:extLst>
          </p:cNvPr>
          <p:cNvCxnSpPr/>
          <p:nvPr/>
        </p:nvCxnSpPr>
        <p:spPr>
          <a:xfrm>
            <a:off x="4965917" y="4091516"/>
            <a:ext cx="1174251" cy="0"/>
          </a:xfrm>
          <a:prstGeom prst="line">
            <a:avLst/>
          </a:prstGeom>
          <a:noFill/>
          <a:ln w="57150" cap="rnd" cmpd="sng" algn="ctr">
            <a:solidFill>
              <a:sysClr val="window" lastClr="FFFFFF"/>
            </a:solidFill>
            <a:prstDash val="solid"/>
            <a:tailEnd type="oval" w="sm" len="sm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F13560D-FAFF-4FA4-AC92-A69BAD086677}"/>
              </a:ext>
            </a:extLst>
          </p:cNvPr>
          <p:cNvSpPr/>
          <p:nvPr/>
        </p:nvSpPr>
        <p:spPr>
          <a:xfrm>
            <a:off x="4875131" y="2221963"/>
            <a:ext cx="1723074" cy="584759"/>
          </a:xfrm>
          <a:prstGeom prst="rect">
            <a:avLst/>
          </a:prstGeom>
        </p:spPr>
        <p:txBody>
          <a:bodyPr wrap="square" lIns="91424" tIns="45712" rIns="91424" bIns="45712">
            <a:spAutoFit/>
          </a:bodyPr>
          <a:lstStyle/>
          <a:p>
            <a:pPr>
              <a:defRPr/>
            </a:pPr>
            <a:r>
              <a:rPr lang="en-US" altLang="zh-CN" sz="32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50</a:t>
            </a:r>
            <a:r>
              <a:rPr lang="en-US" altLang="zh-CN" sz="20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%</a:t>
            </a:r>
            <a:endParaRPr lang="zh-CN" altLang="en-US" sz="2000" kern="0" dirty="0">
              <a:solidFill>
                <a:sysClr val="window" lastClr="FFFFFF"/>
              </a:solidFill>
              <a:effectLst>
                <a:outerShdw blurRad="165100" dist="381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AE99DB-E94A-4F7E-A9FB-FAD1DC04A28E}"/>
              </a:ext>
            </a:extLst>
          </p:cNvPr>
          <p:cNvSpPr/>
          <p:nvPr/>
        </p:nvSpPr>
        <p:spPr>
          <a:xfrm>
            <a:off x="5669583" y="4638590"/>
            <a:ext cx="1773143" cy="61565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{{slide_07_body_4}}</a:t>
            </a:r>
          </a:p>
        </p:txBody>
      </p:sp>
      <p:sp>
        <p:nvSpPr>
          <p:cNvPr id="23" name="同侧圆角矩形 102">
            <a:extLst>
              <a:ext uri="{FF2B5EF4-FFF2-40B4-BE49-F238E27FC236}">
                <a16:creationId xmlns:a16="http://schemas.microsoft.com/office/drawing/2014/main" id="{7813C9F7-18A0-4235-986E-D19E4EAF9A10}"/>
              </a:ext>
            </a:extLst>
          </p:cNvPr>
          <p:cNvSpPr/>
          <p:nvPr/>
        </p:nvSpPr>
        <p:spPr>
          <a:xfrm>
            <a:off x="8173558" y="2132856"/>
            <a:ext cx="2890994" cy="2274249"/>
          </a:xfrm>
          <a:prstGeom prst="round2SameRect">
            <a:avLst>
              <a:gd name="adj1" fmla="val 4881"/>
              <a:gd name="adj2" fmla="val 0"/>
            </a:avLst>
          </a:prstGeom>
          <a:solidFill>
            <a:srgbClr val="182863"/>
          </a:solidFill>
          <a:ln w="25400" cap="flat" cmpd="sng" algn="ctr">
            <a:noFill/>
            <a:prstDash val="solid"/>
          </a:ln>
          <a:effectLst/>
        </p:spPr>
        <p:txBody>
          <a:bodyPr lIns="91424" tIns="45712" rIns="91424" bIns="45712" rtlCol="0" anchor="ctr"/>
          <a:lstStyle/>
          <a:p>
            <a:pPr algn="ctr">
              <a:defRPr/>
            </a:pPr>
            <a:endParaRPr lang="zh-CN" altLang="en-US" sz="1200" kern="0" dirty="0">
              <a:solidFill>
                <a:sysClr val="window" lastClr="FFFFFF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同侧圆角矩形 103">
            <a:extLst>
              <a:ext uri="{FF2B5EF4-FFF2-40B4-BE49-F238E27FC236}">
                <a16:creationId xmlns:a16="http://schemas.microsoft.com/office/drawing/2014/main" id="{0844B918-B4E5-46B1-8F35-A5893242591D}"/>
              </a:ext>
            </a:extLst>
          </p:cNvPr>
          <p:cNvSpPr/>
          <p:nvPr/>
        </p:nvSpPr>
        <p:spPr>
          <a:xfrm>
            <a:off x="8173558" y="4445653"/>
            <a:ext cx="2890994" cy="1137125"/>
          </a:xfrm>
          <a:prstGeom prst="round2SameRect">
            <a:avLst>
              <a:gd name="adj1" fmla="val 0"/>
              <a:gd name="adj2" fmla="val 6149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165100" dist="38100" dir="5400000" algn="t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txBody>
          <a:bodyPr lIns="91424" tIns="45712" rIns="91424" bIns="45712" rtlCol="0" anchor="ctr"/>
          <a:lstStyle/>
          <a:p>
            <a:pPr algn="ctr">
              <a:defRPr/>
            </a:pPr>
            <a:endParaRPr lang="zh-CN" altLang="en-US" sz="1200" kern="0" dirty="0">
              <a:solidFill>
                <a:sysClr val="window" lastClr="FFFFFF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1FFB87-0B30-47BA-B635-E89D98E3C1CF}"/>
              </a:ext>
            </a:extLst>
          </p:cNvPr>
          <p:cNvSpPr/>
          <p:nvPr/>
        </p:nvSpPr>
        <p:spPr>
          <a:xfrm>
            <a:off x="8446224" y="3316559"/>
            <a:ext cx="2348511" cy="58872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{{slide_07_subtitle}}</a:t>
            </a:r>
          </a:p>
        </p:txBody>
      </p:sp>
      <p:sp>
        <p:nvSpPr>
          <p:cNvPr id="26" name="TextBox 148">
            <a:extLst>
              <a:ext uri="{FF2B5EF4-FFF2-40B4-BE49-F238E27FC236}">
                <a16:creationId xmlns:a16="http://schemas.microsoft.com/office/drawing/2014/main" id="{A027CD4E-FE88-4D4A-8113-E17A3AD849BB}"/>
              </a:ext>
            </a:extLst>
          </p:cNvPr>
          <p:cNvSpPr txBox="1"/>
          <p:nvPr/>
        </p:nvSpPr>
        <p:spPr>
          <a:xfrm>
            <a:off x="8370381" y="2888786"/>
            <a:ext cx="2592803" cy="276983"/>
          </a:xfrm>
          <a:prstGeom prst="rect">
            <a:avLst/>
          </a:prstGeom>
          <a:noFill/>
          <a:effectLst/>
        </p:spPr>
        <p:txBody>
          <a:bodyPr wrap="square" lIns="91424" tIns="45712" rIns="91424" bIns="45712" rtlCol="0">
            <a:spAutoFit/>
          </a:bodyPr>
          <a:lstStyle/>
          <a:p>
            <a:pPr>
              <a:defRPr/>
            </a:pPr>
            <a:r>
              <a:rPr lang="zh-CN" altLang="en-US" sz="12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工作职责概述</a:t>
            </a:r>
          </a:p>
        </p:txBody>
      </p:sp>
      <p:cxnSp>
        <p:nvCxnSpPr>
          <p:cNvPr id="27" name="直接连接符 150">
            <a:extLst>
              <a:ext uri="{FF2B5EF4-FFF2-40B4-BE49-F238E27FC236}">
                <a16:creationId xmlns:a16="http://schemas.microsoft.com/office/drawing/2014/main" id="{B6849602-517D-4D66-AAD9-BC2586570230}"/>
              </a:ext>
            </a:extLst>
          </p:cNvPr>
          <p:cNvCxnSpPr/>
          <p:nvPr/>
        </p:nvCxnSpPr>
        <p:spPr>
          <a:xfrm>
            <a:off x="8446231" y="4093439"/>
            <a:ext cx="2348504" cy="0"/>
          </a:xfrm>
          <a:prstGeom prst="line">
            <a:avLst/>
          </a:prstGeom>
          <a:noFill/>
          <a:ln w="34925" cap="rnd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cxnSp>
        <p:nvCxnSpPr>
          <p:cNvPr id="28" name="直接连接符 151">
            <a:extLst>
              <a:ext uri="{FF2B5EF4-FFF2-40B4-BE49-F238E27FC236}">
                <a16:creationId xmlns:a16="http://schemas.microsoft.com/office/drawing/2014/main" id="{A8DCC5F9-1B63-4972-90F4-10FF19A3E4A5}"/>
              </a:ext>
            </a:extLst>
          </p:cNvPr>
          <p:cNvCxnSpPr/>
          <p:nvPr/>
        </p:nvCxnSpPr>
        <p:spPr>
          <a:xfrm>
            <a:off x="8446224" y="4091516"/>
            <a:ext cx="2155770" cy="0"/>
          </a:xfrm>
          <a:prstGeom prst="line">
            <a:avLst/>
          </a:prstGeom>
          <a:noFill/>
          <a:ln w="57150" cap="rnd" cmpd="sng" algn="ctr">
            <a:solidFill>
              <a:sysClr val="window" lastClr="FFFFFF"/>
            </a:solidFill>
            <a:prstDash val="solid"/>
            <a:tailEnd type="oval" w="sm" len="sm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40B82171-9D58-4D17-8C18-59F4D661F659}"/>
              </a:ext>
            </a:extLst>
          </p:cNvPr>
          <p:cNvSpPr/>
          <p:nvPr/>
        </p:nvSpPr>
        <p:spPr>
          <a:xfrm>
            <a:off x="8370380" y="2221963"/>
            <a:ext cx="1272041" cy="584759"/>
          </a:xfrm>
          <a:prstGeom prst="rect">
            <a:avLst/>
          </a:prstGeom>
        </p:spPr>
        <p:txBody>
          <a:bodyPr wrap="square" lIns="91424" tIns="45712" rIns="91424" bIns="45712">
            <a:spAutoFit/>
          </a:bodyPr>
          <a:lstStyle/>
          <a:p>
            <a:pPr>
              <a:defRPr/>
            </a:pPr>
            <a:r>
              <a:rPr lang="en-US" altLang="zh-CN" sz="32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90</a:t>
            </a:r>
            <a:r>
              <a:rPr lang="en-US" altLang="zh-CN" sz="2000" kern="0" dirty="0">
                <a:solidFill>
                  <a:sysClr val="window" lastClr="FFFFFF"/>
                </a:solidFill>
                <a:effectLst>
                  <a:outerShdw blurRad="165100" dist="38100" dir="2700000" algn="tl">
                    <a:srgbClr val="000000">
                      <a:alpha val="2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%</a:t>
            </a:r>
            <a:endParaRPr lang="zh-CN" altLang="en-US" sz="2000" kern="0" dirty="0">
              <a:solidFill>
                <a:sysClr val="window" lastClr="FFFFFF"/>
              </a:solidFill>
              <a:effectLst>
                <a:outerShdw blurRad="165100" dist="38100" dir="2700000" algn="tl">
                  <a:srgbClr val="000000">
                    <a:alpha val="2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82445D-361F-42C8-9FDD-763796F94F19}"/>
              </a:ext>
            </a:extLst>
          </p:cNvPr>
          <p:cNvSpPr/>
          <p:nvPr/>
        </p:nvSpPr>
        <p:spPr>
          <a:xfrm>
            <a:off x="9149892" y="4638590"/>
            <a:ext cx="1773143" cy="85270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t>{{slide_07_title}}</a:t>
            </a:r>
          </a:p>
        </p:txBody>
      </p:sp>
      <p:grpSp>
        <p:nvGrpSpPr>
          <p:cNvPr id="31" name="图形 6">
            <a:extLst>
              <a:ext uri="{FF2B5EF4-FFF2-40B4-BE49-F238E27FC236}">
                <a16:creationId xmlns:a16="http://schemas.microsoft.com/office/drawing/2014/main" id="{ED32AEA7-8A56-485C-AF7E-B34A5A9E25B0}"/>
              </a:ext>
            </a:extLst>
          </p:cNvPr>
          <p:cNvGrpSpPr>
            <a:grpSpLocks/>
          </p:cNvGrpSpPr>
          <p:nvPr/>
        </p:nvGrpSpPr>
        <p:grpSpPr>
          <a:xfrm>
            <a:off x="8505940" y="4711854"/>
            <a:ext cx="500459" cy="500459"/>
            <a:chOff x="0" y="0"/>
            <a:chExt cx="1905000" cy="1905000"/>
          </a:xfrm>
          <a:solidFill>
            <a:srgbClr val="182863"/>
          </a:solidFill>
        </p:grpSpPr>
        <p:sp>
          <p:nvSpPr>
            <p:cNvPr id="32" name="任意多边形: 形状 97">
              <a:extLst>
                <a:ext uri="{FF2B5EF4-FFF2-40B4-BE49-F238E27FC236}">
                  <a16:creationId xmlns:a16="http://schemas.microsoft.com/office/drawing/2014/main" id="{C9C700FC-0D46-45EC-9741-E4F8DFF58CD5}"/>
                </a:ext>
              </a:extLst>
            </p:cNvPr>
            <p:cNvSpPr/>
            <p:nvPr/>
          </p:nvSpPr>
          <p:spPr>
            <a:xfrm>
              <a:off x="555624" y="635000"/>
              <a:ext cx="635000" cy="119062"/>
            </a:xfrm>
            <a:custGeom>
              <a:avLst/>
              <a:gdLst>
                <a:gd name="connsiteX0" fmla="*/ 59531 w 635000"/>
                <a:gd name="connsiteY0" fmla="*/ 0 h 119062"/>
                <a:gd name="connsiteX1" fmla="*/ 575469 w 635000"/>
                <a:gd name="connsiteY1" fmla="*/ 0 h 119062"/>
                <a:gd name="connsiteX2" fmla="*/ 635000 w 635000"/>
                <a:gd name="connsiteY2" fmla="*/ 59531 h 119062"/>
                <a:gd name="connsiteX3" fmla="*/ 635000 w 635000"/>
                <a:gd name="connsiteY3" fmla="*/ 59531 h 119062"/>
                <a:gd name="connsiteX4" fmla="*/ 575469 w 635000"/>
                <a:gd name="connsiteY4" fmla="*/ 119063 h 119062"/>
                <a:gd name="connsiteX5" fmla="*/ 59531 w 635000"/>
                <a:gd name="connsiteY5" fmla="*/ 119063 h 119062"/>
                <a:gd name="connsiteX6" fmla="*/ 0 w 635000"/>
                <a:gd name="connsiteY6" fmla="*/ 59531 h 119062"/>
                <a:gd name="connsiteX7" fmla="*/ 0 w 635000"/>
                <a:gd name="connsiteY7" fmla="*/ 59531 h 119062"/>
                <a:gd name="connsiteX8" fmla="*/ 59531 w 635000"/>
                <a:gd name="connsiteY8" fmla="*/ 0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5000" h="119062">
                  <a:moveTo>
                    <a:pt x="59531" y="0"/>
                  </a:moveTo>
                  <a:lnTo>
                    <a:pt x="575469" y="0"/>
                  </a:lnTo>
                  <a:cubicBezTo>
                    <a:pt x="615156" y="0"/>
                    <a:pt x="635000" y="19844"/>
                    <a:pt x="635000" y="59531"/>
                  </a:cubicBezTo>
                  <a:lnTo>
                    <a:pt x="635000" y="59531"/>
                  </a:lnTo>
                  <a:cubicBezTo>
                    <a:pt x="635000" y="99219"/>
                    <a:pt x="615156" y="119063"/>
                    <a:pt x="575469" y="119063"/>
                  </a:cubicBezTo>
                  <a:lnTo>
                    <a:pt x="59531" y="119063"/>
                  </a:lnTo>
                  <a:cubicBezTo>
                    <a:pt x="19844" y="119063"/>
                    <a:pt x="0" y="99219"/>
                    <a:pt x="0" y="59531"/>
                  </a:cubicBezTo>
                  <a:lnTo>
                    <a:pt x="0" y="59531"/>
                  </a:lnTo>
                  <a:cubicBezTo>
                    <a:pt x="0" y="19844"/>
                    <a:pt x="19844" y="0"/>
                    <a:pt x="59531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3" name="任意多边形: 形状 98">
              <a:extLst>
                <a:ext uri="{FF2B5EF4-FFF2-40B4-BE49-F238E27FC236}">
                  <a16:creationId xmlns:a16="http://schemas.microsoft.com/office/drawing/2014/main" id="{22326AB8-25DC-4BCB-A37E-9DE1FAB4BD37}"/>
                </a:ext>
              </a:extLst>
            </p:cNvPr>
            <p:cNvSpPr/>
            <p:nvPr/>
          </p:nvSpPr>
          <p:spPr>
            <a:xfrm>
              <a:off x="555624" y="532604"/>
              <a:ext cx="1188703" cy="943770"/>
            </a:xfrm>
            <a:custGeom>
              <a:avLst/>
              <a:gdLst>
                <a:gd name="connsiteX0" fmla="*/ 242094 w 1188703"/>
                <a:gd name="connsiteY0" fmla="*/ 419895 h 943770"/>
                <a:gd name="connsiteX1" fmla="*/ 59531 w 1188703"/>
                <a:gd name="connsiteY1" fmla="*/ 419895 h 943770"/>
                <a:gd name="connsiteX2" fmla="*/ 0 w 1188703"/>
                <a:gd name="connsiteY2" fmla="*/ 479426 h 943770"/>
                <a:gd name="connsiteX3" fmla="*/ 59531 w 1188703"/>
                <a:gd name="connsiteY3" fmla="*/ 538958 h 943770"/>
                <a:gd name="connsiteX4" fmla="*/ 242094 w 1188703"/>
                <a:gd name="connsiteY4" fmla="*/ 538958 h 943770"/>
                <a:gd name="connsiteX5" fmla="*/ 301625 w 1188703"/>
                <a:gd name="connsiteY5" fmla="*/ 479426 h 943770"/>
                <a:gd name="connsiteX6" fmla="*/ 242094 w 1188703"/>
                <a:gd name="connsiteY6" fmla="*/ 419895 h 943770"/>
                <a:gd name="connsiteX7" fmla="*/ 942975 w 1188703"/>
                <a:gd name="connsiteY7" fmla="*/ 134939 h 943770"/>
                <a:gd name="connsiteX8" fmla="*/ 1054894 w 1188703"/>
                <a:gd name="connsiteY8" fmla="*/ 246858 h 943770"/>
                <a:gd name="connsiteX9" fmla="*/ 499269 w 1188703"/>
                <a:gd name="connsiteY9" fmla="*/ 802483 h 943770"/>
                <a:gd name="connsiteX10" fmla="*/ 373063 w 1188703"/>
                <a:gd name="connsiteY10" fmla="*/ 816770 h 943770"/>
                <a:gd name="connsiteX11" fmla="*/ 384175 w 1188703"/>
                <a:gd name="connsiteY11" fmla="*/ 693739 h 943770"/>
                <a:gd name="connsiteX12" fmla="*/ 939800 w 1188703"/>
                <a:gd name="connsiteY12" fmla="*/ 138114 h 943770"/>
                <a:gd name="connsiteX13" fmla="*/ 939800 w 1188703"/>
                <a:gd name="connsiteY13" fmla="*/ 2383 h 943770"/>
                <a:gd name="connsiteX14" fmla="*/ 883444 w 1188703"/>
                <a:gd name="connsiteY14" fmla="*/ 25401 h 943770"/>
                <a:gd name="connsiteX15" fmla="*/ 286544 w 1188703"/>
                <a:gd name="connsiteY15" fmla="*/ 623095 h 943770"/>
                <a:gd name="connsiteX16" fmla="*/ 263525 w 1188703"/>
                <a:gd name="connsiteY16" fmla="*/ 671514 h 943770"/>
                <a:gd name="connsiteX17" fmla="*/ 246856 w 1188703"/>
                <a:gd name="connsiteY17" fmla="*/ 857251 h 943770"/>
                <a:gd name="connsiteX18" fmla="*/ 318765 w 1188703"/>
                <a:gd name="connsiteY18" fmla="*/ 943449 h 943770"/>
                <a:gd name="connsiteX19" fmla="*/ 326231 w 1188703"/>
                <a:gd name="connsiteY19" fmla="*/ 943770 h 943770"/>
                <a:gd name="connsiteX20" fmla="*/ 333375 w 1188703"/>
                <a:gd name="connsiteY20" fmla="*/ 943770 h 943770"/>
                <a:gd name="connsiteX21" fmla="*/ 519113 w 1188703"/>
                <a:gd name="connsiteY21" fmla="*/ 927101 h 943770"/>
                <a:gd name="connsiteX22" fmla="*/ 567531 w 1188703"/>
                <a:gd name="connsiteY22" fmla="*/ 904083 h 943770"/>
                <a:gd name="connsiteX23" fmla="*/ 1165225 w 1188703"/>
                <a:gd name="connsiteY23" fmla="*/ 307183 h 943770"/>
                <a:gd name="connsiteX24" fmla="*/ 1165685 w 1188703"/>
                <a:gd name="connsiteY24" fmla="*/ 194930 h 943770"/>
                <a:gd name="connsiteX25" fmla="*/ 1165225 w 1188703"/>
                <a:gd name="connsiteY25" fmla="*/ 194470 h 943770"/>
                <a:gd name="connsiteX26" fmla="*/ 999331 w 1188703"/>
                <a:gd name="connsiteY26" fmla="*/ 23020 h 943770"/>
                <a:gd name="connsiteX27" fmla="*/ 942975 w 1188703"/>
                <a:gd name="connsiteY27" fmla="*/ 1 h 94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88703" h="943770">
                  <a:moveTo>
                    <a:pt x="242094" y="419895"/>
                  </a:moveTo>
                  <a:lnTo>
                    <a:pt x="59531" y="419895"/>
                  </a:lnTo>
                  <a:cubicBezTo>
                    <a:pt x="26653" y="419895"/>
                    <a:pt x="0" y="446548"/>
                    <a:pt x="0" y="479426"/>
                  </a:cubicBezTo>
                  <a:cubicBezTo>
                    <a:pt x="0" y="512305"/>
                    <a:pt x="26653" y="538958"/>
                    <a:pt x="59531" y="538958"/>
                  </a:cubicBezTo>
                  <a:lnTo>
                    <a:pt x="242094" y="538958"/>
                  </a:lnTo>
                  <a:cubicBezTo>
                    <a:pt x="274972" y="538958"/>
                    <a:pt x="301625" y="512305"/>
                    <a:pt x="301625" y="479426"/>
                  </a:cubicBezTo>
                  <a:cubicBezTo>
                    <a:pt x="301625" y="446548"/>
                    <a:pt x="274972" y="419895"/>
                    <a:pt x="242094" y="419895"/>
                  </a:cubicBezTo>
                  <a:close/>
                  <a:moveTo>
                    <a:pt x="942975" y="134939"/>
                  </a:moveTo>
                  <a:lnTo>
                    <a:pt x="1054894" y="246858"/>
                  </a:lnTo>
                  <a:lnTo>
                    <a:pt x="499269" y="802483"/>
                  </a:lnTo>
                  <a:lnTo>
                    <a:pt x="373063" y="816770"/>
                  </a:lnTo>
                  <a:lnTo>
                    <a:pt x="384175" y="693739"/>
                  </a:lnTo>
                  <a:lnTo>
                    <a:pt x="939800" y="138114"/>
                  </a:lnTo>
                  <a:moveTo>
                    <a:pt x="939800" y="2383"/>
                  </a:moveTo>
                  <a:cubicBezTo>
                    <a:pt x="918702" y="2261"/>
                    <a:pt x="898423" y="10543"/>
                    <a:pt x="883444" y="25401"/>
                  </a:cubicBezTo>
                  <a:lnTo>
                    <a:pt x="286544" y="623095"/>
                  </a:lnTo>
                  <a:cubicBezTo>
                    <a:pt x="273488" y="636077"/>
                    <a:pt x="265350" y="653193"/>
                    <a:pt x="263525" y="671514"/>
                  </a:cubicBezTo>
                  <a:lnTo>
                    <a:pt x="246856" y="857251"/>
                  </a:lnTo>
                  <a:cubicBezTo>
                    <a:pt x="242910" y="900911"/>
                    <a:pt x="275105" y="939503"/>
                    <a:pt x="318765" y="943449"/>
                  </a:cubicBezTo>
                  <a:cubicBezTo>
                    <a:pt x="321247" y="943673"/>
                    <a:pt x="323739" y="943780"/>
                    <a:pt x="326231" y="943770"/>
                  </a:cubicBezTo>
                  <a:lnTo>
                    <a:pt x="333375" y="943770"/>
                  </a:lnTo>
                  <a:lnTo>
                    <a:pt x="519113" y="927101"/>
                  </a:lnTo>
                  <a:cubicBezTo>
                    <a:pt x="537433" y="925276"/>
                    <a:pt x="554550" y="917139"/>
                    <a:pt x="567531" y="904083"/>
                  </a:cubicBezTo>
                  <a:lnTo>
                    <a:pt x="1165225" y="307183"/>
                  </a:lnTo>
                  <a:cubicBezTo>
                    <a:pt x="1196350" y="276312"/>
                    <a:pt x="1196556" y="226055"/>
                    <a:pt x="1165685" y="194930"/>
                  </a:cubicBezTo>
                  <a:cubicBezTo>
                    <a:pt x="1165532" y="194776"/>
                    <a:pt x="1165379" y="194623"/>
                    <a:pt x="1165225" y="194470"/>
                  </a:cubicBezTo>
                  <a:lnTo>
                    <a:pt x="999331" y="23020"/>
                  </a:lnTo>
                  <a:cubicBezTo>
                    <a:pt x="984352" y="8162"/>
                    <a:pt x="964073" y="-121"/>
                    <a:pt x="942975" y="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4" name="任意多边形: 形状 99">
              <a:extLst>
                <a:ext uri="{FF2B5EF4-FFF2-40B4-BE49-F238E27FC236}">
                  <a16:creationId xmlns:a16="http://schemas.microsoft.com/office/drawing/2014/main" id="{B5E64A0D-85E2-4047-AE4A-3DB6E3E56C5E}"/>
                </a:ext>
              </a:extLst>
            </p:cNvPr>
            <p:cNvSpPr/>
            <p:nvPr/>
          </p:nvSpPr>
          <p:spPr>
            <a:xfrm>
              <a:off x="317499" y="238125"/>
              <a:ext cx="1270000" cy="1428750"/>
            </a:xfrm>
            <a:custGeom>
              <a:avLst/>
              <a:gdLst>
                <a:gd name="connsiteX0" fmla="*/ 1150938 w 1270000"/>
                <a:gd name="connsiteY0" fmla="*/ 972344 h 1428750"/>
                <a:gd name="connsiteX1" fmla="*/ 1150938 w 1270000"/>
                <a:gd name="connsiteY1" fmla="*/ 1309688 h 1428750"/>
                <a:gd name="connsiteX2" fmla="*/ 119063 w 1270000"/>
                <a:gd name="connsiteY2" fmla="*/ 1309688 h 1428750"/>
                <a:gd name="connsiteX3" fmla="*/ 119063 w 1270000"/>
                <a:gd name="connsiteY3" fmla="*/ 119063 h 1428750"/>
                <a:gd name="connsiteX4" fmla="*/ 1150938 w 1270000"/>
                <a:gd name="connsiteY4" fmla="*/ 119063 h 1428750"/>
                <a:gd name="connsiteX5" fmla="*/ 1150938 w 1270000"/>
                <a:gd name="connsiteY5" fmla="*/ 178594 h 1428750"/>
                <a:gd name="connsiteX6" fmla="*/ 1210469 w 1270000"/>
                <a:gd name="connsiteY6" fmla="*/ 238125 h 1428750"/>
                <a:gd name="connsiteX7" fmla="*/ 1270000 w 1270000"/>
                <a:gd name="connsiteY7" fmla="*/ 178594 h 1428750"/>
                <a:gd name="connsiteX8" fmla="*/ 1270000 w 1270000"/>
                <a:gd name="connsiteY8" fmla="*/ 79375 h 1428750"/>
                <a:gd name="connsiteX9" fmla="*/ 1190625 w 1270000"/>
                <a:gd name="connsiteY9" fmla="*/ 0 h 1428750"/>
                <a:gd name="connsiteX10" fmla="*/ 79375 w 1270000"/>
                <a:gd name="connsiteY10" fmla="*/ 0 h 1428750"/>
                <a:gd name="connsiteX11" fmla="*/ 0 w 1270000"/>
                <a:gd name="connsiteY11" fmla="*/ 79375 h 1428750"/>
                <a:gd name="connsiteX12" fmla="*/ 0 w 1270000"/>
                <a:gd name="connsiteY12" fmla="*/ 1349375 h 1428750"/>
                <a:gd name="connsiteX13" fmla="*/ 79375 w 1270000"/>
                <a:gd name="connsiteY13" fmla="*/ 1428750 h 1428750"/>
                <a:gd name="connsiteX14" fmla="*/ 1190625 w 1270000"/>
                <a:gd name="connsiteY14" fmla="*/ 1428750 h 1428750"/>
                <a:gd name="connsiteX15" fmla="*/ 1270000 w 1270000"/>
                <a:gd name="connsiteY15" fmla="*/ 1349375 h 1428750"/>
                <a:gd name="connsiteX16" fmla="*/ 1270000 w 1270000"/>
                <a:gd name="connsiteY16" fmla="*/ 972344 h 1428750"/>
                <a:gd name="connsiteX17" fmla="*/ 1210469 w 1270000"/>
                <a:gd name="connsiteY17" fmla="*/ 912813 h 1428750"/>
                <a:gd name="connsiteX18" fmla="*/ 1150938 w 1270000"/>
                <a:gd name="connsiteY18" fmla="*/ 972344 h 14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70000" h="1428750">
                  <a:moveTo>
                    <a:pt x="1150938" y="972344"/>
                  </a:moveTo>
                  <a:lnTo>
                    <a:pt x="1150938" y="1309688"/>
                  </a:lnTo>
                  <a:lnTo>
                    <a:pt x="119063" y="1309688"/>
                  </a:lnTo>
                  <a:lnTo>
                    <a:pt x="119063" y="119063"/>
                  </a:lnTo>
                  <a:lnTo>
                    <a:pt x="1150938" y="119063"/>
                  </a:lnTo>
                  <a:lnTo>
                    <a:pt x="1150938" y="178594"/>
                  </a:lnTo>
                  <a:cubicBezTo>
                    <a:pt x="1151365" y="211293"/>
                    <a:pt x="1177769" y="237698"/>
                    <a:pt x="1210469" y="238125"/>
                  </a:cubicBezTo>
                  <a:cubicBezTo>
                    <a:pt x="1243168" y="237698"/>
                    <a:pt x="1269573" y="211293"/>
                    <a:pt x="1270000" y="178594"/>
                  </a:cubicBezTo>
                  <a:lnTo>
                    <a:pt x="1270000" y="79375"/>
                  </a:lnTo>
                  <a:cubicBezTo>
                    <a:pt x="1270000" y="35537"/>
                    <a:pt x="1234463" y="0"/>
                    <a:pt x="1190625" y="0"/>
                  </a:cubicBezTo>
                  <a:lnTo>
                    <a:pt x="79375" y="0"/>
                  </a:lnTo>
                  <a:cubicBezTo>
                    <a:pt x="35537" y="0"/>
                    <a:pt x="0" y="35537"/>
                    <a:pt x="0" y="79375"/>
                  </a:cubicBezTo>
                  <a:lnTo>
                    <a:pt x="0" y="1349375"/>
                  </a:lnTo>
                  <a:cubicBezTo>
                    <a:pt x="0" y="1393213"/>
                    <a:pt x="35537" y="1428750"/>
                    <a:pt x="79375" y="1428750"/>
                  </a:cubicBezTo>
                  <a:lnTo>
                    <a:pt x="1190625" y="1428750"/>
                  </a:lnTo>
                  <a:cubicBezTo>
                    <a:pt x="1234463" y="1428750"/>
                    <a:pt x="1270000" y="1393213"/>
                    <a:pt x="1270000" y="1349375"/>
                  </a:cubicBezTo>
                  <a:lnTo>
                    <a:pt x="1270000" y="972344"/>
                  </a:lnTo>
                  <a:cubicBezTo>
                    <a:pt x="1269573" y="939644"/>
                    <a:pt x="1243168" y="913240"/>
                    <a:pt x="1210469" y="912813"/>
                  </a:cubicBezTo>
                  <a:cubicBezTo>
                    <a:pt x="1177769" y="913240"/>
                    <a:pt x="1151365" y="939644"/>
                    <a:pt x="1150938" y="97234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5" name="图形 37">
            <a:extLst>
              <a:ext uri="{FF2B5EF4-FFF2-40B4-BE49-F238E27FC236}">
                <a16:creationId xmlns:a16="http://schemas.microsoft.com/office/drawing/2014/main" id="{2771BE44-1B8B-4CD7-A375-8FDD2FEA54AA}"/>
              </a:ext>
            </a:extLst>
          </p:cNvPr>
          <p:cNvGrpSpPr>
            <a:grpSpLocks/>
          </p:cNvGrpSpPr>
          <p:nvPr/>
        </p:nvGrpSpPr>
        <p:grpSpPr>
          <a:xfrm>
            <a:off x="1526390" y="4711854"/>
            <a:ext cx="500459" cy="500459"/>
            <a:chOff x="0" y="0"/>
            <a:chExt cx="1905000" cy="1905000"/>
          </a:xfrm>
          <a:solidFill>
            <a:srgbClr val="182863"/>
          </a:solidFill>
        </p:grpSpPr>
        <p:sp>
          <p:nvSpPr>
            <p:cNvPr id="36" name="任意多边形: 形状 101">
              <a:extLst>
                <a:ext uri="{FF2B5EF4-FFF2-40B4-BE49-F238E27FC236}">
                  <a16:creationId xmlns:a16="http://schemas.microsoft.com/office/drawing/2014/main" id="{8C97DC7E-F6E8-4037-AB94-34BA0947A566}"/>
                </a:ext>
              </a:extLst>
            </p:cNvPr>
            <p:cNvSpPr/>
            <p:nvPr/>
          </p:nvSpPr>
          <p:spPr>
            <a:xfrm>
              <a:off x="476250" y="635000"/>
              <a:ext cx="714375" cy="119062"/>
            </a:xfrm>
            <a:custGeom>
              <a:avLst/>
              <a:gdLst>
                <a:gd name="connsiteX0" fmla="*/ 56356 w 714375"/>
                <a:gd name="connsiteY0" fmla="*/ 0 h 119062"/>
                <a:gd name="connsiteX1" fmla="*/ 658019 w 714375"/>
                <a:gd name="connsiteY1" fmla="*/ 0 h 119062"/>
                <a:gd name="connsiteX2" fmla="*/ 714375 w 714375"/>
                <a:gd name="connsiteY2" fmla="*/ 56356 h 119062"/>
                <a:gd name="connsiteX3" fmla="*/ 714375 w 714375"/>
                <a:gd name="connsiteY3" fmla="*/ 62706 h 119062"/>
                <a:gd name="connsiteX4" fmla="*/ 658019 w 714375"/>
                <a:gd name="connsiteY4" fmla="*/ 119063 h 119062"/>
                <a:gd name="connsiteX5" fmla="*/ 56356 w 714375"/>
                <a:gd name="connsiteY5" fmla="*/ 119063 h 119062"/>
                <a:gd name="connsiteX6" fmla="*/ 0 w 714375"/>
                <a:gd name="connsiteY6" fmla="*/ 62706 h 119062"/>
                <a:gd name="connsiteX7" fmla="*/ 0 w 714375"/>
                <a:gd name="connsiteY7" fmla="*/ 56356 h 119062"/>
                <a:gd name="connsiteX8" fmla="*/ 56356 w 714375"/>
                <a:gd name="connsiteY8" fmla="*/ 0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375" h="119062">
                  <a:moveTo>
                    <a:pt x="56356" y="0"/>
                  </a:moveTo>
                  <a:lnTo>
                    <a:pt x="658019" y="0"/>
                  </a:lnTo>
                  <a:cubicBezTo>
                    <a:pt x="695590" y="0"/>
                    <a:pt x="714375" y="18785"/>
                    <a:pt x="714375" y="56356"/>
                  </a:cubicBezTo>
                  <a:lnTo>
                    <a:pt x="714375" y="62706"/>
                  </a:lnTo>
                  <a:cubicBezTo>
                    <a:pt x="714375" y="100277"/>
                    <a:pt x="695590" y="119063"/>
                    <a:pt x="658019" y="119063"/>
                  </a:cubicBezTo>
                  <a:lnTo>
                    <a:pt x="56356" y="119063"/>
                  </a:lnTo>
                  <a:cubicBezTo>
                    <a:pt x="18785" y="119063"/>
                    <a:pt x="0" y="100277"/>
                    <a:pt x="0" y="62706"/>
                  </a:cubicBezTo>
                  <a:lnTo>
                    <a:pt x="0" y="56356"/>
                  </a:lnTo>
                  <a:cubicBezTo>
                    <a:pt x="0" y="18785"/>
                    <a:pt x="18785" y="0"/>
                    <a:pt x="56356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7" name="任意多边形: 形状 102">
              <a:extLst>
                <a:ext uri="{FF2B5EF4-FFF2-40B4-BE49-F238E27FC236}">
                  <a16:creationId xmlns:a16="http://schemas.microsoft.com/office/drawing/2014/main" id="{DC3C9CE7-3B10-4463-9EBF-D015F4BD9793}"/>
                </a:ext>
              </a:extLst>
            </p:cNvPr>
            <p:cNvSpPr/>
            <p:nvPr/>
          </p:nvSpPr>
          <p:spPr>
            <a:xfrm>
              <a:off x="476250" y="952500"/>
              <a:ext cx="476250" cy="119062"/>
            </a:xfrm>
            <a:custGeom>
              <a:avLst/>
              <a:gdLst>
                <a:gd name="connsiteX0" fmla="*/ 421481 w 476250"/>
                <a:gd name="connsiteY0" fmla="*/ 0 h 119062"/>
                <a:gd name="connsiteX1" fmla="*/ 54769 w 476250"/>
                <a:gd name="connsiteY1" fmla="*/ 0 h 119062"/>
                <a:gd name="connsiteX2" fmla="*/ 0 w 476250"/>
                <a:gd name="connsiteY2" fmla="*/ 54769 h 119062"/>
                <a:gd name="connsiteX3" fmla="*/ 0 w 476250"/>
                <a:gd name="connsiteY3" fmla="*/ 64294 h 119062"/>
                <a:gd name="connsiteX4" fmla="*/ 54769 w 476250"/>
                <a:gd name="connsiteY4" fmla="*/ 119063 h 119062"/>
                <a:gd name="connsiteX5" fmla="*/ 421481 w 476250"/>
                <a:gd name="connsiteY5" fmla="*/ 119063 h 119062"/>
                <a:gd name="connsiteX6" fmla="*/ 476250 w 476250"/>
                <a:gd name="connsiteY6" fmla="*/ 64294 h 119062"/>
                <a:gd name="connsiteX7" fmla="*/ 476250 w 476250"/>
                <a:gd name="connsiteY7" fmla="*/ 54769 h 119062"/>
                <a:gd name="connsiteX8" fmla="*/ 421481 w 476250"/>
                <a:gd name="connsiteY8" fmla="*/ 0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0" h="119062">
                  <a:moveTo>
                    <a:pt x="421481" y="0"/>
                  </a:moveTo>
                  <a:lnTo>
                    <a:pt x="54769" y="0"/>
                  </a:lnTo>
                  <a:cubicBezTo>
                    <a:pt x="24521" y="0"/>
                    <a:pt x="0" y="24521"/>
                    <a:pt x="0" y="54769"/>
                  </a:cubicBezTo>
                  <a:lnTo>
                    <a:pt x="0" y="64294"/>
                  </a:lnTo>
                  <a:cubicBezTo>
                    <a:pt x="0" y="94542"/>
                    <a:pt x="24521" y="119063"/>
                    <a:pt x="54769" y="119063"/>
                  </a:cubicBezTo>
                  <a:lnTo>
                    <a:pt x="421481" y="119063"/>
                  </a:lnTo>
                  <a:cubicBezTo>
                    <a:pt x="451729" y="119063"/>
                    <a:pt x="476250" y="94542"/>
                    <a:pt x="476250" y="64294"/>
                  </a:cubicBezTo>
                  <a:lnTo>
                    <a:pt x="476250" y="54769"/>
                  </a:lnTo>
                  <a:cubicBezTo>
                    <a:pt x="476250" y="24521"/>
                    <a:pt x="451729" y="0"/>
                    <a:pt x="421481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8" name="任意多边形: 形状 103">
              <a:extLst>
                <a:ext uri="{FF2B5EF4-FFF2-40B4-BE49-F238E27FC236}">
                  <a16:creationId xmlns:a16="http://schemas.microsoft.com/office/drawing/2014/main" id="{82711D14-68EF-4562-BA17-42C67390FF26}"/>
                </a:ext>
              </a:extLst>
            </p:cNvPr>
            <p:cNvSpPr/>
            <p:nvPr/>
          </p:nvSpPr>
          <p:spPr>
            <a:xfrm>
              <a:off x="238125" y="238125"/>
              <a:ext cx="1190625" cy="1428750"/>
            </a:xfrm>
            <a:custGeom>
              <a:avLst/>
              <a:gdLst>
                <a:gd name="connsiteX0" fmla="*/ 119063 w 1190625"/>
                <a:gd name="connsiteY0" fmla="*/ 1309688 h 1428750"/>
                <a:gd name="connsiteX1" fmla="*/ 119063 w 1190625"/>
                <a:gd name="connsiteY1" fmla="*/ 119063 h 1428750"/>
                <a:gd name="connsiteX2" fmla="*/ 1071563 w 1190625"/>
                <a:gd name="connsiteY2" fmla="*/ 119063 h 1428750"/>
                <a:gd name="connsiteX3" fmla="*/ 1071563 w 1190625"/>
                <a:gd name="connsiteY3" fmla="*/ 575469 h 1428750"/>
                <a:gd name="connsiteX4" fmla="*/ 1131094 w 1190625"/>
                <a:gd name="connsiteY4" fmla="*/ 635000 h 1428750"/>
                <a:gd name="connsiteX5" fmla="*/ 1190625 w 1190625"/>
                <a:gd name="connsiteY5" fmla="*/ 575469 h 1428750"/>
                <a:gd name="connsiteX6" fmla="*/ 1190625 w 1190625"/>
                <a:gd name="connsiteY6" fmla="*/ 79375 h 1428750"/>
                <a:gd name="connsiteX7" fmla="*/ 1111250 w 1190625"/>
                <a:gd name="connsiteY7" fmla="*/ 0 h 1428750"/>
                <a:gd name="connsiteX8" fmla="*/ 79375 w 1190625"/>
                <a:gd name="connsiteY8" fmla="*/ 0 h 1428750"/>
                <a:gd name="connsiteX9" fmla="*/ 0 w 1190625"/>
                <a:gd name="connsiteY9" fmla="*/ 79375 h 1428750"/>
                <a:gd name="connsiteX10" fmla="*/ 0 w 1190625"/>
                <a:gd name="connsiteY10" fmla="*/ 1349375 h 1428750"/>
                <a:gd name="connsiteX11" fmla="*/ 79375 w 1190625"/>
                <a:gd name="connsiteY11" fmla="*/ 1428750 h 1428750"/>
                <a:gd name="connsiteX12" fmla="*/ 654844 w 1190625"/>
                <a:gd name="connsiteY12" fmla="*/ 1428750 h 1428750"/>
                <a:gd name="connsiteX13" fmla="*/ 714375 w 1190625"/>
                <a:gd name="connsiteY13" fmla="*/ 1369219 h 1428750"/>
                <a:gd name="connsiteX14" fmla="*/ 654844 w 1190625"/>
                <a:gd name="connsiteY14" fmla="*/ 1309688 h 14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90625" h="1428750">
                  <a:moveTo>
                    <a:pt x="119063" y="1309688"/>
                  </a:moveTo>
                  <a:lnTo>
                    <a:pt x="119063" y="119063"/>
                  </a:lnTo>
                  <a:lnTo>
                    <a:pt x="1071563" y="119063"/>
                  </a:lnTo>
                  <a:lnTo>
                    <a:pt x="1071563" y="575469"/>
                  </a:lnTo>
                  <a:cubicBezTo>
                    <a:pt x="1071990" y="608168"/>
                    <a:pt x="1098394" y="634573"/>
                    <a:pt x="1131094" y="635000"/>
                  </a:cubicBezTo>
                  <a:cubicBezTo>
                    <a:pt x="1163793" y="634573"/>
                    <a:pt x="1190198" y="608168"/>
                    <a:pt x="1190625" y="575469"/>
                  </a:cubicBezTo>
                  <a:lnTo>
                    <a:pt x="1190625" y="79375"/>
                  </a:lnTo>
                  <a:cubicBezTo>
                    <a:pt x="1190625" y="35537"/>
                    <a:pt x="1155088" y="0"/>
                    <a:pt x="1111250" y="0"/>
                  </a:cubicBezTo>
                  <a:lnTo>
                    <a:pt x="79375" y="0"/>
                  </a:lnTo>
                  <a:cubicBezTo>
                    <a:pt x="35537" y="0"/>
                    <a:pt x="0" y="35537"/>
                    <a:pt x="0" y="79375"/>
                  </a:cubicBezTo>
                  <a:lnTo>
                    <a:pt x="0" y="1349375"/>
                  </a:lnTo>
                  <a:cubicBezTo>
                    <a:pt x="0" y="1393213"/>
                    <a:pt x="35537" y="1428750"/>
                    <a:pt x="79375" y="1428750"/>
                  </a:cubicBezTo>
                  <a:lnTo>
                    <a:pt x="654844" y="1428750"/>
                  </a:lnTo>
                  <a:cubicBezTo>
                    <a:pt x="687543" y="1428323"/>
                    <a:pt x="713948" y="1401918"/>
                    <a:pt x="714375" y="1369219"/>
                  </a:cubicBezTo>
                  <a:cubicBezTo>
                    <a:pt x="713948" y="1336519"/>
                    <a:pt x="687543" y="1310115"/>
                    <a:pt x="654844" y="130968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9" name="任意多边形: 形状 104">
              <a:extLst>
                <a:ext uri="{FF2B5EF4-FFF2-40B4-BE49-F238E27FC236}">
                  <a16:creationId xmlns:a16="http://schemas.microsoft.com/office/drawing/2014/main" id="{1EBE723C-DBE7-417F-8F4D-5F2C631A9155}"/>
                </a:ext>
              </a:extLst>
            </p:cNvPr>
            <p:cNvSpPr/>
            <p:nvPr/>
          </p:nvSpPr>
          <p:spPr>
            <a:xfrm>
              <a:off x="1038739" y="951729"/>
              <a:ext cx="621260" cy="715154"/>
            </a:xfrm>
            <a:custGeom>
              <a:avLst/>
              <a:gdLst>
                <a:gd name="connsiteX0" fmla="*/ 450336 w 621260"/>
                <a:gd name="connsiteY0" fmla="*/ 430983 h 715154"/>
                <a:gd name="connsiteX1" fmla="*/ 503476 w 621260"/>
                <a:gd name="connsiteY1" fmla="*/ 98442 h 715154"/>
                <a:gd name="connsiteX2" fmla="*/ 170936 w 621260"/>
                <a:gd name="connsiteY2" fmla="*/ 45302 h 715154"/>
                <a:gd name="connsiteX3" fmla="*/ 117796 w 621260"/>
                <a:gd name="connsiteY3" fmla="*/ 377842 h 715154"/>
                <a:gd name="connsiteX4" fmla="*/ 170936 w 621260"/>
                <a:gd name="connsiteY4" fmla="*/ 430983 h 715154"/>
                <a:gd name="connsiteX5" fmla="*/ 1073 w 621260"/>
                <a:gd name="connsiteY5" fmla="*/ 645295 h 715154"/>
                <a:gd name="connsiteX6" fmla="*/ 47626 w 621260"/>
                <a:gd name="connsiteY6" fmla="*/ 714092 h 715154"/>
                <a:gd name="connsiteX7" fmla="*/ 59811 w 621260"/>
                <a:gd name="connsiteY7" fmla="*/ 715145 h 715154"/>
                <a:gd name="connsiteX8" fmla="*/ 117755 w 621260"/>
                <a:gd name="connsiteY8" fmla="*/ 669108 h 715154"/>
                <a:gd name="connsiteX9" fmla="*/ 357265 w 621260"/>
                <a:gd name="connsiteY9" fmla="*/ 522856 h 715154"/>
                <a:gd name="connsiteX10" fmla="*/ 503517 w 621260"/>
                <a:gd name="connsiteY10" fmla="*/ 669108 h 715154"/>
                <a:gd name="connsiteX11" fmla="*/ 561461 w 621260"/>
                <a:gd name="connsiteY11" fmla="*/ 715145 h 715154"/>
                <a:gd name="connsiteX12" fmla="*/ 621251 w 621260"/>
                <a:gd name="connsiteY12" fmla="*/ 657480 h 715154"/>
                <a:gd name="connsiteX13" fmla="*/ 620198 w 621260"/>
                <a:gd name="connsiteY13" fmla="*/ 645295 h 715154"/>
                <a:gd name="connsiteX14" fmla="*/ 450336 w 621260"/>
                <a:gd name="connsiteY14" fmla="*/ 430983 h 715154"/>
                <a:gd name="connsiteX15" fmla="*/ 310636 w 621260"/>
                <a:gd name="connsiteY15" fmla="*/ 119833 h 715154"/>
                <a:gd name="connsiteX16" fmla="*/ 429698 w 621260"/>
                <a:gd name="connsiteY16" fmla="*/ 238895 h 715154"/>
                <a:gd name="connsiteX17" fmla="*/ 310636 w 621260"/>
                <a:gd name="connsiteY17" fmla="*/ 357958 h 715154"/>
                <a:gd name="connsiteX18" fmla="*/ 191573 w 621260"/>
                <a:gd name="connsiteY18" fmla="*/ 238895 h 715154"/>
                <a:gd name="connsiteX19" fmla="*/ 310636 w 621260"/>
                <a:gd name="connsiteY19" fmla="*/ 119833 h 71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21260" h="715154">
                  <a:moveTo>
                    <a:pt x="450336" y="430983"/>
                  </a:moveTo>
                  <a:cubicBezTo>
                    <a:pt x="556839" y="353828"/>
                    <a:pt x="580631" y="204945"/>
                    <a:pt x="503476" y="98442"/>
                  </a:cubicBezTo>
                  <a:cubicBezTo>
                    <a:pt x="426322" y="-8061"/>
                    <a:pt x="277439" y="-31852"/>
                    <a:pt x="170936" y="45302"/>
                  </a:cubicBezTo>
                  <a:cubicBezTo>
                    <a:pt x="64433" y="122456"/>
                    <a:pt x="40641" y="271339"/>
                    <a:pt x="117796" y="377842"/>
                  </a:cubicBezTo>
                  <a:cubicBezTo>
                    <a:pt x="132585" y="398257"/>
                    <a:pt x="150521" y="416194"/>
                    <a:pt x="170936" y="430983"/>
                  </a:cubicBezTo>
                  <a:cubicBezTo>
                    <a:pt x="84875" y="473126"/>
                    <a:pt x="22452" y="551885"/>
                    <a:pt x="1073" y="645295"/>
                  </a:cubicBezTo>
                  <a:cubicBezTo>
                    <a:pt x="-5069" y="677148"/>
                    <a:pt x="15773" y="707950"/>
                    <a:pt x="47626" y="714092"/>
                  </a:cubicBezTo>
                  <a:cubicBezTo>
                    <a:pt x="51640" y="714866"/>
                    <a:pt x="55724" y="715219"/>
                    <a:pt x="59811" y="715145"/>
                  </a:cubicBezTo>
                  <a:cubicBezTo>
                    <a:pt x="87477" y="715127"/>
                    <a:pt x="111484" y="696053"/>
                    <a:pt x="117755" y="669108"/>
                  </a:cubicBezTo>
                  <a:cubicBezTo>
                    <a:pt x="143507" y="562582"/>
                    <a:pt x="250740" y="497103"/>
                    <a:pt x="357265" y="522856"/>
                  </a:cubicBezTo>
                  <a:cubicBezTo>
                    <a:pt x="429577" y="540337"/>
                    <a:pt x="486036" y="596796"/>
                    <a:pt x="503517" y="669108"/>
                  </a:cubicBezTo>
                  <a:cubicBezTo>
                    <a:pt x="509788" y="696053"/>
                    <a:pt x="533795" y="715128"/>
                    <a:pt x="561461" y="715145"/>
                  </a:cubicBezTo>
                  <a:cubicBezTo>
                    <a:pt x="593895" y="715732"/>
                    <a:pt x="620665" y="689914"/>
                    <a:pt x="621251" y="657480"/>
                  </a:cubicBezTo>
                  <a:cubicBezTo>
                    <a:pt x="621325" y="653393"/>
                    <a:pt x="620972" y="649309"/>
                    <a:pt x="620198" y="645295"/>
                  </a:cubicBezTo>
                  <a:cubicBezTo>
                    <a:pt x="598820" y="551885"/>
                    <a:pt x="536397" y="473127"/>
                    <a:pt x="450336" y="430983"/>
                  </a:cubicBezTo>
                  <a:close/>
                  <a:moveTo>
                    <a:pt x="310636" y="119833"/>
                  </a:moveTo>
                  <a:cubicBezTo>
                    <a:pt x="376392" y="119833"/>
                    <a:pt x="429698" y="173139"/>
                    <a:pt x="429698" y="238895"/>
                  </a:cubicBezTo>
                  <a:cubicBezTo>
                    <a:pt x="429698" y="304652"/>
                    <a:pt x="376392" y="357958"/>
                    <a:pt x="310636" y="357958"/>
                  </a:cubicBezTo>
                  <a:cubicBezTo>
                    <a:pt x="244879" y="357958"/>
                    <a:pt x="191573" y="304652"/>
                    <a:pt x="191573" y="238895"/>
                  </a:cubicBezTo>
                  <a:cubicBezTo>
                    <a:pt x="191573" y="173139"/>
                    <a:pt x="244879" y="119833"/>
                    <a:pt x="310636" y="11983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40" name="图形 23">
            <a:extLst>
              <a:ext uri="{FF2B5EF4-FFF2-40B4-BE49-F238E27FC236}">
                <a16:creationId xmlns:a16="http://schemas.microsoft.com/office/drawing/2014/main" id="{5605478B-4A43-4C38-9E49-F831AF047DDF}"/>
              </a:ext>
            </a:extLst>
          </p:cNvPr>
          <p:cNvGrpSpPr>
            <a:grpSpLocks/>
          </p:cNvGrpSpPr>
          <p:nvPr/>
        </p:nvGrpSpPr>
        <p:grpSpPr>
          <a:xfrm>
            <a:off x="4975778" y="4711854"/>
            <a:ext cx="500459" cy="500459"/>
            <a:chOff x="0" y="0"/>
            <a:chExt cx="1905000" cy="1905000"/>
          </a:xfrm>
          <a:solidFill>
            <a:srgbClr val="182863"/>
          </a:solidFill>
        </p:grpSpPr>
        <p:sp>
          <p:nvSpPr>
            <p:cNvPr id="41" name="任意多边形: 形状 111">
              <a:extLst>
                <a:ext uri="{FF2B5EF4-FFF2-40B4-BE49-F238E27FC236}">
                  <a16:creationId xmlns:a16="http://schemas.microsoft.com/office/drawing/2014/main" id="{4D00DFCE-A790-4697-98CA-DB1F07D30D24}"/>
                </a:ext>
              </a:extLst>
            </p:cNvPr>
            <p:cNvSpPr/>
            <p:nvPr/>
          </p:nvSpPr>
          <p:spPr>
            <a:xfrm>
              <a:off x="238125" y="396874"/>
              <a:ext cx="1428750" cy="1270000"/>
            </a:xfrm>
            <a:custGeom>
              <a:avLst/>
              <a:gdLst>
                <a:gd name="connsiteX0" fmla="*/ 1309688 w 1428750"/>
                <a:gd name="connsiteY0" fmla="*/ 119063 h 1270000"/>
                <a:gd name="connsiteX1" fmla="*/ 1309688 w 1428750"/>
                <a:gd name="connsiteY1" fmla="*/ 1150938 h 1270000"/>
                <a:gd name="connsiteX2" fmla="*/ 119063 w 1428750"/>
                <a:gd name="connsiteY2" fmla="*/ 1150938 h 1270000"/>
                <a:gd name="connsiteX3" fmla="*/ 119063 w 1428750"/>
                <a:gd name="connsiteY3" fmla="*/ 119063 h 1270000"/>
                <a:gd name="connsiteX4" fmla="*/ 1309688 w 1428750"/>
                <a:gd name="connsiteY4" fmla="*/ 119063 h 1270000"/>
                <a:gd name="connsiteX5" fmla="*/ 1349375 w 1428750"/>
                <a:gd name="connsiteY5" fmla="*/ 0 h 1270000"/>
                <a:gd name="connsiteX6" fmla="*/ 79375 w 1428750"/>
                <a:gd name="connsiteY6" fmla="*/ 0 h 1270000"/>
                <a:gd name="connsiteX7" fmla="*/ 0 w 1428750"/>
                <a:gd name="connsiteY7" fmla="*/ 79375 h 1270000"/>
                <a:gd name="connsiteX8" fmla="*/ 0 w 1428750"/>
                <a:gd name="connsiteY8" fmla="*/ 1190625 h 1270000"/>
                <a:gd name="connsiteX9" fmla="*/ 79375 w 1428750"/>
                <a:gd name="connsiteY9" fmla="*/ 1270000 h 1270000"/>
                <a:gd name="connsiteX10" fmla="*/ 1349375 w 1428750"/>
                <a:gd name="connsiteY10" fmla="*/ 1270000 h 1270000"/>
                <a:gd name="connsiteX11" fmla="*/ 1428750 w 1428750"/>
                <a:gd name="connsiteY11" fmla="*/ 1190625 h 1270000"/>
                <a:gd name="connsiteX12" fmla="*/ 1428750 w 1428750"/>
                <a:gd name="connsiteY12" fmla="*/ 79375 h 1270000"/>
                <a:gd name="connsiteX13" fmla="*/ 1349375 w 1428750"/>
                <a:gd name="connsiteY13" fmla="*/ 0 h 1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0" h="1270000">
                  <a:moveTo>
                    <a:pt x="1309688" y="119063"/>
                  </a:moveTo>
                  <a:lnTo>
                    <a:pt x="1309688" y="1150938"/>
                  </a:lnTo>
                  <a:lnTo>
                    <a:pt x="119063" y="1150938"/>
                  </a:lnTo>
                  <a:lnTo>
                    <a:pt x="119063" y="119063"/>
                  </a:lnTo>
                  <a:lnTo>
                    <a:pt x="1309688" y="119063"/>
                  </a:lnTo>
                  <a:moveTo>
                    <a:pt x="1349375" y="0"/>
                  </a:moveTo>
                  <a:lnTo>
                    <a:pt x="79375" y="0"/>
                  </a:lnTo>
                  <a:cubicBezTo>
                    <a:pt x="35537" y="0"/>
                    <a:pt x="0" y="35537"/>
                    <a:pt x="0" y="79375"/>
                  </a:cubicBezTo>
                  <a:lnTo>
                    <a:pt x="0" y="1190625"/>
                  </a:lnTo>
                  <a:cubicBezTo>
                    <a:pt x="0" y="1234463"/>
                    <a:pt x="35537" y="1270000"/>
                    <a:pt x="79375" y="1270000"/>
                  </a:cubicBezTo>
                  <a:lnTo>
                    <a:pt x="1349375" y="1270000"/>
                  </a:lnTo>
                  <a:cubicBezTo>
                    <a:pt x="1393213" y="1270000"/>
                    <a:pt x="1428750" y="1234463"/>
                    <a:pt x="1428750" y="1190625"/>
                  </a:cubicBezTo>
                  <a:lnTo>
                    <a:pt x="1428750" y="79375"/>
                  </a:lnTo>
                  <a:cubicBezTo>
                    <a:pt x="1428750" y="35537"/>
                    <a:pt x="1393213" y="0"/>
                    <a:pt x="134937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2" name="任意多边形: 形状 112">
              <a:extLst>
                <a:ext uri="{FF2B5EF4-FFF2-40B4-BE49-F238E27FC236}">
                  <a16:creationId xmlns:a16="http://schemas.microsoft.com/office/drawing/2014/main" id="{D62C4529-9EA0-460F-B3AA-083C25E5B5DC}"/>
                </a:ext>
              </a:extLst>
            </p:cNvPr>
            <p:cNvSpPr/>
            <p:nvPr/>
          </p:nvSpPr>
          <p:spPr>
            <a:xfrm>
              <a:off x="476250" y="238125"/>
              <a:ext cx="119062" cy="396875"/>
            </a:xfrm>
            <a:custGeom>
              <a:avLst/>
              <a:gdLst>
                <a:gd name="connsiteX0" fmla="*/ 59531 w 119062"/>
                <a:gd name="connsiteY0" fmla="*/ 0 h 396875"/>
                <a:gd name="connsiteX1" fmla="*/ 59531 w 119062"/>
                <a:gd name="connsiteY1" fmla="*/ 0 h 396875"/>
                <a:gd name="connsiteX2" fmla="*/ 119063 w 119062"/>
                <a:gd name="connsiteY2" fmla="*/ 59531 h 396875"/>
                <a:gd name="connsiteX3" fmla="*/ 119063 w 119062"/>
                <a:gd name="connsiteY3" fmla="*/ 337344 h 396875"/>
                <a:gd name="connsiteX4" fmla="*/ 59531 w 119062"/>
                <a:gd name="connsiteY4" fmla="*/ 396875 h 396875"/>
                <a:gd name="connsiteX5" fmla="*/ 59531 w 119062"/>
                <a:gd name="connsiteY5" fmla="*/ 396875 h 396875"/>
                <a:gd name="connsiteX6" fmla="*/ 0 w 119062"/>
                <a:gd name="connsiteY6" fmla="*/ 337344 h 396875"/>
                <a:gd name="connsiteX7" fmla="*/ 0 w 119062"/>
                <a:gd name="connsiteY7" fmla="*/ 59531 h 396875"/>
                <a:gd name="connsiteX8" fmla="*/ 59531 w 119062"/>
                <a:gd name="connsiteY8" fmla="*/ 0 h 39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062" h="396875">
                  <a:moveTo>
                    <a:pt x="59531" y="0"/>
                  </a:moveTo>
                  <a:lnTo>
                    <a:pt x="59531" y="0"/>
                  </a:lnTo>
                  <a:cubicBezTo>
                    <a:pt x="99219" y="0"/>
                    <a:pt x="119063" y="19844"/>
                    <a:pt x="119063" y="59531"/>
                  </a:cubicBezTo>
                  <a:lnTo>
                    <a:pt x="119063" y="337344"/>
                  </a:lnTo>
                  <a:cubicBezTo>
                    <a:pt x="119063" y="377031"/>
                    <a:pt x="99219" y="396875"/>
                    <a:pt x="59531" y="396875"/>
                  </a:cubicBezTo>
                  <a:lnTo>
                    <a:pt x="59531" y="396875"/>
                  </a:lnTo>
                  <a:cubicBezTo>
                    <a:pt x="19844" y="396875"/>
                    <a:pt x="0" y="377031"/>
                    <a:pt x="0" y="337344"/>
                  </a:cubicBezTo>
                  <a:lnTo>
                    <a:pt x="0" y="59531"/>
                  </a:lnTo>
                  <a:cubicBezTo>
                    <a:pt x="0" y="19844"/>
                    <a:pt x="19844" y="0"/>
                    <a:pt x="59531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3" name="任意多边形: 形状 114">
              <a:extLst>
                <a:ext uri="{FF2B5EF4-FFF2-40B4-BE49-F238E27FC236}">
                  <a16:creationId xmlns:a16="http://schemas.microsoft.com/office/drawing/2014/main" id="{A9F54DCB-28D7-4DB4-8DD2-0AA768C8B052}"/>
                </a:ext>
              </a:extLst>
            </p:cNvPr>
            <p:cNvSpPr/>
            <p:nvPr/>
          </p:nvSpPr>
          <p:spPr>
            <a:xfrm>
              <a:off x="1309687" y="238125"/>
              <a:ext cx="119062" cy="396875"/>
            </a:xfrm>
            <a:custGeom>
              <a:avLst/>
              <a:gdLst>
                <a:gd name="connsiteX0" fmla="*/ 59531 w 119062"/>
                <a:gd name="connsiteY0" fmla="*/ 0 h 396875"/>
                <a:gd name="connsiteX1" fmla="*/ 59531 w 119062"/>
                <a:gd name="connsiteY1" fmla="*/ 0 h 396875"/>
                <a:gd name="connsiteX2" fmla="*/ 119063 w 119062"/>
                <a:gd name="connsiteY2" fmla="*/ 59531 h 396875"/>
                <a:gd name="connsiteX3" fmla="*/ 119063 w 119062"/>
                <a:gd name="connsiteY3" fmla="*/ 337344 h 396875"/>
                <a:gd name="connsiteX4" fmla="*/ 59531 w 119062"/>
                <a:gd name="connsiteY4" fmla="*/ 396875 h 396875"/>
                <a:gd name="connsiteX5" fmla="*/ 59531 w 119062"/>
                <a:gd name="connsiteY5" fmla="*/ 396875 h 396875"/>
                <a:gd name="connsiteX6" fmla="*/ 0 w 119062"/>
                <a:gd name="connsiteY6" fmla="*/ 337344 h 396875"/>
                <a:gd name="connsiteX7" fmla="*/ 0 w 119062"/>
                <a:gd name="connsiteY7" fmla="*/ 59531 h 396875"/>
                <a:gd name="connsiteX8" fmla="*/ 59531 w 119062"/>
                <a:gd name="connsiteY8" fmla="*/ 0 h 39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062" h="396875">
                  <a:moveTo>
                    <a:pt x="59531" y="0"/>
                  </a:moveTo>
                  <a:lnTo>
                    <a:pt x="59531" y="0"/>
                  </a:lnTo>
                  <a:cubicBezTo>
                    <a:pt x="99219" y="0"/>
                    <a:pt x="119063" y="19844"/>
                    <a:pt x="119063" y="59531"/>
                  </a:cubicBezTo>
                  <a:lnTo>
                    <a:pt x="119063" y="337344"/>
                  </a:lnTo>
                  <a:cubicBezTo>
                    <a:pt x="119063" y="377031"/>
                    <a:pt x="99219" y="396875"/>
                    <a:pt x="59531" y="396875"/>
                  </a:cubicBezTo>
                  <a:lnTo>
                    <a:pt x="59531" y="396875"/>
                  </a:lnTo>
                  <a:cubicBezTo>
                    <a:pt x="19844" y="396875"/>
                    <a:pt x="0" y="377031"/>
                    <a:pt x="0" y="337344"/>
                  </a:cubicBezTo>
                  <a:lnTo>
                    <a:pt x="0" y="59531"/>
                  </a:lnTo>
                  <a:cubicBezTo>
                    <a:pt x="0" y="19844"/>
                    <a:pt x="19844" y="0"/>
                    <a:pt x="59531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4" name="任意多边形: 形状 117">
              <a:extLst>
                <a:ext uri="{FF2B5EF4-FFF2-40B4-BE49-F238E27FC236}">
                  <a16:creationId xmlns:a16="http://schemas.microsoft.com/office/drawing/2014/main" id="{1EF925A9-4FDC-4A28-AA43-D5A3645F7CC6}"/>
                </a:ext>
              </a:extLst>
            </p:cNvPr>
            <p:cNvSpPr/>
            <p:nvPr/>
          </p:nvSpPr>
          <p:spPr>
            <a:xfrm>
              <a:off x="238125" y="793749"/>
              <a:ext cx="1428750" cy="119062"/>
            </a:xfrm>
            <a:custGeom>
              <a:avLst/>
              <a:gdLst>
                <a:gd name="connsiteX0" fmla="*/ 0 w 1428750"/>
                <a:gd name="connsiteY0" fmla="*/ 0 h 119062"/>
                <a:gd name="connsiteX1" fmla="*/ 1428750 w 1428750"/>
                <a:gd name="connsiteY1" fmla="*/ 0 h 119062"/>
                <a:gd name="connsiteX2" fmla="*/ 1428750 w 1428750"/>
                <a:gd name="connsiteY2" fmla="*/ 119063 h 119062"/>
                <a:gd name="connsiteX3" fmla="*/ 0 w 1428750"/>
                <a:gd name="connsiteY3" fmla="*/ 119063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0" h="119062">
                  <a:moveTo>
                    <a:pt x="0" y="0"/>
                  </a:moveTo>
                  <a:lnTo>
                    <a:pt x="1428750" y="0"/>
                  </a:lnTo>
                  <a:lnTo>
                    <a:pt x="1428750" y="119063"/>
                  </a:lnTo>
                  <a:lnTo>
                    <a:pt x="0" y="1190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5" name="任意多边形: 形状 120">
              <a:extLst>
                <a:ext uri="{FF2B5EF4-FFF2-40B4-BE49-F238E27FC236}">
                  <a16:creationId xmlns:a16="http://schemas.microsoft.com/office/drawing/2014/main" id="{CC851B30-FC0A-4E17-932D-94DD3501B209}"/>
                </a:ext>
              </a:extLst>
            </p:cNvPr>
            <p:cNvSpPr/>
            <p:nvPr/>
          </p:nvSpPr>
          <p:spPr>
            <a:xfrm>
              <a:off x="704682" y="1031927"/>
              <a:ext cx="557270" cy="401074"/>
            </a:xfrm>
            <a:custGeom>
              <a:avLst/>
              <a:gdLst>
                <a:gd name="connsiteX0" fmla="*/ 540712 w 557270"/>
                <a:gd name="connsiteY0" fmla="*/ 17410 h 401074"/>
                <a:gd name="connsiteX1" fmla="*/ 456574 w 557270"/>
                <a:gd name="connsiteY1" fmla="*/ 17410 h 401074"/>
                <a:gd name="connsiteX2" fmla="*/ 214480 w 557270"/>
                <a:gd name="connsiteY2" fmla="*/ 255535 h 401074"/>
                <a:gd name="connsiteX3" fmla="*/ 111293 w 557270"/>
                <a:gd name="connsiteY3" fmla="*/ 158698 h 401074"/>
                <a:gd name="connsiteX4" fmla="*/ 30118 w 557270"/>
                <a:gd name="connsiteY4" fmla="*/ 136370 h 401074"/>
                <a:gd name="connsiteX5" fmla="*/ 7790 w 557270"/>
                <a:gd name="connsiteY5" fmla="*/ 217546 h 401074"/>
                <a:gd name="connsiteX6" fmla="*/ 27155 w 557270"/>
                <a:gd name="connsiteY6" fmla="*/ 238073 h 401074"/>
                <a:gd name="connsiteX7" fmla="*/ 172412 w 557270"/>
                <a:gd name="connsiteY7" fmla="*/ 383329 h 401074"/>
                <a:gd name="connsiteX8" fmla="*/ 255472 w 557270"/>
                <a:gd name="connsiteY8" fmla="*/ 384406 h 401074"/>
                <a:gd name="connsiteX9" fmla="*/ 256549 w 557270"/>
                <a:gd name="connsiteY9" fmla="*/ 383329 h 401074"/>
                <a:gd name="connsiteX10" fmla="*/ 540712 w 557270"/>
                <a:gd name="connsiteY10" fmla="*/ 99166 h 401074"/>
                <a:gd name="connsiteX11" fmla="*/ 540712 w 557270"/>
                <a:gd name="connsiteY11" fmla="*/ 17410 h 40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7270" h="401074">
                  <a:moveTo>
                    <a:pt x="540712" y="17410"/>
                  </a:moveTo>
                  <a:cubicBezTo>
                    <a:pt x="517469" y="-5803"/>
                    <a:pt x="479817" y="-5803"/>
                    <a:pt x="456574" y="17410"/>
                  </a:cubicBezTo>
                  <a:lnTo>
                    <a:pt x="214480" y="255535"/>
                  </a:lnTo>
                  <a:lnTo>
                    <a:pt x="111293" y="158698"/>
                  </a:lnTo>
                  <a:cubicBezTo>
                    <a:pt x="95042" y="130116"/>
                    <a:pt x="58699" y="120120"/>
                    <a:pt x="30118" y="136370"/>
                  </a:cubicBezTo>
                  <a:cubicBezTo>
                    <a:pt x="1536" y="152621"/>
                    <a:pt x="-8460" y="188964"/>
                    <a:pt x="7790" y="217546"/>
                  </a:cubicBezTo>
                  <a:cubicBezTo>
                    <a:pt x="12507" y="225841"/>
                    <a:pt x="19148" y="232881"/>
                    <a:pt x="27155" y="238073"/>
                  </a:cubicBezTo>
                  <a:lnTo>
                    <a:pt x="172412" y="383329"/>
                  </a:lnTo>
                  <a:cubicBezTo>
                    <a:pt x="195051" y="406563"/>
                    <a:pt x="232238" y="407045"/>
                    <a:pt x="255472" y="384406"/>
                  </a:cubicBezTo>
                  <a:cubicBezTo>
                    <a:pt x="255836" y="384052"/>
                    <a:pt x="256195" y="383693"/>
                    <a:pt x="256549" y="383329"/>
                  </a:cubicBezTo>
                  <a:lnTo>
                    <a:pt x="540712" y="99166"/>
                  </a:lnTo>
                  <a:cubicBezTo>
                    <a:pt x="562790" y="76386"/>
                    <a:pt x="562790" y="40191"/>
                    <a:pt x="540712" y="1741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2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8405143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3" grpId="0"/>
      <p:bldP spid="14" grpId="0"/>
      <p:bldP spid="15" grpId="0" animBg="1"/>
      <p:bldP spid="16" grpId="0" animBg="1"/>
      <p:bldP spid="17" grpId="0"/>
      <p:bldP spid="18" grpId="0"/>
      <p:bldP spid="21" grpId="0"/>
      <p:bldP spid="22" grpId="0"/>
      <p:bldP spid="23" grpId="0" animBg="1"/>
      <p:bldP spid="24" grpId="0" animBg="1"/>
      <p:bldP spid="25" grpId="0"/>
      <p:bldP spid="26" grpId="0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63">
            <a:extLst>
              <a:ext uri="{FF2B5EF4-FFF2-40B4-BE49-F238E27FC236}">
                <a16:creationId xmlns:a16="http://schemas.microsoft.com/office/drawing/2014/main" id="{F8CCAA45-9CDE-45DD-BB26-0BD2CB23B759}"/>
              </a:ext>
            </a:extLst>
          </p:cNvPr>
          <p:cNvSpPr/>
          <p:nvPr/>
        </p:nvSpPr>
        <p:spPr>
          <a:xfrm>
            <a:off x="1043146" y="1769978"/>
            <a:ext cx="4627280" cy="1788087"/>
          </a:xfrm>
          <a:custGeom>
            <a:avLst/>
            <a:gdLst>
              <a:gd name="connsiteX0" fmla="*/ 465071 w 9728201"/>
              <a:gd name="connsiteY0" fmla="*/ 0 h 3759200"/>
              <a:gd name="connsiteX1" fmla="*/ 525423 w 9728201"/>
              <a:gd name="connsiteY1" fmla="*/ 0 h 3759200"/>
              <a:gd name="connsiteX2" fmla="*/ 8809076 w 9728201"/>
              <a:gd name="connsiteY2" fmla="*/ 0 h 3759200"/>
              <a:gd name="connsiteX3" fmla="*/ 9263129 w 9728201"/>
              <a:gd name="connsiteY3" fmla="*/ 0 h 3759200"/>
              <a:gd name="connsiteX4" fmla="*/ 9728200 w 9728201"/>
              <a:gd name="connsiteY4" fmla="*/ 465071 h 3759200"/>
              <a:gd name="connsiteX5" fmla="*/ 9728200 w 9728201"/>
              <a:gd name="connsiteY5" fmla="*/ 2862329 h 3759200"/>
              <a:gd name="connsiteX6" fmla="*/ 9726657 w 9728201"/>
              <a:gd name="connsiteY6" fmla="*/ 2877640 h 3759200"/>
              <a:gd name="connsiteX7" fmla="*/ 9728201 w 9728201"/>
              <a:gd name="connsiteY7" fmla="*/ 2875854 h 3759200"/>
              <a:gd name="connsiteX8" fmla="*/ 9728201 w 9728201"/>
              <a:gd name="connsiteY8" fmla="*/ 2909922 h 3759200"/>
              <a:gd name="connsiteX9" fmla="*/ 8878923 w 9728201"/>
              <a:gd name="connsiteY9" fmla="*/ 3759200 h 3759200"/>
              <a:gd name="connsiteX10" fmla="*/ 8809076 w 9728201"/>
              <a:gd name="connsiteY10" fmla="*/ 3759200 h 3759200"/>
              <a:gd name="connsiteX11" fmla="*/ 8790674 w 9728201"/>
              <a:gd name="connsiteY11" fmla="*/ 3759200 h 3759200"/>
              <a:gd name="connsiteX12" fmla="*/ 525423 w 9728201"/>
              <a:gd name="connsiteY12" fmla="*/ 3759200 h 3759200"/>
              <a:gd name="connsiteX13" fmla="*/ 0 w 9728201"/>
              <a:gd name="connsiteY13" fmla="*/ 3233777 h 3759200"/>
              <a:gd name="connsiteX14" fmla="*/ 0 w 9728201"/>
              <a:gd name="connsiteY14" fmla="*/ 525423 h 3759200"/>
              <a:gd name="connsiteX15" fmla="*/ 0 w 9728201"/>
              <a:gd name="connsiteY15" fmla="*/ 525422 h 3759200"/>
              <a:gd name="connsiteX16" fmla="*/ 0 w 9728201"/>
              <a:gd name="connsiteY16" fmla="*/ 465071 h 3759200"/>
              <a:gd name="connsiteX17" fmla="*/ 465071 w 9728201"/>
              <a:gd name="connsiteY17" fmla="*/ 0 h 375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728201" h="3759200">
                <a:moveTo>
                  <a:pt x="465071" y="0"/>
                </a:moveTo>
                <a:lnTo>
                  <a:pt x="525423" y="0"/>
                </a:lnTo>
                <a:lnTo>
                  <a:pt x="8809076" y="0"/>
                </a:lnTo>
                <a:lnTo>
                  <a:pt x="9263129" y="0"/>
                </a:lnTo>
                <a:cubicBezTo>
                  <a:pt x="9519981" y="0"/>
                  <a:pt x="9728200" y="208219"/>
                  <a:pt x="9728200" y="465071"/>
                </a:cubicBezTo>
                <a:lnTo>
                  <a:pt x="9728200" y="2862329"/>
                </a:lnTo>
                <a:lnTo>
                  <a:pt x="9726657" y="2877640"/>
                </a:lnTo>
                <a:lnTo>
                  <a:pt x="9728201" y="2875854"/>
                </a:lnTo>
                <a:lnTo>
                  <a:pt x="9728201" y="2909922"/>
                </a:lnTo>
                <a:cubicBezTo>
                  <a:pt x="9728201" y="3378965"/>
                  <a:pt x="9347966" y="3759200"/>
                  <a:pt x="8878923" y="3759200"/>
                </a:cubicBezTo>
                <a:lnTo>
                  <a:pt x="8809076" y="3759200"/>
                </a:lnTo>
                <a:lnTo>
                  <a:pt x="8790674" y="3759200"/>
                </a:lnTo>
                <a:lnTo>
                  <a:pt x="525423" y="3759200"/>
                </a:lnTo>
                <a:cubicBezTo>
                  <a:pt x="235240" y="3759200"/>
                  <a:pt x="0" y="3523960"/>
                  <a:pt x="0" y="3233777"/>
                </a:cubicBezTo>
                <a:lnTo>
                  <a:pt x="0" y="525423"/>
                </a:lnTo>
                <a:lnTo>
                  <a:pt x="0" y="525422"/>
                </a:lnTo>
                <a:lnTo>
                  <a:pt x="0" y="465071"/>
                </a:lnTo>
                <a:cubicBezTo>
                  <a:pt x="0" y="208219"/>
                  <a:pt x="208219" y="0"/>
                  <a:pt x="465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06400" dist="139700" dir="5400000" algn="t" rotWithShape="0">
              <a:srgbClr val="3B5463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7" name="任意多边形: 形状 64">
            <a:extLst>
              <a:ext uri="{FF2B5EF4-FFF2-40B4-BE49-F238E27FC236}">
                <a16:creationId xmlns:a16="http://schemas.microsoft.com/office/drawing/2014/main" id="{C9AD27E7-06B8-4DE2-8F7F-01EECADAE5A3}"/>
              </a:ext>
            </a:extLst>
          </p:cNvPr>
          <p:cNvSpPr/>
          <p:nvPr/>
        </p:nvSpPr>
        <p:spPr>
          <a:xfrm>
            <a:off x="5224485" y="3137896"/>
            <a:ext cx="445941" cy="420169"/>
          </a:xfrm>
          <a:custGeom>
            <a:avLst/>
            <a:gdLst>
              <a:gd name="connsiteX0" fmla="*/ 937527 w 937527"/>
              <a:gd name="connsiteY0" fmla="*/ 0 h 883346"/>
              <a:gd name="connsiteX1" fmla="*/ 937527 w 937527"/>
              <a:gd name="connsiteY1" fmla="*/ 34068 h 883346"/>
              <a:gd name="connsiteX2" fmla="*/ 88249 w 937527"/>
              <a:gd name="connsiteY2" fmla="*/ 883346 h 883346"/>
              <a:gd name="connsiteX3" fmla="*/ 0 w 937527"/>
              <a:gd name="connsiteY3" fmla="*/ 883346 h 883346"/>
              <a:gd name="connsiteX4" fmla="*/ 900 w 937527"/>
              <a:gd name="connsiteY4" fmla="*/ 881757 h 883346"/>
              <a:gd name="connsiteX5" fmla="*/ 210450 w 937527"/>
              <a:gd name="connsiteY5" fmla="*/ 191195 h 883346"/>
              <a:gd name="connsiteX6" fmla="*/ 904271 w 937527"/>
              <a:gd name="connsiteY6" fmla="*/ 38457 h 88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527" h="883346">
                <a:moveTo>
                  <a:pt x="937527" y="0"/>
                </a:moveTo>
                <a:lnTo>
                  <a:pt x="937527" y="34068"/>
                </a:lnTo>
                <a:cubicBezTo>
                  <a:pt x="937527" y="503111"/>
                  <a:pt x="557292" y="883346"/>
                  <a:pt x="88249" y="883346"/>
                </a:cubicBezTo>
                <a:lnTo>
                  <a:pt x="0" y="883346"/>
                </a:lnTo>
                <a:lnTo>
                  <a:pt x="900" y="881757"/>
                </a:lnTo>
                <a:cubicBezTo>
                  <a:pt x="135044" y="708720"/>
                  <a:pt x="208068" y="514252"/>
                  <a:pt x="210450" y="191195"/>
                </a:cubicBezTo>
                <a:cubicBezTo>
                  <a:pt x="472983" y="187723"/>
                  <a:pt x="766205" y="157813"/>
                  <a:pt x="904271" y="38457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>
            <a:outerShdw blurRad="279400" dist="139700" dir="13500000" algn="br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8" name="任意多边形: 形状 67">
            <a:extLst>
              <a:ext uri="{FF2B5EF4-FFF2-40B4-BE49-F238E27FC236}">
                <a16:creationId xmlns:a16="http://schemas.microsoft.com/office/drawing/2014/main" id="{8664B761-9C9F-40C1-B84C-974BA38144B9}"/>
              </a:ext>
            </a:extLst>
          </p:cNvPr>
          <p:cNvSpPr/>
          <p:nvPr/>
        </p:nvSpPr>
        <p:spPr>
          <a:xfrm>
            <a:off x="6521574" y="1769977"/>
            <a:ext cx="4627280" cy="1788087"/>
          </a:xfrm>
          <a:custGeom>
            <a:avLst/>
            <a:gdLst>
              <a:gd name="connsiteX0" fmla="*/ 465071 w 9728201"/>
              <a:gd name="connsiteY0" fmla="*/ 0 h 3759200"/>
              <a:gd name="connsiteX1" fmla="*/ 525423 w 9728201"/>
              <a:gd name="connsiteY1" fmla="*/ 0 h 3759200"/>
              <a:gd name="connsiteX2" fmla="*/ 8809076 w 9728201"/>
              <a:gd name="connsiteY2" fmla="*/ 0 h 3759200"/>
              <a:gd name="connsiteX3" fmla="*/ 9263129 w 9728201"/>
              <a:gd name="connsiteY3" fmla="*/ 0 h 3759200"/>
              <a:gd name="connsiteX4" fmla="*/ 9728200 w 9728201"/>
              <a:gd name="connsiteY4" fmla="*/ 465071 h 3759200"/>
              <a:gd name="connsiteX5" fmla="*/ 9728200 w 9728201"/>
              <a:gd name="connsiteY5" fmla="*/ 2862329 h 3759200"/>
              <a:gd name="connsiteX6" fmla="*/ 9726657 w 9728201"/>
              <a:gd name="connsiteY6" fmla="*/ 2877640 h 3759200"/>
              <a:gd name="connsiteX7" fmla="*/ 9728201 w 9728201"/>
              <a:gd name="connsiteY7" fmla="*/ 2875854 h 3759200"/>
              <a:gd name="connsiteX8" fmla="*/ 9728201 w 9728201"/>
              <a:gd name="connsiteY8" fmla="*/ 2909922 h 3759200"/>
              <a:gd name="connsiteX9" fmla="*/ 8878923 w 9728201"/>
              <a:gd name="connsiteY9" fmla="*/ 3759200 h 3759200"/>
              <a:gd name="connsiteX10" fmla="*/ 8809076 w 9728201"/>
              <a:gd name="connsiteY10" fmla="*/ 3759200 h 3759200"/>
              <a:gd name="connsiteX11" fmla="*/ 8790674 w 9728201"/>
              <a:gd name="connsiteY11" fmla="*/ 3759200 h 3759200"/>
              <a:gd name="connsiteX12" fmla="*/ 525423 w 9728201"/>
              <a:gd name="connsiteY12" fmla="*/ 3759200 h 3759200"/>
              <a:gd name="connsiteX13" fmla="*/ 0 w 9728201"/>
              <a:gd name="connsiteY13" fmla="*/ 3233777 h 3759200"/>
              <a:gd name="connsiteX14" fmla="*/ 0 w 9728201"/>
              <a:gd name="connsiteY14" fmla="*/ 525423 h 3759200"/>
              <a:gd name="connsiteX15" fmla="*/ 0 w 9728201"/>
              <a:gd name="connsiteY15" fmla="*/ 525422 h 3759200"/>
              <a:gd name="connsiteX16" fmla="*/ 0 w 9728201"/>
              <a:gd name="connsiteY16" fmla="*/ 465071 h 3759200"/>
              <a:gd name="connsiteX17" fmla="*/ 465071 w 9728201"/>
              <a:gd name="connsiteY17" fmla="*/ 0 h 375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728201" h="3759200">
                <a:moveTo>
                  <a:pt x="465071" y="0"/>
                </a:moveTo>
                <a:lnTo>
                  <a:pt x="525423" y="0"/>
                </a:lnTo>
                <a:lnTo>
                  <a:pt x="8809076" y="0"/>
                </a:lnTo>
                <a:lnTo>
                  <a:pt x="9263129" y="0"/>
                </a:lnTo>
                <a:cubicBezTo>
                  <a:pt x="9519981" y="0"/>
                  <a:pt x="9728200" y="208219"/>
                  <a:pt x="9728200" y="465071"/>
                </a:cubicBezTo>
                <a:lnTo>
                  <a:pt x="9728200" y="2862329"/>
                </a:lnTo>
                <a:lnTo>
                  <a:pt x="9726657" y="2877640"/>
                </a:lnTo>
                <a:lnTo>
                  <a:pt x="9728201" y="2875854"/>
                </a:lnTo>
                <a:lnTo>
                  <a:pt x="9728201" y="2909922"/>
                </a:lnTo>
                <a:cubicBezTo>
                  <a:pt x="9728201" y="3378965"/>
                  <a:pt x="9347966" y="3759200"/>
                  <a:pt x="8878923" y="3759200"/>
                </a:cubicBezTo>
                <a:lnTo>
                  <a:pt x="8809076" y="3759200"/>
                </a:lnTo>
                <a:lnTo>
                  <a:pt x="8790674" y="3759200"/>
                </a:lnTo>
                <a:lnTo>
                  <a:pt x="525423" y="3759200"/>
                </a:lnTo>
                <a:cubicBezTo>
                  <a:pt x="235240" y="3759200"/>
                  <a:pt x="0" y="3523960"/>
                  <a:pt x="0" y="3233777"/>
                </a:cubicBezTo>
                <a:lnTo>
                  <a:pt x="0" y="525423"/>
                </a:lnTo>
                <a:lnTo>
                  <a:pt x="0" y="525422"/>
                </a:lnTo>
                <a:lnTo>
                  <a:pt x="0" y="465071"/>
                </a:lnTo>
                <a:cubicBezTo>
                  <a:pt x="0" y="208219"/>
                  <a:pt x="208219" y="0"/>
                  <a:pt x="465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06400" dist="139700" dir="5400000" algn="t" rotWithShape="0">
              <a:srgbClr val="3B5463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: 形状 68">
            <a:extLst>
              <a:ext uri="{FF2B5EF4-FFF2-40B4-BE49-F238E27FC236}">
                <a16:creationId xmlns:a16="http://schemas.microsoft.com/office/drawing/2014/main" id="{E6102ABC-B79E-4E72-96B1-5265CB7DDFFF}"/>
              </a:ext>
            </a:extLst>
          </p:cNvPr>
          <p:cNvSpPr/>
          <p:nvPr/>
        </p:nvSpPr>
        <p:spPr>
          <a:xfrm>
            <a:off x="10702913" y="3137895"/>
            <a:ext cx="445941" cy="420169"/>
          </a:xfrm>
          <a:custGeom>
            <a:avLst/>
            <a:gdLst>
              <a:gd name="connsiteX0" fmla="*/ 937527 w 937527"/>
              <a:gd name="connsiteY0" fmla="*/ 0 h 883346"/>
              <a:gd name="connsiteX1" fmla="*/ 937527 w 937527"/>
              <a:gd name="connsiteY1" fmla="*/ 34068 h 883346"/>
              <a:gd name="connsiteX2" fmla="*/ 88249 w 937527"/>
              <a:gd name="connsiteY2" fmla="*/ 883346 h 883346"/>
              <a:gd name="connsiteX3" fmla="*/ 0 w 937527"/>
              <a:gd name="connsiteY3" fmla="*/ 883346 h 883346"/>
              <a:gd name="connsiteX4" fmla="*/ 900 w 937527"/>
              <a:gd name="connsiteY4" fmla="*/ 881757 h 883346"/>
              <a:gd name="connsiteX5" fmla="*/ 210450 w 937527"/>
              <a:gd name="connsiteY5" fmla="*/ 191195 h 883346"/>
              <a:gd name="connsiteX6" fmla="*/ 904271 w 937527"/>
              <a:gd name="connsiteY6" fmla="*/ 38457 h 88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527" h="883346">
                <a:moveTo>
                  <a:pt x="937527" y="0"/>
                </a:moveTo>
                <a:lnTo>
                  <a:pt x="937527" y="34068"/>
                </a:lnTo>
                <a:cubicBezTo>
                  <a:pt x="937527" y="503111"/>
                  <a:pt x="557292" y="883346"/>
                  <a:pt x="88249" y="883346"/>
                </a:cubicBezTo>
                <a:lnTo>
                  <a:pt x="0" y="883346"/>
                </a:lnTo>
                <a:lnTo>
                  <a:pt x="900" y="881757"/>
                </a:lnTo>
                <a:cubicBezTo>
                  <a:pt x="135044" y="708720"/>
                  <a:pt x="208068" y="514252"/>
                  <a:pt x="210450" y="191195"/>
                </a:cubicBezTo>
                <a:cubicBezTo>
                  <a:pt x="472983" y="187723"/>
                  <a:pt x="766205" y="157813"/>
                  <a:pt x="904271" y="38457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>
            <a:outerShdw blurRad="279400" dist="139700" dir="13500000" algn="br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0" name="任意多边形: 形状 70">
            <a:extLst>
              <a:ext uri="{FF2B5EF4-FFF2-40B4-BE49-F238E27FC236}">
                <a16:creationId xmlns:a16="http://schemas.microsoft.com/office/drawing/2014/main" id="{EF1F01CA-23D0-42EC-8061-5432B6D9806D}"/>
              </a:ext>
            </a:extLst>
          </p:cNvPr>
          <p:cNvSpPr/>
          <p:nvPr/>
        </p:nvSpPr>
        <p:spPr>
          <a:xfrm>
            <a:off x="1043146" y="4089185"/>
            <a:ext cx="4627280" cy="1788087"/>
          </a:xfrm>
          <a:custGeom>
            <a:avLst/>
            <a:gdLst>
              <a:gd name="connsiteX0" fmla="*/ 465071 w 9728201"/>
              <a:gd name="connsiteY0" fmla="*/ 0 h 3759200"/>
              <a:gd name="connsiteX1" fmla="*/ 525423 w 9728201"/>
              <a:gd name="connsiteY1" fmla="*/ 0 h 3759200"/>
              <a:gd name="connsiteX2" fmla="*/ 8809076 w 9728201"/>
              <a:gd name="connsiteY2" fmla="*/ 0 h 3759200"/>
              <a:gd name="connsiteX3" fmla="*/ 9263129 w 9728201"/>
              <a:gd name="connsiteY3" fmla="*/ 0 h 3759200"/>
              <a:gd name="connsiteX4" fmla="*/ 9728200 w 9728201"/>
              <a:gd name="connsiteY4" fmla="*/ 465071 h 3759200"/>
              <a:gd name="connsiteX5" fmla="*/ 9728200 w 9728201"/>
              <a:gd name="connsiteY5" fmla="*/ 2862329 h 3759200"/>
              <a:gd name="connsiteX6" fmla="*/ 9726657 w 9728201"/>
              <a:gd name="connsiteY6" fmla="*/ 2877640 h 3759200"/>
              <a:gd name="connsiteX7" fmla="*/ 9728201 w 9728201"/>
              <a:gd name="connsiteY7" fmla="*/ 2875854 h 3759200"/>
              <a:gd name="connsiteX8" fmla="*/ 9728201 w 9728201"/>
              <a:gd name="connsiteY8" fmla="*/ 2909922 h 3759200"/>
              <a:gd name="connsiteX9" fmla="*/ 8878923 w 9728201"/>
              <a:gd name="connsiteY9" fmla="*/ 3759200 h 3759200"/>
              <a:gd name="connsiteX10" fmla="*/ 8809076 w 9728201"/>
              <a:gd name="connsiteY10" fmla="*/ 3759200 h 3759200"/>
              <a:gd name="connsiteX11" fmla="*/ 8790674 w 9728201"/>
              <a:gd name="connsiteY11" fmla="*/ 3759200 h 3759200"/>
              <a:gd name="connsiteX12" fmla="*/ 525423 w 9728201"/>
              <a:gd name="connsiteY12" fmla="*/ 3759200 h 3759200"/>
              <a:gd name="connsiteX13" fmla="*/ 0 w 9728201"/>
              <a:gd name="connsiteY13" fmla="*/ 3233777 h 3759200"/>
              <a:gd name="connsiteX14" fmla="*/ 0 w 9728201"/>
              <a:gd name="connsiteY14" fmla="*/ 525423 h 3759200"/>
              <a:gd name="connsiteX15" fmla="*/ 0 w 9728201"/>
              <a:gd name="connsiteY15" fmla="*/ 525422 h 3759200"/>
              <a:gd name="connsiteX16" fmla="*/ 0 w 9728201"/>
              <a:gd name="connsiteY16" fmla="*/ 465071 h 3759200"/>
              <a:gd name="connsiteX17" fmla="*/ 465071 w 9728201"/>
              <a:gd name="connsiteY17" fmla="*/ 0 h 375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728201" h="3759200">
                <a:moveTo>
                  <a:pt x="465071" y="0"/>
                </a:moveTo>
                <a:lnTo>
                  <a:pt x="525423" y="0"/>
                </a:lnTo>
                <a:lnTo>
                  <a:pt x="8809076" y="0"/>
                </a:lnTo>
                <a:lnTo>
                  <a:pt x="9263129" y="0"/>
                </a:lnTo>
                <a:cubicBezTo>
                  <a:pt x="9519981" y="0"/>
                  <a:pt x="9728200" y="208219"/>
                  <a:pt x="9728200" y="465071"/>
                </a:cubicBezTo>
                <a:lnTo>
                  <a:pt x="9728200" y="2862329"/>
                </a:lnTo>
                <a:lnTo>
                  <a:pt x="9726657" y="2877640"/>
                </a:lnTo>
                <a:lnTo>
                  <a:pt x="9728201" y="2875854"/>
                </a:lnTo>
                <a:lnTo>
                  <a:pt x="9728201" y="2909922"/>
                </a:lnTo>
                <a:cubicBezTo>
                  <a:pt x="9728201" y="3378965"/>
                  <a:pt x="9347966" y="3759200"/>
                  <a:pt x="8878923" y="3759200"/>
                </a:cubicBezTo>
                <a:lnTo>
                  <a:pt x="8809076" y="3759200"/>
                </a:lnTo>
                <a:lnTo>
                  <a:pt x="8790674" y="3759200"/>
                </a:lnTo>
                <a:lnTo>
                  <a:pt x="525423" y="3759200"/>
                </a:lnTo>
                <a:cubicBezTo>
                  <a:pt x="235240" y="3759200"/>
                  <a:pt x="0" y="3523960"/>
                  <a:pt x="0" y="3233777"/>
                </a:cubicBezTo>
                <a:lnTo>
                  <a:pt x="0" y="525423"/>
                </a:lnTo>
                <a:lnTo>
                  <a:pt x="0" y="525422"/>
                </a:lnTo>
                <a:lnTo>
                  <a:pt x="0" y="465071"/>
                </a:lnTo>
                <a:cubicBezTo>
                  <a:pt x="0" y="208219"/>
                  <a:pt x="208219" y="0"/>
                  <a:pt x="465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06400" dist="139700" dir="5400000" algn="t" rotWithShape="0">
              <a:srgbClr val="3B5463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1" name="任意多边形: 形状 71">
            <a:extLst>
              <a:ext uri="{FF2B5EF4-FFF2-40B4-BE49-F238E27FC236}">
                <a16:creationId xmlns:a16="http://schemas.microsoft.com/office/drawing/2014/main" id="{F2843ACF-22ED-4AF7-A4E6-1FC7402FB95E}"/>
              </a:ext>
            </a:extLst>
          </p:cNvPr>
          <p:cNvSpPr/>
          <p:nvPr/>
        </p:nvSpPr>
        <p:spPr>
          <a:xfrm>
            <a:off x="5224485" y="5457103"/>
            <a:ext cx="445941" cy="420169"/>
          </a:xfrm>
          <a:custGeom>
            <a:avLst/>
            <a:gdLst>
              <a:gd name="connsiteX0" fmla="*/ 937527 w 937527"/>
              <a:gd name="connsiteY0" fmla="*/ 0 h 883346"/>
              <a:gd name="connsiteX1" fmla="*/ 937527 w 937527"/>
              <a:gd name="connsiteY1" fmla="*/ 34068 h 883346"/>
              <a:gd name="connsiteX2" fmla="*/ 88249 w 937527"/>
              <a:gd name="connsiteY2" fmla="*/ 883346 h 883346"/>
              <a:gd name="connsiteX3" fmla="*/ 0 w 937527"/>
              <a:gd name="connsiteY3" fmla="*/ 883346 h 883346"/>
              <a:gd name="connsiteX4" fmla="*/ 900 w 937527"/>
              <a:gd name="connsiteY4" fmla="*/ 881757 h 883346"/>
              <a:gd name="connsiteX5" fmla="*/ 210450 w 937527"/>
              <a:gd name="connsiteY5" fmla="*/ 191195 h 883346"/>
              <a:gd name="connsiteX6" fmla="*/ 904271 w 937527"/>
              <a:gd name="connsiteY6" fmla="*/ 38457 h 88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527" h="883346">
                <a:moveTo>
                  <a:pt x="937527" y="0"/>
                </a:moveTo>
                <a:lnTo>
                  <a:pt x="937527" y="34068"/>
                </a:lnTo>
                <a:cubicBezTo>
                  <a:pt x="937527" y="503111"/>
                  <a:pt x="557292" y="883346"/>
                  <a:pt x="88249" y="883346"/>
                </a:cubicBezTo>
                <a:lnTo>
                  <a:pt x="0" y="883346"/>
                </a:lnTo>
                <a:lnTo>
                  <a:pt x="900" y="881757"/>
                </a:lnTo>
                <a:cubicBezTo>
                  <a:pt x="135044" y="708720"/>
                  <a:pt x="208068" y="514252"/>
                  <a:pt x="210450" y="191195"/>
                </a:cubicBezTo>
                <a:cubicBezTo>
                  <a:pt x="472983" y="187723"/>
                  <a:pt x="766205" y="157813"/>
                  <a:pt x="904271" y="38457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>
            <a:outerShdw blurRad="279400" dist="139700" dir="13500000" algn="br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2" name="任意多边形: 形状 73">
            <a:extLst>
              <a:ext uri="{FF2B5EF4-FFF2-40B4-BE49-F238E27FC236}">
                <a16:creationId xmlns:a16="http://schemas.microsoft.com/office/drawing/2014/main" id="{95316B2B-C0F8-433F-926D-963CC0B3D6EB}"/>
              </a:ext>
            </a:extLst>
          </p:cNvPr>
          <p:cNvSpPr/>
          <p:nvPr/>
        </p:nvSpPr>
        <p:spPr>
          <a:xfrm>
            <a:off x="6521574" y="4089184"/>
            <a:ext cx="4627280" cy="1788087"/>
          </a:xfrm>
          <a:custGeom>
            <a:avLst/>
            <a:gdLst>
              <a:gd name="connsiteX0" fmla="*/ 465071 w 9728201"/>
              <a:gd name="connsiteY0" fmla="*/ 0 h 3759200"/>
              <a:gd name="connsiteX1" fmla="*/ 525423 w 9728201"/>
              <a:gd name="connsiteY1" fmla="*/ 0 h 3759200"/>
              <a:gd name="connsiteX2" fmla="*/ 8809076 w 9728201"/>
              <a:gd name="connsiteY2" fmla="*/ 0 h 3759200"/>
              <a:gd name="connsiteX3" fmla="*/ 9263129 w 9728201"/>
              <a:gd name="connsiteY3" fmla="*/ 0 h 3759200"/>
              <a:gd name="connsiteX4" fmla="*/ 9728200 w 9728201"/>
              <a:gd name="connsiteY4" fmla="*/ 465071 h 3759200"/>
              <a:gd name="connsiteX5" fmla="*/ 9728200 w 9728201"/>
              <a:gd name="connsiteY5" fmla="*/ 2862329 h 3759200"/>
              <a:gd name="connsiteX6" fmla="*/ 9726657 w 9728201"/>
              <a:gd name="connsiteY6" fmla="*/ 2877640 h 3759200"/>
              <a:gd name="connsiteX7" fmla="*/ 9728201 w 9728201"/>
              <a:gd name="connsiteY7" fmla="*/ 2875854 h 3759200"/>
              <a:gd name="connsiteX8" fmla="*/ 9728201 w 9728201"/>
              <a:gd name="connsiteY8" fmla="*/ 2909922 h 3759200"/>
              <a:gd name="connsiteX9" fmla="*/ 8878923 w 9728201"/>
              <a:gd name="connsiteY9" fmla="*/ 3759200 h 3759200"/>
              <a:gd name="connsiteX10" fmla="*/ 8809076 w 9728201"/>
              <a:gd name="connsiteY10" fmla="*/ 3759200 h 3759200"/>
              <a:gd name="connsiteX11" fmla="*/ 8790674 w 9728201"/>
              <a:gd name="connsiteY11" fmla="*/ 3759200 h 3759200"/>
              <a:gd name="connsiteX12" fmla="*/ 525423 w 9728201"/>
              <a:gd name="connsiteY12" fmla="*/ 3759200 h 3759200"/>
              <a:gd name="connsiteX13" fmla="*/ 0 w 9728201"/>
              <a:gd name="connsiteY13" fmla="*/ 3233777 h 3759200"/>
              <a:gd name="connsiteX14" fmla="*/ 0 w 9728201"/>
              <a:gd name="connsiteY14" fmla="*/ 525423 h 3759200"/>
              <a:gd name="connsiteX15" fmla="*/ 0 w 9728201"/>
              <a:gd name="connsiteY15" fmla="*/ 525422 h 3759200"/>
              <a:gd name="connsiteX16" fmla="*/ 0 w 9728201"/>
              <a:gd name="connsiteY16" fmla="*/ 465071 h 3759200"/>
              <a:gd name="connsiteX17" fmla="*/ 465071 w 9728201"/>
              <a:gd name="connsiteY17" fmla="*/ 0 h 375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728201" h="3759200">
                <a:moveTo>
                  <a:pt x="465071" y="0"/>
                </a:moveTo>
                <a:lnTo>
                  <a:pt x="525423" y="0"/>
                </a:lnTo>
                <a:lnTo>
                  <a:pt x="8809076" y="0"/>
                </a:lnTo>
                <a:lnTo>
                  <a:pt x="9263129" y="0"/>
                </a:lnTo>
                <a:cubicBezTo>
                  <a:pt x="9519981" y="0"/>
                  <a:pt x="9728200" y="208219"/>
                  <a:pt x="9728200" y="465071"/>
                </a:cubicBezTo>
                <a:lnTo>
                  <a:pt x="9728200" y="2862329"/>
                </a:lnTo>
                <a:lnTo>
                  <a:pt x="9726657" y="2877640"/>
                </a:lnTo>
                <a:lnTo>
                  <a:pt x="9728201" y="2875854"/>
                </a:lnTo>
                <a:lnTo>
                  <a:pt x="9728201" y="2909922"/>
                </a:lnTo>
                <a:cubicBezTo>
                  <a:pt x="9728201" y="3378965"/>
                  <a:pt x="9347966" y="3759200"/>
                  <a:pt x="8878923" y="3759200"/>
                </a:cubicBezTo>
                <a:lnTo>
                  <a:pt x="8809076" y="3759200"/>
                </a:lnTo>
                <a:lnTo>
                  <a:pt x="8790674" y="3759200"/>
                </a:lnTo>
                <a:lnTo>
                  <a:pt x="525423" y="3759200"/>
                </a:lnTo>
                <a:cubicBezTo>
                  <a:pt x="235240" y="3759200"/>
                  <a:pt x="0" y="3523960"/>
                  <a:pt x="0" y="3233777"/>
                </a:cubicBezTo>
                <a:lnTo>
                  <a:pt x="0" y="525423"/>
                </a:lnTo>
                <a:lnTo>
                  <a:pt x="0" y="525422"/>
                </a:lnTo>
                <a:lnTo>
                  <a:pt x="0" y="465071"/>
                </a:lnTo>
                <a:cubicBezTo>
                  <a:pt x="0" y="208219"/>
                  <a:pt x="208219" y="0"/>
                  <a:pt x="465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06400" dist="139700" dir="5400000" algn="t" rotWithShape="0">
              <a:srgbClr val="3B5463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3" name="任意多边形: 形状 74">
            <a:extLst>
              <a:ext uri="{FF2B5EF4-FFF2-40B4-BE49-F238E27FC236}">
                <a16:creationId xmlns:a16="http://schemas.microsoft.com/office/drawing/2014/main" id="{D2D52FE3-6DEC-4447-9795-FF8AD14A472E}"/>
              </a:ext>
            </a:extLst>
          </p:cNvPr>
          <p:cNvSpPr/>
          <p:nvPr/>
        </p:nvSpPr>
        <p:spPr>
          <a:xfrm>
            <a:off x="10702913" y="5457102"/>
            <a:ext cx="445941" cy="420169"/>
          </a:xfrm>
          <a:custGeom>
            <a:avLst/>
            <a:gdLst>
              <a:gd name="connsiteX0" fmla="*/ 937527 w 937527"/>
              <a:gd name="connsiteY0" fmla="*/ 0 h 883346"/>
              <a:gd name="connsiteX1" fmla="*/ 937527 w 937527"/>
              <a:gd name="connsiteY1" fmla="*/ 34068 h 883346"/>
              <a:gd name="connsiteX2" fmla="*/ 88249 w 937527"/>
              <a:gd name="connsiteY2" fmla="*/ 883346 h 883346"/>
              <a:gd name="connsiteX3" fmla="*/ 0 w 937527"/>
              <a:gd name="connsiteY3" fmla="*/ 883346 h 883346"/>
              <a:gd name="connsiteX4" fmla="*/ 900 w 937527"/>
              <a:gd name="connsiteY4" fmla="*/ 881757 h 883346"/>
              <a:gd name="connsiteX5" fmla="*/ 210450 w 937527"/>
              <a:gd name="connsiteY5" fmla="*/ 191195 h 883346"/>
              <a:gd name="connsiteX6" fmla="*/ 904271 w 937527"/>
              <a:gd name="connsiteY6" fmla="*/ 38457 h 88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527" h="883346">
                <a:moveTo>
                  <a:pt x="937527" y="0"/>
                </a:moveTo>
                <a:lnTo>
                  <a:pt x="937527" y="34068"/>
                </a:lnTo>
                <a:cubicBezTo>
                  <a:pt x="937527" y="503111"/>
                  <a:pt x="557292" y="883346"/>
                  <a:pt x="88249" y="883346"/>
                </a:cubicBezTo>
                <a:lnTo>
                  <a:pt x="0" y="883346"/>
                </a:lnTo>
                <a:lnTo>
                  <a:pt x="900" y="881757"/>
                </a:lnTo>
                <a:cubicBezTo>
                  <a:pt x="135044" y="708720"/>
                  <a:pt x="208068" y="514252"/>
                  <a:pt x="210450" y="191195"/>
                </a:cubicBezTo>
                <a:cubicBezTo>
                  <a:pt x="472983" y="187723"/>
                  <a:pt x="766205" y="157813"/>
                  <a:pt x="904271" y="38457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>
            <a:outerShdw blurRad="279400" dist="139700" dir="13500000" algn="br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2C65C20-509C-4C2E-B30E-062B92E1B2BE}"/>
              </a:ext>
            </a:extLst>
          </p:cNvPr>
          <p:cNvSpPr/>
          <p:nvPr/>
        </p:nvSpPr>
        <p:spPr>
          <a:xfrm>
            <a:off x="1277461" y="2007775"/>
            <a:ext cx="201378" cy="201378"/>
          </a:xfrm>
          <a:prstGeom prst="ellipse">
            <a:avLst/>
          </a:prstGeom>
          <a:solidFill>
            <a:srgbClr val="182863"/>
          </a:solidFill>
          <a:ln w="2222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BD9FAD-8B1C-47D4-9D93-A2E4D4521E35}"/>
              </a:ext>
            </a:extLst>
          </p:cNvPr>
          <p:cNvSpPr txBox="1"/>
          <p:nvPr/>
        </p:nvSpPr>
        <p:spPr>
          <a:xfrm>
            <a:off x="1572588" y="1945145"/>
            <a:ext cx="223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{{slide_08_title}}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45F711-4AFE-4985-80F7-5BC33F50A524}"/>
              </a:ext>
            </a:extLst>
          </p:cNvPr>
          <p:cNvSpPr txBox="1"/>
          <p:nvPr/>
        </p:nvSpPr>
        <p:spPr>
          <a:xfrm>
            <a:off x="1572588" y="2317974"/>
            <a:ext cx="36221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{{slide_08_body_1}}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D6E58A0-F056-4561-B3F4-1AD92C0066A2}"/>
              </a:ext>
            </a:extLst>
          </p:cNvPr>
          <p:cNvSpPr/>
          <p:nvPr/>
        </p:nvSpPr>
        <p:spPr>
          <a:xfrm>
            <a:off x="6774978" y="2007775"/>
            <a:ext cx="201378" cy="201378"/>
          </a:xfrm>
          <a:prstGeom prst="ellipse">
            <a:avLst/>
          </a:prstGeom>
          <a:solidFill>
            <a:srgbClr val="182863"/>
          </a:solidFill>
          <a:ln w="2222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61A7DF-54A6-46F7-BE48-5425E005DDBE}"/>
              </a:ext>
            </a:extLst>
          </p:cNvPr>
          <p:cNvSpPr txBox="1"/>
          <p:nvPr/>
        </p:nvSpPr>
        <p:spPr>
          <a:xfrm>
            <a:off x="7070104" y="1945145"/>
            <a:ext cx="223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工作职责概述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8ACB6B-A7B1-4532-B5BB-F736FC9BC099}"/>
              </a:ext>
            </a:extLst>
          </p:cNvPr>
          <p:cNvSpPr txBox="1"/>
          <p:nvPr/>
        </p:nvSpPr>
        <p:spPr>
          <a:xfrm>
            <a:off x="7070104" y="2317974"/>
            <a:ext cx="36030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{{slide_08_body_2}}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5F6A03E-7DCD-45B0-BEA5-CF248F41C62E}"/>
              </a:ext>
            </a:extLst>
          </p:cNvPr>
          <p:cNvSpPr/>
          <p:nvPr/>
        </p:nvSpPr>
        <p:spPr>
          <a:xfrm>
            <a:off x="1277461" y="4348251"/>
            <a:ext cx="201378" cy="201378"/>
          </a:xfrm>
          <a:prstGeom prst="ellipse">
            <a:avLst/>
          </a:prstGeom>
          <a:solidFill>
            <a:srgbClr val="182863"/>
          </a:solidFill>
          <a:ln w="2222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5EB921-BA1A-460E-8DA1-337ADDF54670}"/>
              </a:ext>
            </a:extLst>
          </p:cNvPr>
          <p:cNvSpPr txBox="1"/>
          <p:nvPr/>
        </p:nvSpPr>
        <p:spPr>
          <a:xfrm>
            <a:off x="1572588" y="4285622"/>
            <a:ext cx="223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工作职责概述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D0CE10-58ED-43CA-AB60-41B549DF6D71}"/>
              </a:ext>
            </a:extLst>
          </p:cNvPr>
          <p:cNvSpPr txBox="1"/>
          <p:nvPr/>
        </p:nvSpPr>
        <p:spPr>
          <a:xfrm>
            <a:off x="1572588" y="4660394"/>
            <a:ext cx="36221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{{slide_08_body_3}}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BE7D70C-9B74-429E-B78A-628DEAF23ACD}"/>
              </a:ext>
            </a:extLst>
          </p:cNvPr>
          <p:cNvSpPr/>
          <p:nvPr/>
        </p:nvSpPr>
        <p:spPr>
          <a:xfrm>
            <a:off x="6774978" y="4348251"/>
            <a:ext cx="201378" cy="201378"/>
          </a:xfrm>
          <a:prstGeom prst="ellipse">
            <a:avLst/>
          </a:prstGeom>
          <a:solidFill>
            <a:srgbClr val="182863"/>
          </a:solidFill>
          <a:ln w="2222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861797-AF3B-4748-B820-DD39AC590C2D}"/>
              </a:ext>
            </a:extLst>
          </p:cNvPr>
          <p:cNvSpPr txBox="1"/>
          <p:nvPr/>
        </p:nvSpPr>
        <p:spPr>
          <a:xfrm>
            <a:off x="7070104" y="4285622"/>
            <a:ext cx="223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工作职责概述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6712E3-D2B7-4DCA-BCAE-D9CDDCFFFD46}"/>
              </a:ext>
            </a:extLst>
          </p:cNvPr>
          <p:cNvSpPr txBox="1"/>
          <p:nvPr/>
        </p:nvSpPr>
        <p:spPr>
          <a:xfrm>
            <a:off x="7070104" y="4660394"/>
            <a:ext cx="36030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{{slide_08_body_4}}</a:t>
            </a:r>
          </a:p>
        </p:txBody>
      </p:sp>
    </p:spTree>
    <p:extLst>
      <p:ext uri="{BB962C8B-B14F-4D97-AF65-F5344CB8AC3E}">
        <p14:creationId xmlns:p14="http://schemas.microsoft.com/office/powerpoint/2010/main" val="4138972067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19" b="4353"/>
          <a:stretch/>
        </p:blipFill>
        <p:spPr>
          <a:xfrm>
            <a:off x="0" y="0"/>
            <a:ext cx="12191999" cy="2594360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5147172" y="3872005"/>
            <a:ext cx="6086628" cy="95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{{slide_09_title}}</a:t>
            </a:r>
          </a:p>
        </p:txBody>
      </p:sp>
      <p:sp>
        <p:nvSpPr>
          <p:cNvPr id="9" name="Rectangle 3"/>
          <p:cNvSpPr>
            <a:spLocks/>
          </p:cNvSpPr>
          <p:nvPr/>
        </p:nvSpPr>
        <p:spPr bwMode="auto">
          <a:xfrm>
            <a:off x="5214166" y="4842749"/>
            <a:ext cx="60912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r>
              <a:t>{{slide_09_body_1}}</a:t>
            </a:r>
          </a:p>
        </p:txBody>
      </p:sp>
      <p:sp>
        <p:nvSpPr>
          <p:cNvPr id="13" name="矩形 12"/>
          <p:cNvSpPr/>
          <p:nvPr/>
        </p:nvSpPr>
        <p:spPr>
          <a:xfrm>
            <a:off x="673603" y="3694316"/>
            <a:ext cx="452623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3800" dirty="0">
                <a:ln w="25400">
                  <a:solidFill>
                    <a:srgbClr val="182863"/>
                  </a:solidFill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  <a:endParaRPr lang="zh-CN" altLang="en-US" sz="13800" dirty="0">
              <a:ln w="25400">
                <a:solidFill>
                  <a:srgbClr val="182863"/>
                </a:solidFill>
              </a:ln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1" y="1"/>
            <a:ext cx="12192000" cy="2594359"/>
          </a:xfrm>
          <a:prstGeom prst="rect">
            <a:avLst/>
          </a:prstGeom>
          <a:gradFill>
            <a:gsLst>
              <a:gs pos="0">
                <a:srgbClr val="182863"/>
              </a:gs>
              <a:gs pos="100000">
                <a:srgbClr val="182863">
                  <a:alpha val="3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83390" y="4630699"/>
            <a:ext cx="2701636" cy="404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30">
            <a:extLst>
              <a:ext uri="{FF2B5EF4-FFF2-40B4-BE49-F238E27FC236}">
                <a16:creationId xmlns:a16="http://schemas.microsoft.com/office/drawing/2014/main" id="{BA8EA202-F87D-45AF-91DB-F2B3A7B8F57B}"/>
              </a:ext>
            </a:extLst>
          </p:cNvPr>
          <p:cNvSpPr txBox="1"/>
          <p:nvPr/>
        </p:nvSpPr>
        <p:spPr>
          <a:xfrm>
            <a:off x="1879554" y="4712789"/>
            <a:ext cx="207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228600"/>
            <a:r>
              <a:rPr lang="en-US" altLang="zh-CN" sz="12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B0604020202020204" pitchFamily="34" charset="0"/>
              </a:rPr>
              <a:t>PART TWO</a:t>
            </a:r>
            <a:endParaRPr lang="zh-CN" altLang="en-US" sz="1200" dirty="0">
              <a:solidFill>
                <a:srgbClr val="18286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B060402020202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556229" y="3988674"/>
            <a:ext cx="0" cy="1592318"/>
          </a:xfrm>
          <a:prstGeom prst="line">
            <a:avLst/>
          </a:prstGeom>
          <a:ln w="19050">
            <a:gradFill>
              <a:gsLst>
                <a:gs pos="50000">
                  <a:srgbClr val="182863"/>
                </a:gs>
                <a:gs pos="0">
                  <a:srgbClr val="182863">
                    <a:alpha val="0"/>
                  </a:srgbClr>
                </a:gs>
                <a:gs pos="100000">
                  <a:srgbClr val="182863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82719" y="989724"/>
            <a:ext cx="4638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{{slide_09_subtitle}}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82719" y="579222"/>
            <a:ext cx="2481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>
                <a:gradFill>
                  <a:gsLst>
                    <a:gs pos="35000">
                      <a:schemeClr val="bg1">
                        <a:alpha val="74000"/>
                      </a:schemeClr>
                    </a:gs>
                    <a:gs pos="86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FUTURE</a:t>
            </a:r>
            <a:endParaRPr lang="zh-CN" altLang="en-US" sz="2800" spc="300" dirty="0">
              <a:gradFill>
                <a:gsLst>
                  <a:gs pos="35000">
                    <a:schemeClr val="bg1">
                      <a:alpha val="74000"/>
                    </a:schemeClr>
                  </a:gs>
                  <a:gs pos="86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457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4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1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7" grpId="0" animBg="1"/>
      <p:bldP spid="5" grpId="0" animBg="1"/>
      <p:bldP spid="6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176DD9B-D7E4-4F8F-B275-BA235F20EA79}"/>
              </a:ext>
            </a:extLst>
          </p:cNvPr>
          <p:cNvSpPr/>
          <p:nvPr/>
        </p:nvSpPr>
        <p:spPr>
          <a:xfrm>
            <a:off x="1542141" y="1887287"/>
            <a:ext cx="3385612" cy="4141092"/>
          </a:xfrm>
          <a:prstGeom prst="rect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00" r="7092"/>
          <a:stretch/>
        </p:blipFill>
        <p:spPr>
          <a:xfrm flipH="1">
            <a:off x="1392505" y="2151529"/>
            <a:ext cx="3385612" cy="4025476"/>
          </a:xfrm>
          <a:custGeom>
            <a:avLst/>
            <a:gdLst>
              <a:gd name="connsiteX0" fmla="*/ 3978275 w 3978275"/>
              <a:gd name="connsiteY0" fmla="*/ 0 h 4866005"/>
              <a:gd name="connsiteX1" fmla="*/ 0 w 3978275"/>
              <a:gd name="connsiteY1" fmla="*/ 0 h 4866005"/>
              <a:gd name="connsiteX2" fmla="*/ 0 w 3978275"/>
              <a:gd name="connsiteY2" fmla="*/ 4866005 h 4866005"/>
              <a:gd name="connsiteX3" fmla="*/ 3978275 w 3978275"/>
              <a:gd name="connsiteY3" fmla="*/ 4866005 h 4866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275" h="4866005">
                <a:moveTo>
                  <a:pt x="3978275" y="0"/>
                </a:moveTo>
                <a:lnTo>
                  <a:pt x="0" y="0"/>
                </a:lnTo>
                <a:lnTo>
                  <a:pt x="0" y="4866005"/>
                </a:lnTo>
                <a:lnTo>
                  <a:pt x="3978275" y="4866005"/>
                </a:lnTo>
                <a:close/>
              </a:path>
            </a:pathLst>
          </a:custGeom>
        </p:spPr>
      </p:pic>
      <p:sp>
        <p:nvSpPr>
          <p:cNvPr id="13" name="矩形: 圆角 40">
            <a:extLst>
              <a:ext uri="{FF2B5EF4-FFF2-40B4-BE49-F238E27FC236}">
                <a16:creationId xmlns:a16="http://schemas.microsoft.com/office/drawing/2014/main" id="{22CBA4DC-7504-49A0-9B59-76C7B15772C7}"/>
              </a:ext>
            </a:extLst>
          </p:cNvPr>
          <p:cNvSpPr/>
          <p:nvPr/>
        </p:nvSpPr>
        <p:spPr>
          <a:xfrm>
            <a:off x="4458362" y="2304909"/>
            <a:ext cx="6218135" cy="3317958"/>
          </a:xfrm>
          <a:prstGeom prst="roundRect">
            <a:avLst>
              <a:gd name="adj" fmla="val 1299"/>
            </a:avLst>
          </a:prstGeom>
          <a:solidFill>
            <a:schemeClr val="bg1"/>
          </a:solidFill>
          <a:ln>
            <a:noFill/>
          </a:ln>
          <a:effectLst>
            <a:outerShdw blurRad="558800" dist="177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424FA8-3D0E-4AEA-88BA-74EC38090DB9}"/>
              </a:ext>
            </a:extLst>
          </p:cNvPr>
          <p:cNvSpPr/>
          <p:nvPr/>
        </p:nvSpPr>
        <p:spPr>
          <a:xfrm>
            <a:off x="4464220" y="5599473"/>
            <a:ext cx="6220555" cy="30637"/>
          </a:xfrm>
          <a:prstGeom prst="rect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CD5952-DCA9-4832-95B4-4A671F6E5D7F}"/>
              </a:ext>
            </a:extLst>
          </p:cNvPr>
          <p:cNvSpPr txBox="1"/>
          <p:nvPr/>
        </p:nvSpPr>
        <p:spPr>
          <a:xfrm>
            <a:off x="4743572" y="2852936"/>
            <a:ext cx="27457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t>{{slide_10_title}}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57DBC8-C5DD-4D86-B19A-EC635E5685CA}"/>
              </a:ext>
            </a:extLst>
          </p:cNvPr>
          <p:cNvSpPr/>
          <p:nvPr/>
        </p:nvSpPr>
        <p:spPr>
          <a:xfrm>
            <a:off x="4822333" y="4612094"/>
            <a:ext cx="609082" cy="609082"/>
          </a:xfrm>
          <a:prstGeom prst="ellipse">
            <a:avLst/>
          </a:prstGeom>
          <a:solidFill>
            <a:srgbClr val="182863"/>
          </a:solidFill>
          <a:ln w="19050">
            <a:solidFill>
              <a:schemeClr val="bg1"/>
            </a:solidFill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32FAE2-C2D9-4B6C-8582-FAE5B7C48E6C}"/>
              </a:ext>
            </a:extLst>
          </p:cNvPr>
          <p:cNvSpPr txBox="1"/>
          <p:nvPr/>
        </p:nvSpPr>
        <p:spPr>
          <a:xfrm>
            <a:off x="5463386" y="4581128"/>
            <a:ext cx="99503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78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%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7A6B640-755A-45D7-97FA-16868A200421}"/>
              </a:ext>
            </a:extLst>
          </p:cNvPr>
          <p:cNvSpPr/>
          <p:nvPr/>
        </p:nvSpPr>
        <p:spPr>
          <a:xfrm>
            <a:off x="6758493" y="4612094"/>
            <a:ext cx="609082" cy="609082"/>
          </a:xfrm>
          <a:prstGeom prst="ellipse">
            <a:avLst/>
          </a:prstGeom>
          <a:solidFill>
            <a:srgbClr val="182863"/>
          </a:solidFill>
          <a:ln w="19050">
            <a:solidFill>
              <a:schemeClr val="bg1"/>
            </a:solidFill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00AF63-BC20-4502-A77E-DDABCD16F8BB}"/>
              </a:ext>
            </a:extLst>
          </p:cNvPr>
          <p:cNvSpPr txBox="1"/>
          <p:nvPr/>
        </p:nvSpPr>
        <p:spPr>
          <a:xfrm>
            <a:off x="7470689" y="4581128"/>
            <a:ext cx="7257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65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+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271C4FB-CF69-462B-BFE9-87B4287C4EB5}"/>
              </a:ext>
            </a:extLst>
          </p:cNvPr>
          <p:cNvSpPr/>
          <p:nvPr/>
        </p:nvSpPr>
        <p:spPr>
          <a:xfrm>
            <a:off x="8765796" y="4612094"/>
            <a:ext cx="609082" cy="609082"/>
          </a:xfrm>
          <a:prstGeom prst="ellipse">
            <a:avLst/>
          </a:prstGeom>
          <a:solidFill>
            <a:srgbClr val="182863"/>
          </a:solidFill>
          <a:ln w="19050">
            <a:solidFill>
              <a:schemeClr val="bg1"/>
            </a:solidFill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83F56-19FD-4C5F-8F31-775E9FA6E5F3}"/>
              </a:ext>
            </a:extLst>
          </p:cNvPr>
          <p:cNvSpPr txBox="1"/>
          <p:nvPr/>
        </p:nvSpPr>
        <p:spPr>
          <a:xfrm>
            <a:off x="9379756" y="4581128"/>
            <a:ext cx="7257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85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万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5AC348F-2610-4ECB-B970-2D968721B5D4}"/>
              </a:ext>
            </a:extLst>
          </p:cNvPr>
          <p:cNvCxnSpPr/>
          <p:nvPr/>
        </p:nvCxnSpPr>
        <p:spPr>
          <a:xfrm>
            <a:off x="4458363" y="4225540"/>
            <a:ext cx="6218134" cy="0"/>
          </a:xfrm>
          <a:prstGeom prst="line">
            <a:avLst/>
          </a:prstGeom>
          <a:ln w="12700">
            <a:solidFill>
              <a:srgbClr val="18286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D8CD945-4B2C-45D4-939B-578176DD28BE}"/>
              </a:ext>
            </a:extLst>
          </p:cNvPr>
          <p:cNvSpPr txBox="1"/>
          <p:nvPr/>
        </p:nvSpPr>
        <p:spPr>
          <a:xfrm>
            <a:off x="4756332" y="3205425"/>
            <a:ext cx="5630521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{{slide_10_body_1}}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F0E3006-AAE1-48AD-A48D-9F47D53F54D2}"/>
              </a:ext>
            </a:extLst>
          </p:cNvPr>
          <p:cNvSpPr txBox="1"/>
          <p:nvPr/>
        </p:nvSpPr>
        <p:spPr>
          <a:xfrm>
            <a:off x="5469343" y="4968170"/>
            <a:ext cx="1007215" cy="4770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rgbClr val="C2C2C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此处添加详细文本描述</a:t>
            </a:r>
            <a:endParaRPr lang="zh-CN" altLang="en-US" sz="10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8ABE453-7F35-49DA-A3A0-9DDCEEF461FD}"/>
              </a:ext>
            </a:extLst>
          </p:cNvPr>
          <p:cNvSpPr txBox="1"/>
          <p:nvPr/>
        </p:nvSpPr>
        <p:spPr>
          <a:xfrm>
            <a:off x="7489293" y="4968170"/>
            <a:ext cx="1007215" cy="4770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rgbClr val="C2C2C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此处添加详细文本描述</a:t>
            </a:r>
            <a:endParaRPr lang="zh-CN" altLang="en-US" sz="10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81B401-D17A-49B9-87AF-89027875C068}"/>
              </a:ext>
            </a:extLst>
          </p:cNvPr>
          <p:cNvSpPr txBox="1"/>
          <p:nvPr/>
        </p:nvSpPr>
        <p:spPr>
          <a:xfrm>
            <a:off x="9393344" y="4968170"/>
            <a:ext cx="1007215" cy="4770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200">
                <a:solidFill>
                  <a:srgbClr val="C2C2C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此处添加详细文本描述</a:t>
            </a:r>
            <a:endParaRPr lang="zh-CN" altLang="en-US" sz="10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7" name="invesment-purse_73104">
            <a:extLst>
              <a:ext uri="{FF2B5EF4-FFF2-40B4-BE49-F238E27FC236}">
                <a16:creationId xmlns:a16="http://schemas.microsoft.com/office/drawing/2014/main" id="{08602742-38D9-42E9-829D-2D59141D8AB6}"/>
              </a:ext>
            </a:extLst>
          </p:cNvPr>
          <p:cNvSpPr/>
          <p:nvPr/>
        </p:nvSpPr>
        <p:spPr>
          <a:xfrm>
            <a:off x="4974763" y="4771759"/>
            <a:ext cx="304224" cy="289753"/>
          </a:xfrm>
          <a:custGeom>
            <a:avLst/>
            <a:gdLst>
              <a:gd name="connsiteX0" fmla="*/ 69048 w 609763"/>
              <a:gd name="connsiteY0" fmla="*/ 467002 h 580760"/>
              <a:gd name="connsiteX1" fmla="*/ 84749 w 609763"/>
              <a:gd name="connsiteY1" fmla="*/ 482703 h 580760"/>
              <a:gd name="connsiteX2" fmla="*/ 69048 w 609763"/>
              <a:gd name="connsiteY2" fmla="*/ 498404 h 580760"/>
              <a:gd name="connsiteX3" fmla="*/ 53347 w 609763"/>
              <a:gd name="connsiteY3" fmla="*/ 482703 h 580760"/>
              <a:gd name="connsiteX4" fmla="*/ 69048 w 609763"/>
              <a:gd name="connsiteY4" fmla="*/ 467002 h 580760"/>
              <a:gd name="connsiteX5" fmla="*/ 69048 w 609763"/>
              <a:gd name="connsiteY5" fmla="*/ 327212 h 580760"/>
              <a:gd name="connsiteX6" fmla="*/ 84749 w 609763"/>
              <a:gd name="connsiteY6" fmla="*/ 342913 h 580760"/>
              <a:gd name="connsiteX7" fmla="*/ 69048 w 609763"/>
              <a:gd name="connsiteY7" fmla="*/ 358614 h 580760"/>
              <a:gd name="connsiteX8" fmla="*/ 53347 w 609763"/>
              <a:gd name="connsiteY8" fmla="*/ 342913 h 580760"/>
              <a:gd name="connsiteX9" fmla="*/ 69048 w 609763"/>
              <a:gd name="connsiteY9" fmla="*/ 327212 h 580760"/>
              <a:gd name="connsiteX10" fmla="*/ 443351 w 609763"/>
              <a:gd name="connsiteY10" fmla="*/ 299768 h 580760"/>
              <a:gd name="connsiteX11" fmla="*/ 370388 w 609763"/>
              <a:gd name="connsiteY11" fmla="*/ 324702 h 580760"/>
              <a:gd name="connsiteX12" fmla="*/ 358882 w 609763"/>
              <a:gd name="connsiteY12" fmla="*/ 368686 h 580760"/>
              <a:gd name="connsiteX13" fmla="*/ 363653 w 609763"/>
              <a:gd name="connsiteY13" fmla="*/ 378772 h 580760"/>
              <a:gd name="connsiteX14" fmla="*/ 347096 w 609763"/>
              <a:gd name="connsiteY14" fmla="*/ 410429 h 580760"/>
              <a:gd name="connsiteX15" fmla="*/ 360285 w 609763"/>
              <a:gd name="connsiteY15" fmla="*/ 417153 h 580760"/>
              <a:gd name="connsiteX16" fmla="*/ 359163 w 609763"/>
              <a:gd name="connsiteY16" fmla="*/ 426118 h 580760"/>
              <a:gd name="connsiteX17" fmla="*/ 365056 w 609763"/>
              <a:gd name="connsiteY17" fmla="*/ 441526 h 580760"/>
              <a:gd name="connsiteX18" fmla="*/ 363933 w 609763"/>
              <a:gd name="connsiteY18" fmla="*/ 455534 h 580760"/>
              <a:gd name="connsiteX19" fmla="*/ 381332 w 609763"/>
              <a:gd name="connsiteY19" fmla="*/ 463658 h 580760"/>
              <a:gd name="connsiteX20" fmla="*/ 404063 w 609763"/>
              <a:gd name="connsiteY20" fmla="*/ 460016 h 580760"/>
              <a:gd name="connsiteX21" fmla="*/ 392277 w 609763"/>
              <a:gd name="connsiteY21" fmla="*/ 489993 h 580760"/>
              <a:gd name="connsiteX22" fmla="*/ 499476 w 609763"/>
              <a:gd name="connsiteY22" fmla="*/ 489993 h 580760"/>
              <a:gd name="connsiteX23" fmla="*/ 468888 w 609763"/>
              <a:gd name="connsiteY23" fmla="*/ 437884 h 580760"/>
              <a:gd name="connsiteX24" fmla="*/ 499196 w 609763"/>
              <a:gd name="connsiteY24" fmla="*/ 360842 h 580760"/>
              <a:gd name="connsiteX25" fmla="*/ 443351 w 609763"/>
              <a:gd name="connsiteY25" fmla="*/ 299768 h 580760"/>
              <a:gd name="connsiteX26" fmla="*/ 394522 w 609763"/>
              <a:gd name="connsiteY26" fmla="*/ 208438 h 580760"/>
              <a:gd name="connsiteX27" fmla="*/ 405466 w 609763"/>
              <a:gd name="connsiteY27" fmla="*/ 213481 h 580760"/>
              <a:gd name="connsiteX28" fmla="*/ 416972 w 609763"/>
              <a:gd name="connsiteY28" fmla="*/ 244578 h 580760"/>
              <a:gd name="connsiteX29" fmla="*/ 431845 w 609763"/>
              <a:gd name="connsiteY29" fmla="*/ 252702 h 580760"/>
              <a:gd name="connsiteX30" fmla="*/ 441106 w 609763"/>
              <a:gd name="connsiteY30" fmla="*/ 245699 h 580760"/>
              <a:gd name="connsiteX31" fmla="*/ 455137 w 609763"/>
              <a:gd name="connsiteY31" fmla="*/ 215162 h 580760"/>
              <a:gd name="connsiteX32" fmla="*/ 466082 w 609763"/>
              <a:gd name="connsiteY32" fmla="*/ 211240 h 580760"/>
              <a:gd name="connsiteX33" fmla="*/ 534555 w 609763"/>
              <a:gd name="connsiteY33" fmla="*/ 242617 h 580760"/>
              <a:gd name="connsiteX34" fmla="*/ 538764 w 609763"/>
              <a:gd name="connsiteY34" fmla="*/ 253823 h 580760"/>
              <a:gd name="connsiteX35" fmla="*/ 524733 w 609763"/>
              <a:gd name="connsiteY35" fmla="*/ 284080 h 580760"/>
              <a:gd name="connsiteX36" fmla="*/ 529223 w 609763"/>
              <a:gd name="connsiteY36" fmla="*/ 300329 h 580760"/>
              <a:gd name="connsiteX37" fmla="*/ 541009 w 609763"/>
              <a:gd name="connsiteY37" fmla="*/ 301729 h 580760"/>
              <a:gd name="connsiteX38" fmla="*/ 572439 w 609763"/>
              <a:gd name="connsiteY38" fmla="*/ 290243 h 580760"/>
              <a:gd name="connsiteX39" fmla="*/ 583103 w 609763"/>
              <a:gd name="connsiteY39" fmla="*/ 295286 h 580760"/>
              <a:gd name="connsiteX40" fmla="*/ 609201 w 609763"/>
              <a:gd name="connsiteY40" fmla="*/ 365885 h 580760"/>
              <a:gd name="connsiteX41" fmla="*/ 604431 w 609763"/>
              <a:gd name="connsiteY41" fmla="*/ 376530 h 580760"/>
              <a:gd name="connsiteX42" fmla="*/ 573001 w 609763"/>
              <a:gd name="connsiteY42" fmla="*/ 388297 h 580760"/>
              <a:gd name="connsiteX43" fmla="*/ 565143 w 609763"/>
              <a:gd name="connsiteY43" fmla="*/ 396982 h 580760"/>
              <a:gd name="connsiteX44" fmla="*/ 572159 w 609763"/>
              <a:gd name="connsiteY44" fmla="*/ 412110 h 580760"/>
              <a:gd name="connsiteX45" fmla="*/ 602466 w 609763"/>
              <a:gd name="connsiteY45" fmla="*/ 426118 h 580760"/>
              <a:gd name="connsiteX46" fmla="*/ 606395 w 609763"/>
              <a:gd name="connsiteY46" fmla="*/ 437044 h 580760"/>
              <a:gd name="connsiteX47" fmla="*/ 574965 w 609763"/>
              <a:gd name="connsiteY47" fmla="*/ 505681 h 580760"/>
              <a:gd name="connsiteX48" fmla="*/ 563740 w 609763"/>
              <a:gd name="connsiteY48" fmla="*/ 509604 h 580760"/>
              <a:gd name="connsiteX49" fmla="*/ 533432 w 609763"/>
              <a:gd name="connsiteY49" fmla="*/ 495596 h 580760"/>
              <a:gd name="connsiteX50" fmla="*/ 517156 w 609763"/>
              <a:gd name="connsiteY50" fmla="*/ 500358 h 580760"/>
              <a:gd name="connsiteX51" fmla="*/ 515753 w 609763"/>
              <a:gd name="connsiteY51" fmla="*/ 511845 h 580760"/>
              <a:gd name="connsiteX52" fmla="*/ 527258 w 609763"/>
              <a:gd name="connsiteY52" fmla="*/ 543222 h 580760"/>
              <a:gd name="connsiteX53" fmla="*/ 522488 w 609763"/>
              <a:gd name="connsiteY53" fmla="*/ 554148 h 580760"/>
              <a:gd name="connsiteX54" fmla="*/ 451489 w 609763"/>
              <a:gd name="connsiteY54" fmla="*/ 580202 h 580760"/>
              <a:gd name="connsiteX55" fmla="*/ 440825 w 609763"/>
              <a:gd name="connsiteY55" fmla="*/ 575160 h 580760"/>
              <a:gd name="connsiteX56" fmla="*/ 429320 w 609763"/>
              <a:gd name="connsiteY56" fmla="*/ 543782 h 580760"/>
              <a:gd name="connsiteX57" fmla="*/ 414727 w 609763"/>
              <a:gd name="connsiteY57" fmla="*/ 535658 h 580760"/>
              <a:gd name="connsiteX58" fmla="*/ 405186 w 609763"/>
              <a:gd name="connsiteY58" fmla="*/ 542942 h 580760"/>
              <a:gd name="connsiteX59" fmla="*/ 391154 w 609763"/>
              <a:gd name="connsiteY59" fmla="*/ 573198 h 580760"/>
              <a:gd name="connsiteX60" fmla="*/ 380210 w 609763"/>
              <a:gd name="connsiteY60" fmla="*/ 577401 h 580760"/>
              <a:gd name="connsiteX61" fmla="*/ 311456 w 609763"/>
              <a:gd name="connsiteY61" fmla="*/ 545743 h 580760"/>
              <a:gd name="connsiteX62" fmla="*/ 307527 w 609763"/>
              <a:gd name="connsiteY62" fmla="*/ 534537 h 580760"/>
              <a:gd name="connsiteX63" fmla="*/ 321559 w 609763"/>
              <a:gd name="connsiteY63" fmla="*/ 504561 h 580760"/>
              <a:gd name="connsiteX64" fmla="*/ 317069 w 609763"/>
              <a:gd name="connsiteY64" fmla="*/ 488312 h 580760"/>
              <a:gd name="connsiteX65" fmla="*/ 305282 w 609763"/>
              <a:gd name="connsiteY65" fmla="*/ 486631 h 580760"/>
              <a:gd name="connsiteX66" fmla="*/ 273852 w 609763"/>
              <a:gd name="connsiteY66" fmla="*/ 498397 h 580760"/>
              <a:gd name="connsiteX67" fmla="*/ 263188 w 609763"/>
              <a:gd name="connsiteY67" fmla="*/ 493355 h 580760"/>
              <a:gd name="connsiteX68" fmla="*/ 236809 w 609763"/>
              <a:gd name="connsiteY68" fmla="*/ 422756 h 580760"/>
              <a:gd name="connsiteX69" fmla="*/ 241861 w 609763"/>
              <a:gd name="connsiteY69" fmla="*/ 411830 h 580760"/>
              <a:gd name="connsiteX70" fmla="*/ 273291 w 609763"/>
              <a:gd name="connsiteY70" fmla="*/ 400344 h 580760"/>
              <a:gd name="connsiteX71" fmla="*/ 281429 w 609763"/>
              <a:gd name="connsiteY71" fmla="*/ 385776 h 580760"/>
              <a:gd name="connsiteX72" fmla="*/ 274133 w 609763"/>
              <a:gd name="connsiteY72" fmla="*/ 376530 h 580760"/>
              <a:gd name="connsiteX73" fmla="*/ 243825 w 609763"/>
              <a:gd name="connsiteY73" fmla="*/ 362523 h 580760"/>
              <a:gd name="connsiteX74" fmla="*/ 239896 w 609763"/>
              <a:gd name="connsiteY74" fmla="*/ 351317 h 580760"/>
              <a:gd name="connsiteX75" fmla="*/ 271327 w 609763"/>
              <a:gd name="connsiteY75" fmla="*/ 282959 h 580760"/>
              <a:gd name="connsiteX76" fmla="*/ 282552 w 609763"/>
              <a:gd name="connsiteY76" fmla="*/ 278757 h 580760"/>
              <a:gd name="connsiteX77" fmla="*/ 312859 w 609763"/>
              <a:gd name="connsiteY77" fmla="*/ 292764 h 580760"/>
              <a:gd name="connsiteX78" fmla="*/ 328855 w 609763"/>
              <a:gd name="connsiteY78" fmla="*/ 288282 h 580760"/>
              <a:gd name="connsiteX79" fmla="*/ 330539 w 609763"/>
              <a:gd name="connsiteY79" fmla="*/ 276796 h 580760"/>
              <a:gd name="connsiteX80" fmla="*/ 318752 w 609763"/>
              <a:gd name="connsiteY80" fmla="*/ 245418 h 580760"/>
              <a:gd name="connsiteX81" fmla="*/ 323804 w 609763"/>
              <a:gd name="connsiteY81" fmla="*/ 234492 h 580760"/>
              <a:gd name="connsiteX82" fmla="*/ 69048 w 609763"/>
              <a:gd name="connsiteY82" fmla="*/ 187422 h 580760"/>
              <a:gd name="connsiteX83" fmla="*/ 84749 w 609763"/>
              <a:gd name="connsiteY83" fmla="*/ 203123 h 580760"/>
              <a:gd name="connsiteX84" fmla="*/ 69048 w 609763"/>
              <a:gd name="connsiteY84" fmla="*/ 218824 h 580760"/>
              <a:gd name="connsiteX85" fmla="*/ 53347 w 609763"/>
              <a:gd name="connsiteY85" fmla="*/ 203123 h 580760"/>
              <a:gd name="connsiteX86" fmla="*/ 69048 w 609763"/>
              <a:gd name="connsiteY86" fmla="*/ 187422 h 580760"/>
              <a:gd name="connsiteX87" fmla="*/ 70434 w 609763"/>
              <a:gd name="connsiteY87" fmla="*/ 0 h 580760"/>
              <a:gd name="connsiteX88" fmla="*/ 409976 w 609763"/>
              <a:gd name="connsiteY88" fmla="*/ 0 h 580760"/>
              <a:gd name="connsiteX89" fmla="*/ 436635 w 609763"/>
              <a:gd name="connsiteY89" fmla="*/ 21853 h 580760"/>
              <a:gd name="connsiteX90" fmla="*/ 480130 w 609763"/>
              <a:gd name="connsiteY90" fmla="*/ 180149 h 580760"/>
              <a:gd name="connsiteX91" fmla="*/ 480410 w 609763"/>
              <a:gd name="connsiteY91" fmla="*/ 181270 h 580760"/>
              <a:gd name="connsiteX92" fmla="*/ 480410 w 609763"/>
              <a:gd name="connsiteY92" fmla="*/ 192196 h 580760"/>
              <a:gd name="connsiteX93" fmla="*/ 475920 w 609763"/>
              <a:gd name="connsiteY93" fmla="*/ 189955 h 580760"/>
              <a:gd name="connsiteX94" fmla="*/ 458522 w 609763"/>
              <a:gd name="connsiteY94" fmla="*/ 187713 h 580760"/>
              <a:gd name="connsiteX95" fmla="*/ 458522 w 609763"/>
              <a:gd name="connsiteY95" fmla="*/ 181270 h 580760"/>
              <a:gd name="connsiteX96" fmla="*/ 436635 w 609763"/>
              <a:gd name="connsiteY96" fmla="*/ 159697 h 580760"/>
              <a:gd name="connsiteX97" fmla="*/ 43775 w 609763"/>
              <a:gd name="connsiteY97" fmla="*/ 159697 h 580760"/>
              <a:gd name="connsiteX98" fmla="*/ 21888 w 609763"/>
              <a:gd name="connsiteY98" fmla="*/ 181270 h 580760"/>
              <a:gd name="connsiteX99" fmla="*/ 21888 w 609763"/>
              <a:gd name="connsiteY99" fmla="*/ 224977 h 580760"/>
              <a:gd name="connsiteX100" fmla="*/ 43775 w 609763"/>
              <a:gd name="connsiteY100" fmla="*/ 246830 h 580760"/>
              <a:gd name="connsiteX101" fmla="*/ 295486 w 609763"/>
              <a:gd name="connsiteY101" fmla="*/ 246830 h 580760"/>
              <a:gd name="connsiteX102" fmla="*/ 296889 w 609763"/>
              <a:gd name="connsiteY102" fmla="*/ 253274 h 580760"/>
              <a:gd name="connsiteX103" fmla="*/ 299976 w 609763"/>
              <a:gd name="connsiteY103" fmla="*/ 261118 h 580760"/>
              <a:gd name="connsiteX104" fmla="*/ 292119 w 609763"/>
              <a:gd name="connsiteY104" fmla="*/ 257756 h 580760"/>
              <a:gd name="connsiteX105" fmla="*/ 250307 w 609763"/>
              <a:gd name="connsiteY105" fmla="*/ 273166 h 580760"/>
              <a:gd name="connsiteX106" fmla="*/ 238241 w 609763"/>
              <a:gd name="connsiteY106" fmla="*/ 299222 h 580760"/>
              <a:gd name="connsiteX107" fmla="*/ 43775 w 609763"/>
              <a:gd name="connsiteY107" fmla="*/ 299222 h 580760"/>
              <a:gd name="connsiteX108" fmla="*/ 21888 w 609763"/>
              <a:gd name="connsiteY108" fmla="*/ 321075 h 580760"/>
              <a:gd name="connsiteX109" fmla="*/ 21888 w 609763"/>
              <a:gd name="connsiteY109" fmla="*/ 364781 h 580760"/>
              <a:gd name="connsiteX110" fmla="*/ 43775 w 609763"/>
              <a:gd name="connsiteY110" fmla="*/ 386634 h 580760"/>
              <a:gd name="connsiteX111" fmla="*/ 240486 w 609763"/>
              <a:gd name="connsiteY111" fmla="*/ 386634 h 580760"/>
              <a:gd name="connsiteX112" fmla="*/ 241889 w 609763"/>
              <a:gd name="connsiteY112" fmla="*/ 387195 h 580760"/>
              <a:gd name="connsiteX113" fmla="*/ 233751 w 609763"/>
              <a:gd name="connsiteY113" fmla="*/ 389997 h 580760"/>
              <a:gd name="connsiteX114" fmla="*/ 214950 w 609763"/>
              <a:gd name="connsiteY114" fmla="*/ 430621 h 580760"/>
              <a:gd name="connsiteX115" fmla="*/ 218317 w 609763"/>
              <a:gd name="connsiteY115" fmla="*/ 439026 h 580760"/>
              <a:gd name="connsiteX116" fmla="*/ 43775 w 609763"/>
              <a:gd name="connsiteY116" fmla="*/ 439026 h 580760"/>
              <a:gd name="connsiteX117" fmla="*/ 21888 w 609763"/>
              <a:gd name="connsiteY117" fmla="*/ 460879 h 580760"/>
              <a:gd name="connsiteX118" fmla="*/ 21888 w 609763"/>
              <a:gd name="connsiteY118" fmla="*/ 504586 h 580760"/>
              <a:gd name="connsiteX119" fmla="*/ 43775 w 609763"/>
              <a:gd name="connsiteY119" fmla="*/ 526439 h 580760"/>
              <a:gd name="connsiteX120" fmla="*/ 285945 w 609763"/>
              <a:gd name="connsiteY120" fmla="*/ 526439 h 580760"/>
              <a:gd name="connsiteX121" fmla="*/ 285103 w 609763"/>
              <a:gd name="connsiteY121" fmla="*/ 548012 h 580760"/>
              <a:gd name="connsiteX122" fmla="*/ 43775 w 609763"/>
              <a:gd name="connsiteY122" fmla="*/ 548012 h 580760"/>
              <a:gd name="connsiteX123" fmla="*/ 0 w 609763"/>
              <a:gd name="connsiteY123" fmla="*/ 504586 h 580760"/>
              <a:gd name="connsiteX124" fmla="*/ 0 w 609763"/>
              <a:gd name="connsiteY124" fmla="*/ 460879 h 580760"/>
              <a:gd name="connsiteX125" fmla="*/ 280 w 609763"/>
              <a:gd name="connsiteY125" fmla="*/ 459479 h 580760"/>
              <a:gd name="connsiteX126" fmla="*/ 11505 w 609763"/>
              <a:gd name="connsiteY126" fmla="*/ 394199 h 580760"/>
              <a:gd name="connsiteX127" fmla="*/ 0 w 609763"/>
              <a:gd name="connsiteY127" fmla="*/ 364781 h 580760"/>
              <a:gd name="connsiteX128" fmla="*/ 0 w 609763"/>
              <a:gd name="connsiteY128" fmla="*/ 321075 h 580760"/>
              <a:gd name="connsiteX129" fmla="*/ 280 w 609763"/>
              <a:gd name="connsiteY129" fmla="*/ 319954 h 580760"/>
              <a:gd name="connsiteX130" fmla="*/ 11505 w 609763"/>
              <a:gd name="connsiteY130" fmla="*/ 254394 h 580760"/>
              <a:gd name="connsiteX131" fmla="*/ 0 w 609763"/>
              <a:gd name="connsiteY131" fmla="*/ 224977 h 580760"/>
              <a:gd name="connsiteX132" fmla="*/ 0 w 609763"/>
              <a:gd name="connsiteY132" fmla="*/ 181270 h 580760"/>
              <a:gd name="connsiteX133" fmla="*/ 280 w 609763"/>
              <a:gd name="connsiteY133" fmla="*/ 180149 h 580760"/>
              <a:gd name="connsiteX134" fmla="*/ 43775 w 609763"/>
              <a:gd name="connsiteY134" fmla="*/ 21853 h 580760"/>
              <a:gd name="connsiteX135" fmla="*/ 70434 w 609763"/>
              <a:gd name="connsiteY135" fmla="*/ 0 h 58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609763" h="580760">
                <a:moveTo>
                  <a:pt x="69048" y="467002"/>
                </a:moveTo>
                <a:cubicBezTo>
                  <a:pt x="77719" y="467002"/>
                  <a:pt x="84749" y="474032"/>
                  <a:pt x="84749" y="482703"/>
                </a:cubicBezTo>
                <a:cubicBezTo>
                  <a:pt x="84749" y="491374"/>
                  <a:pt x="77719" y="498404"/>
                  <a:pt x="69048" y="498404"/>
                </a:cubicBezTo>
                <a:cubicBezTo>
                  <a:pt x="60377" y="498404"/>
                  <a:pt x="53347" y="491374"/>
                  <a:pt x="53347" y="482703"/>
                </a:cubicBezTo>
                <a:cubicBezTo>
                  <a:pt x="53347" y="474032"/>
                  <a:pt x="60377" y="467002"/>
                  <a:pt x="69048" y="467002"/>
                </a:cubicBezTo>
                <a:close/>
                <a:moveTo>
                  <a:pt x="69048" y="327212"/>
                </a:moveTo>
                <a:cubicBezTo>
                  <a:pt x="77719" y="327212"/>
                  <a:pt x="84749" y="334242"/>
                  <a:pt x="84749" y="342913"/>
                </a:cubicBezTo>
                <a:cubicBezTo>
                  <a:pt x="84749" y="351584"/>
                  <a:pt x="77719" y="358614"/>
                  <a:pt x="69048" y="358614"/>
                </a:cubicBezTo>
                <a:cubicBezTo>
                  <a:pt x="60377" y="358614"/>
                  <a:pt x="53347" y="351584"/>
                  <a:pt x="53347" y="342913"/>
                </a:cubicBezTo>
                <a:cubicBezTo>
                  <a:pt x="53347" y="334242"/>
                  <a:pt x="60377" y="327212"/>
                  <a:pt x="69048" y="327212"/>
                </a:cubicBezTo>
                <a:close/>
                <a:moveTo>
                  <a:pt x="443351" y="299768"/>
                </a:moveTo>
                <a:cubicBezTo>
                  <a:pt x="408273" y="295286"/>
                  <a:pt x="381894" y="303130"/>
                  <a:pt x="370388" y="324702"/>
                </a:cubicBezTo>
                <a:cubicBezTo>
                  <a:pt x="358882" y="346274"/>
                  <a:pt x="358040" y="365324"/>
                  <a:pt x="358882" y="368686"/>
                </a:cubicBezTo>
                <a:cubicBezTo>
                  <a:pt x="359724" y="372328"/>
                  <a:pt x="363653" y="378772"/>
                  <a:pt x="363653" y="378772"/>
                </a:cubicBezTo>
                <a:cubicBezTo>
                  <a:pt x="363653" y="378772"/>
                  <a:pt x="345973" y="405947"/>
                  <a:pt x="347096" y="410429"/>
                </a:cubicBezTo>
                <a:cubicBezTo>
                  <a:pt x="348218" y="414912"/>
                  <a:pt x="360285" y="417153"/>
                  <a:pt x="360285" y="417153"/>
                </a:cubicBezTo>
                <a:cubicBezTo>
                  <a:pt x="360285" y="417153"/>
                  <a:pt x="361408" y="420234"/>
                  <a:pt x="359163" y="426118"/>
                </a:cubicBezTo>
                <a:cubicBezTo>
                  <a:pt x="356918" y="432281"/>
                  <a:pt x="363372" y="439005"/>
                  <a:pt x="365056" y="441526"/>
                </a:cubicBezTo>
                <a:cubicBezTo>
                  <a:pt x="367020" y="444048"/>
                  <a:pt x="362530" y="451332"/>
                  <a:pt x="363933" y="455534"/>
                </a:cubicBezTo>
                <a:cubicBezTo>
                  <a:pt x="365617" y="459736"/>
                  <a:pt x="372913" y="464779"/>
                  <a:pt x="381332" y="463658"/>
                </a:cubicBezTo>
                <a:cubicBezTo>
                  <a:pt x="389470" y="462818"/>
                  <a:pt x="400415" y="460857"/>
                  <a:pt x="404063" y="460016"/>
                </a:cubicBezTo>
                <a:cubicBezTo>
                  <a:pt x="412482" y="479907"/>
                  <a:pt x="392277" y="489993"/>
                  <a:pt x="392277" y="489993"/>
                </a:cubicBezTo>
                <a:lnTo>
                  <a:pt x="499476" y="489993"/>
                </a:lnTo>
                <a:cubicBezTo>
                  <a:pt x="499476" y="489993"/>
                  <a:pt x="468327" y="465059"/>
                  <a:pt x="468888" y="437884"/>
                </a:cubicBezTo>
                <a:cubicBezTo>
                  <a:pt x="469169" y="422476"/>
                  <a:pt x="499476" y="403145"/>
                  <a:pt x="499196" y="360842"/>
                </a:cubicBezTo>
                <a:cubicBezTo>
                  <a:pt x="499196" y="339550"/>
                  <a:pt x="478429" y="304251"/>
                  <a:pt x="443351" y="299768"/>
                </a:cubicBezTo>
                <a:close/>
                <a:moveTo>
                  <a:pt x="394522" y="208438"/>
                </a:moveTo>
                <a:cubicBezTo>
                  <a:pt x="399012" y="206757"/>
                  <a:pt x="403782" y="208998"/>
                  <a:pt x="405466" y="213481"/>
                </a:cubicBezTo>
                <a:lnTo>
                  <a:pt x="416972" y="244578"/>
                </a:lnTo>
                <a:cubicBezTo>
                  <a:pt x="418656" y="249060"/>
                  <a:pt x="428478" y="252702"/>
                  <a:pt x="431845" y="252702"/>
                </a:cubicBezTo>
                <a:cubicBezTo>
                  <a:pt x="434932" y="252983"/>
                  <a:pt x="439141" y="249621"/>
                  <a:pt x="441106" y="245699"/>
                </a:cubicBezTo>
                <a:lnTo>
                  <a:pt x="455137" y="215162"/>
                </a:lnTo>
                <a:cubicBezTo>
                  <a:pt x="456821" y="211240"/>
                  <a:pt x="461872" y="209279"/>
                  <a:pt x="466082" y="211240"/>
                </a:cubicBezTo>
                <a:lnTo>
                  <a:pt x="534555" y="242617"/>
                </a:lnTo>
                <a:cubicBezTo>
                  <a:pt x="538764" y="244578"/>
                  <a:pt x="540728" y="249621"/>
                  <a:pt x="538764" y="253823"/>
                </a:cubicBezTo>
                <a:lnTo>
                  <a:pt x="524733" y="284080"/>
                </a:lnTo>
                <a:cubicBezTo>
                  <a:pt x="522768" y="288282"/>
                  <a:pt x="527258" y="297807"/>
                  <a:pt x="529223" y="300329"/>
                </a:cubicBezTo>
                <a:cubicBezTo>
                  <a:pt x="531468" y="302570"/>
                  <a:pt x="536519" y="303410"/>
                  <a:pt x="541009" y="301729"/>
                </a:cubicBezTo>
                <a:lnTo>
                  <a:pt x="572439" y="290243"/>
                </a:lnTo>
                <a:cubicBezTo>
                  <a:pt x="576649" y="288562"/>
                  <a:pt x="581700" y="290803"/>
                  <a:pt x="583103" y="295286"/>
                </a:cubicBezTo>
                <a:lnTo>
                  <a:pt x="609201" y="365885"/>
                </a:lnTo>
                <a:cubicBezTo>
                  <a:pt x="610885" y="370087"/>
                  <a:pt x="608640" y="375130"/>
                  <a:pt x="604431" y="376530"/>
                </a:cubicBezTo>
                <a:lnTo>
                  <a:pt x="573001" y="388297"/>
                </a:lnTo>
                <a:cubicBezTo>
                  <a:pt x="568511" y="389698"/>
                  <a:pt x="565143" y="393620"/>
                  <a:pt x="565143" y="396982"/>
                </a:cubicBezTo>
                <a:cubicBezTo>
                  <a:pt x="565143" y="400063"/>
                  <a:pt x="567949" y="410149"/>
                  <a:pt x="572159" y="412110"/>
                </a:cubicBezTo>
                <a:lnTo>
                  <a:pt x="602466" y="426118"/>
                </a:lnTo>
                <a:cubicBezTo>
                  <a:pt x="606676" y="428079"/>
                  <a:pt x="608360" y="433122"/>
                  <a:pt x="606395" y="437044"/>
                </a:cubicBezTo>
                <a:lnTo>
                  <a:pt x="574965" y="505681"/>
                </a:lnTo>
                <a:cubicBezTo>
                  <a:pt x="573001" y="509884"/>
                  <a:pt x="567949" y="511565"/>
                  <a:pt x="563740" y="509604"/>
                </a:cubicBezTo>
                <a:lnTo>
                  <a:pt x="533432" y="495596"/>
                </a:lnTo>
                <a:cubicBezTo>
                  <a:pt x="529223" y="493915"/>
                  <a:pt x="519681" y="498117"/>
                  <a:pt x="517156" y="500358"/>
                </a:cubicBezTo>
                <a:cubicBezTo>
                  <a:pt x="514911" y="502320"/>
                  <a:pt x="514069" y="507642"/>
                  <a:pt x="515753" y="511845"/>
                </a:cubicBezTo>
                <a:lnTo>
                  <a:pt x="527258" y="543222"/>
                </a:lnTo>
                <a:cubicBezTo>
                  <a:pt x="528942" y="547704"/>
                  <a:pt x="526697" y="552467"/>
                  <a:pt x="522488" y="554148"/>
                </a:cubicBezTo>
                <a:lnTo>
                  <a:pt x="451489" y="580202"/>
                </a:lnTo>
                <a:cubicBezTo>
                  <a:pt x="447280" y="581883"/>
                  <a:pt x="442228" y="579642"/>
                  <a:pt x="440825" y="575160"/>
                </a:cubicBezTo>
                <a:lnTo>
                  <a:pt x="429320" y="543782"/>
                </a:lnTo>
                <a:cubicBezTo>
                  <a:pt x="427636" y="539580"/>
                  <a:pt x="417814" y="535938"/>
                  <a:pt x="414727" y="535658"/>
                </a:cubicBezTo>
                <a:cubicBezTo>
                  <a:pt x="411359" y="535658"/>
                  <a:pt x="407150" y="538740"/>
                  <a:pt x="405186" y="542942"/>
                </a:cubicBezTo>
                <a:lnTo>
                  <a:pt x="391154" y="573198"/>
                </a:lnTo>
                <a:cubicBezTo>
                  <a:pt x="389470" y="577401"/>
                  <a:pt x="384419" y="579362"/>
                  <a:pt x="380210" y="577401"/>
                </a:cubicBezTo>
                <a:lnTo>
                  <a:pt x="311456" y="545743"/>
                </a:lnTo>
                <a:cubicBezTo>
                  <a:pt x="307527" y="543782"/>
                  <a:pt x="305563" y="538740"/>
                  <a:pt x="307527" y="534537"/>
                </a:cubicBezTo>
                <a:lnTo>
                  <a:pt x="321559" y="504561"/>
                </a:lnTo>
                <a:cubicBezTo>
                  <a:pt x="323523" y="500078"/>
                  <a:pt x="319033" y="490833"/>
                  <a:pt x="317069" y="488312"/>
                </a:cubicBezTo>
                <a:cubicBezTo>
                  <a:pt x="314824" y="485790"/>
                  <a:pt x="309492" y="485230"/>
                  <a:pt x="305282" y="486631"/>
                </a:cubicBezTo>
                <a:lnTo>
                  <a:pt x="273852" y="498397"/>
                </a:lnTo>
                <a:cubicBezTo>
                  <a:pt x="269643" y="500078"/>
                  <a:pt x="264591" y="497557"/>
                  <a:pt x="263188" y="493355"/>
                </a:cubicBezTo>
                <a:lnTo>
                  <a:pt x="236809" y="422756"/>
                </a:lnTo>
                <a:cubicBezTo>
                  <a:pt x="235406" y="418273"/>
                  <a:pt x="237651" y="413511"/>
                  <a:pt x="241861" y="411830"/>
                </a:cubicBezTo>
                <a:lnTo>
                  <a:pt x="273291" y="400344"/>
                </a:lnTo>
                <a:cubicBezTo>
                  <a:pt x="277500" y="398663"/>
                  <a:pt x="281148" y="388857"/>
                  <a:pt x="281429" y="385776"/>
                </a:cubicBezTo>
                <a:cubicBezTo>
                  <a:pt x="281710" y="382694"/>
                  <a:pt x="278342" y="378211"/>
                  <a:pt x="274133" y="376530"/>
                </a:cubicBezTo>
                <a:lnTo>
                  <a:pt x="243825" y="362523"/>
                </a:lnTo>
                <a:cubicBezTo>
                  <a:pt x="239616" y="360562"/>
                  <a:pt x="237932" y="355519"/>
                  <a:pt x="239896" y="351317"/>
                </a:cubicBezTo>
                <a:lnTo>
                  <a:pt x="271327" y="282959"/>
                </a:lnTo>
                <a:cubicBezTo>
                  <a:pt x="273291" y="278757"/>
                  <a:pt x="278342" y="277076"/>
                  <a:pt x="282552" y="278757"/>
                </a:cubicBezTo>
                <a:lnTo>
                  <a:pt x="312859" y="292764"/>
                </a:lnTo>
                <a:cubicBezTo>
                  <a:pt x="317069" y="294726"/>
                  <a:pt x="326610" y="290243"/>
                  <a:pt x="328855" y="288282"/>
                </a:cubicBezTo>
                <a:cubicBezTo>
                  <a:pt x="331381" y="286321"/>
                  <a:pt x="331942" y="280998"/>
                  <a:pt x="330539" y="276796"/>
                </a:cubicBezTo>
                <a:lnTo>
                  <a:pt x="318752" y="245418"/>
                </a:lnTo>
                <a:cubicBezTo>
                  <a:pt x="317349" y="240936"/>
                  <a:pt x="319594" y="236173"/>
                  <a:pt x="323804" y="234492"/>
                </a:cubicBezTo>
                <a:close/>
                <a:moveTo>
                  <a:pt x="69048" y="187422"/>
                </a:moveTo>
                <a:cubicBezTo>
                  <a:pt x="77719" y="187422"/>
                  <a:pt x="84749" y="194452"/>
                  <a:pt x="84749" y="203123"/>
                </a:cubicBezTo>
                <a:cubicBezTo>
                  <a:pt x="84749" y="211794"/>
                  <a:pt x="77719" y="218824"/>
                  <a:pt x="69048" y="218824"/>
                </a:cubicBezTo>
                <a:cubicBezTo>
                  <a:pt x="60377" y="218824"/>
                  <a:pt x="53347" y="211794"/>
                  <a:pt x="53347" y="203123"/>
                </a:cubicBezTo>
                <a:cubicBezTo>
                  <a:pt x="53347" y="194452"/>
                  <a:pt x="60377" y="187422"/>
                  <a:pt x="69048" y="187422"/>
                </a:cubicBezTo>
                <a:close/>
                <a:moveTo>
                  <a:pt x="70434" y="0"/>
                </a:moveTo>
                <a:lnTo>
                  <a:pt x="409976" y="0"/>
                </a:lnTo>
                <a:cubicBezTo>
                  <a:pt x="423165" y="0"/>
                  <a:pt x="435231" y="9806"/>
                  <a:pt x="436635" y="21853"/>
                </a:cubicBezTo>
                <a:lnTo>
                  <a:pt x="480130" y="180149"/>
                </a:lnTo>
                <a:cubicBezTo>
                  <a:pt x="480130" y="180429"/>
                  <a:pt x="480410" y="180989"/>
                  <a:pt x="480410" y="181270"/>
                </a:cubicBezTo>
                <a:lnTo>
                  <a:pt x="480410" y="192196"/>
                </a:lnTo>
                <a:lnTo>
                  <a:pt x="475920" y="189955"/>
                </a:lnTo>
                <a:cubicBezTo>
                  <a:pt x="470308" y="187433"/>
                  <a:pt x="464415" y="186873"/>
                  <a:pt x="458522" y="187713"/>
                </a:cubicBezTo>
                <a:lnTo>
                  <a:pt x="458522" y="181270"/>
                </a:lnTo>
                <a:cubicBezTo>
                  <a:pt x="458522" y="169502"/>
                  <a:pt x="448701" y="159697"/>
                  <a:pt x="436635" y="159697"/>
                </a:cubicBezTo>
                <a:lnTo>
                  <a:pt x="43775" y="159697"/>
                </a:lnTo>
                <a:cubicBezTo>
                  <a:pt x="31709" y="159697"/>
                  <a:pt x="21888" y="169502"/>
                  <a:pt x="21888" y="181270"/>
                </a:cubicBezTo>
                <a:lnTo>
                  <a:pt x="21888" y="224977"/>
                </a:lnTo>
                <a:cubicBezTo>
                  <a:pt x="21888" y="237024"/>
                  <a:pt x="31709" y="246830"/>
                  <a:pt x="43775" y="246830"/>
                </a:cubicBezTo>
                <a:lnTo>
                  <a:pt x="295486" y="246830"/>
                </a:lnTo>
                <a:cubicBezTo>
                  <a:pt x="295767" y="249071"/>
                  <a:pt x="296328" y="251312"/>
                  <a:pt x="296889" y="253274"/>
                </a:cubicBezTo>
                <a:lnTo>
                  <a:pt x="299976" y="261118"/>
                </a:lnTo>
                <a:lnTo>
                  <a:pt x="292119" y="257756"/>
                </a:lnTo>
                <a:cubicBezTo>
                  <a:pt x="276685" y="250752"/>
                  <a:pt x="257323" y="258037"/>
                  <a:pt x="250307" y="273166"/>
                </a:cubicBezTo>
                <a:lnTo>
                  <a:pt x="238241" y="299222"/>
                </a:lnTo>
                <a:lnTo>
                  <a:pt x="43775" y="299222"/>
                </a:lnTo>
                <a:cubicBezTo>
                  <a:pt x="31709" y="299222"/>
                  <a:pt x="21888" y="309027"/>
                  <a:pt x="21888" y="321075"/>
                </a:cubicBezTo>
                <a:lnTo>
                  <a:pt x="21888" y="364781"/>
                </a:lnTo>
                <a:cubicBezTo>
                  <a:pt x="21888" y="376829"/>
                  <a:pt x="31709" y="386634"/>
                  <a:pt x="43775" y="386634"/>
                </a:cubicBezTo>
                <a:lnTo>
                  <a:pt x="240486" y="386634"/>
                </a:lnTo>
                <a:lnTo>
                  <a:pt x="241889" y="387195"/>
                </a:lnTo>
                <a:lnTo>
                  <a:pt x="233751" y="389997"/>
                </a:lnTo>
                <a:cubicBezTo>
                  <a:pt x="217756" y="396160"/>
                  <a:pt x="209337" y="414091"/>
                  <a:pt x="214950" y="430621"/>
                </a:cubicBezTo>
                <a:lnTo>
                  <a:pt x="218317" y="439026"/>
                </a:lnTo>
                <a:lnTo>
                  <a:pt x="43775" y="439026"/>
                </a:lnTo>
                <a:cubicBezTo>
                  <a:pt x="31709" y="439026"/>
                  <a:pt x="21888" y="448832"/>
                  <a:pt x="21888" y="460879"/>
                </a:cubicBezTo>
                <a:lnTo>
                  <a:pt x="21888" y="504586"/>
                </a:lnTo>
                <a:cubicBezTo>
                  <a:pt x="21888" y="516633"/>
                  <a:pt x="31709" y="526439"/>
                  <a:pt x="43775" y="526439"/>
                </a:cubicBezTo>
                <a:lnTo>
                  <a:pt x="285945" y="526439"/>
                </a:lnTo>
                <a:cubicBezTo>
                  <a:pt x="283139" y="533163"/>
                  <a:pt x="282858" y="540728"/>
                  <a:pt x="285103" y="548012"/>
                </a:cubicBezTo>
                <a:lnTo>
                  <a:pt x="43775" y="548012"/>
                </a:lnTo>
                <a:cubicBezTo>
                  <a:pt x="19643" y="548012"/>
                  <a:pt x="0" y="528681"/>
                  <a:pt x="0" y="504586"/>
                </a:cubicBezTo>
                <a:lnTo>
                  <a:pt x="0" y="460879"/>
                </a:lnTo>
                <a:cubicBezTo>
                  <a:pt x="0" y="460319"/>
                  <a:pt x="280" y="460039"/>
                  <a:pt x="280" y="459479"/>
                </a:cubicBezTo>
                <a:lnTo>
                  <a:pt x="11505" y="394199"/>
                </a:lnTo>
                <a:cubicBezTo>
                  <a:pt x="4490" y="386354"/>
                  <a:pt x="0" y="375988"/>
                  <a:pt x="0" y="364781"/>
                </a:cubicBezTo>
                <a:lnTo>
                  <a:pt x="0" y="321075"/>
                </a:lnTo>
                <a:cubicBezTo>
                  <a:pt x="0" y="320795"/>
                  <a:pt x="280" y="320234"/>
                  <a:pt x="280" y="319954"/>
                </a:cubicBezTo>
                <a:lnTo>
                  <a:pt x="11505" y="254394"/>
                </a:lnTo>
                <a:cubicBezTo>
                  <a:pt x="4490" y="246550"/>
                  <a:pt x="0" y="236183"/>
                  <a:pt x="0" y="224977"/>
                </a:cubicBezTo>
                <a:lnTo>
                  <a:pt x="0" y="181270"/>
                </a:lnTo>
                <a:cubicBezTo>
                  <a:pt x="0" y="180989"/>
                  <a:pt x="280" y="180429"/>
                  <a:pt x="280" y="180149"/>
                </a:cubicBezTo>
                <a:lnTo>
                  <a:pt x="43775" y="21853"/>
                </a:lnTo>
                <a:cubicBezTo>
                  <a:pt x="45178" y="9806"/>
                  <a:pt x="56964" y="0"/>
                  <a:pt x="704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8" name="invesment-purse_73104">
            <a:extLst>
              <a:ext uri="{FF2B5EF4-FFF2-40B4-BE49-F238E27FC236}">
                <a16:creationId xmlns:a16="http://schemas.microsoft.com/office/drawing/2014/main" id="{08602742-38D9-42E9-829D-2D59141D8AB6}"/>
              </a:ext>
            </a:extLst>
          </p:cNvPr>
          <p:cNvSpPr/>
          <p:nvPr/>
        </p:nvSpPr>
        <p:spPr>
          <a:xfrm>
            <a:off x="6923525" y="4786271"/>
            <a:ext cx="304224" cy="260729"/>
          </a:xfrm>
          <a:custGeom>
            <a:avLst/>
            <a:gdLst>
              <a:gd name="T0" fmla="*/ 390 w 410"/>
              <a:gd name="T1" fmla="*/ 0 h 352"/>
              <a:gd name="T2" fmla="*/ 20 w 410"/>
              <a:gd name="T3" fmla="*/ 0 h 352"/>
              <a:gd name="T4" fmla="*/ 0 w 410"/>
              <a:gd name="T5" fmla="*/ 20 h 352"/>
              <a:gd name="T6" fmla="*/ 0 w 410"/>
              <a:gd name="T7" fmla="*/ 274 h 352"/>
              <a:gd name="T8" fmla="*/ 20 w 410"/>
              <a:gd name="T9" fmla="*/ 294 h 352"/>
              <a:gd name="T10" fmla="*/ 390 w 410"/>
              <a:gd name="T11" fmla="*/ 294 h 352"/>
              <a:gd name="T12" fmla="*/ 410 w 410"/>
              <a:gd name="T13" fmla="*/ 274 h 352"/>
              <a:gd name="T14" fmla="*/ 410 w 410"/>
              <a:gd name="T15" fmla="*/ 20 h 352"/>
              <a:gd name="T16" fmla="*/ 390 w 410"/>
              <a:gd name="T17" fmla="*/ 0 h 352"/>
              <a:gd name="T18" fmla="*/ 370 w 410"/>
              <a:gd name="T19" fmla="*/ 254 h 352"/>
              <a:gd name="T20" fmla="*/ 40 w 410"/>
              <a:gd name="T21" fmla="*/ 254 h 352"/>
              <a:gd name="T22" fmla="*/ 40 w 410"/>
              <a:gd name="T23" fmla="*/ 40 h 352"/>
              <a:gd name="T24" fmla="*/ 370 w 410"/>
              <a:gd name="T25" fmla="*/ 40 h 352"/>
              <a:gd name="T26" fmla="*/ 370 w 410"/>
              <a:gd name="T27" fmla="*/ 254 h 352"/>
              <a:gd name="T28" fmla="*/ 303 w 410"/>
              <a:gd name="T29" fmla="*/ 332 h 352"/>
              <a:gd name="T30" fmla="*/ 283 w 410"/>
              <a:gd name="T31" fmla="*/ 352 h 352"/>
              <a:gd name="T32" fmla="*/ 127 w 410"/>
              <a:gd name="T33" fmla="*/ 352 h 352"/>
              <a:gd name="T34" fmla="*/ 107 w 410"/>
              <a:gd name="T35" fmla="*/ 332 h 352"/>
              <a:gd name="T36" fmla="*/ 127 w 410"/>
              <a:gd name="T37" fmla="*/ 312 h 352"/>
              <a:gd name="T38" fmla="*/ 283 w 410"/>
              <a:gd name="T39" fmla="*/ 312 h 352"/>
              <a:gd name="T40" fmla="*/ 303 w 410"/>
              <a:gd name="T41" fmla="*/ 332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0" h="352">
                <a:moveTo>
                  <a:pt x="390" y="0"/>
                </a:moveTo>
                <a:lnTo>
                  <a:pt x="20" y="0"/>
                </a:lnTo>
                <a:cubicBezTo>
                  <a:pt x="9" y="0"/>
                  <a:pt x="0" y="9"/>
                  <a:pt x="0" y="20"/>
                </a:cubicBezTo>
                <a:lnTo>
                  <a:pt x="0" y="274"/>
                </a:lnTo>
                <a:cubicBezTo>
                  <a:pt x="0" y="285"/>
                  <a:pt x="9" y="294"/>
                  <a:pt x="20" y="294"/>
                </a:cubicBezTo>
                <a:lnTo>
                  <a:pt x="390" y="294"/>
                </a:lnTo>
                <a:cubicBezTo>
                  <a:pt x="401" y="294"/>
                  <a:pt x="410" y="285"/>
                  <a:pt x="410" y="274"/>
                </a:cubicBezTo>
                <a:lnTo>
                  <a:pt x="410" y="20"/>
                </a:lnTo>
                <a:cubicBezTo>
                  <a:pt x="410" y="9"/>
                  <a:pt x="401" y="0"/>
                  <a:pt x="390" y="0"/>
                </a:cubicBezTo>
                <a:close/>
                <a:moveTo>
                  <a:pt x="370" y="254"/>
                </a:moveTo>
                <a:lnTo>
                  <a:pt x="40" y="254"/>
                </a:lnTo>
                <a:lnTo>
                  <a:pt x="40" y="40"/>
                </a:lnTo>
                <a:lnTo>
                  <a:pt x="370" y="40"/>
                </a:lnTo>
                <a:lnTo>
                  <a:pt x="370" y="254"/>
                </a:lnTo>
                <a:close/>
                <a:moveTo>
                  <a:pt x="303" y="332"/>
                </a:moveTo>
                <a:cubicBezTo>
                  <a:pt x="303" y="343"/>
                  <a:pt x="294" y="352"/>
                  <a:pt x="283" y="352"/>
                </a:cubicBezTo>
                <a:lnTo>
                  <a:pt x="127" y="352"/>
                </a:lnTo>
                <a:cubicBezTo>
                  <a:pt x="116" y="352"/>
                  <a:pt x="107" y="343"/>
                  <a:pt x="107" y="332"/>
                </a:cubicBezTo>
                <a:cubicBezTo>
                  <a:pt x="107" y="321"/>
                  <a:pt x="116" y="312"/>
                  <a:pt x="127" y="312"/>
                </a:cubicBezTo>
                <a:lnTo>
                  <a:pt x="283" y="312"/>
                </a:lnTo>
                <a:cubicBezTo>
                  <a:pt x="294" y="312"/>
                  <a:pt x="303" y="321"/>
                  <a:pt x="303" y="3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9" name="invesment-purse_73104">
            <a:extLst>
              <a:ext uri="{FF2B5EF4-FFF2-40B4-BE49-F238E27FC236}">
                <a16:creationId xmlns:a16="http://schemas.microsoft.com/office/drawing/2014/main" id="{08602742-38D9-42E9-829D-2D59141D8AB6}"/>
              </a:ext>
            </a:extLst>
          </p:cNvPr>
          <p:cNvSpPr/>
          <p:nvPr/>
        </p:nvSpPr>
        <p:spPr>
          <a:xfrm>
            <a:off x="8921067" y="4764523"/>
            <a:ext cx="304054" cy="304224"/>
          </a:xfrm>
          <a:custGeom>
            <a:avLst/>
            <a:gdLst>
              <a:gd name="T0" fmla="*/ 488 w 869"/>
              <a:gd name="T1" fmla="*/ 450 h 871"/>
              <a:gd name="T2" fmla="*/ 354 w 869"/>
              <a:gd name="T3" fmla="*/ 572 h 871"/>
              <a:gd name="T4" fmla="*/ 312 w 869"/>
              <a:gd name="T5" fmla="*/ 783 h 871"/>
              <a:gd name="T6" fmla="*/ 294 w 869"/>
              <a:gd name="T7" fmla="*/ 780 h 871"/>
              <a:gd name="T8" fmla="*/ 265 w 869"/>
              <a:gd name="T9" fmla="*/ 675 h 871"/>
              <a:gd name="T10" fmla="*/ 254 w 869"/>
              <a:gd name="T11" fmla="*/ 667 h 871"/>
              <a:gd name="T12" fmla="*/ 230 w 869"/>
              <a:gd name="T13" fmla="*/ 685 h 871"/>
              <a:gd name="T14" fmla="*/ 170 w 869"/>
              <a:gd name="T15" fmla="*/ 678 h 871"/>
              <a:gd name="T16" fmla="*/ 183 w 869"/>
              <a:gd name="T17" fmla="*/ 641 h 871"/>
              <a:gd name="T18" fmla="*/ 200 w 869"/>
              <a:gd name="T19" fmla="*/ 621 h 871"/>
              <a:gd name="T20" fmla="*/ 203 w 869"/>
              <a:gd name="T21" fmla="*/ 614 h 871"/>
              <a:gd name="T22" fmla="*/ 192 w 869"/>
              <a:gd name="T23" fmla="*/ 603 h 871"/>
              <a:gd name="T24" fmla="*/ 85 w 869"/>
              <a:gd name="T25" fmla="*/ 564 h 871"/>
              <a:gd name="T26" fmla="*/ 86 w 869"/>
              <a:gd name="T27" fmla="*/ 559 h 871"/>
              <a:gd name="T28" fmla="*/ 128 w 869"/>
              <a:gd name="T29" fmla="*/ 519 h 871"/>
              <a:gd name="T30" fmla="*/ 291 w 869"/>
              <a:gd name="T31" fmla="*/ 517 h 871"/>
              <a:gd name="T32" fmla="*/ 299 w 869"/>
              <a:gd name="T33" fmla="*/ 512 h 871"/>
              <a:gd name="T34" fmla="*/ 418 w 869"/>
              <a:gd name="T35" fmla="*/ 380 h 871"/>
              <a:gd name="T36" fmla="*/ 6 w 869"/>
              <a:gd name="T37" fmla="*/ 236 h 871"/>
              <a:gd name="T38" fmla="*/ 0 w 869"/>
              <a:gd name="T39" fmla="*/ 224 h 871"/>
              <a:gd name="T40" fmla="*/ 2 w 869"/>
              <a:gd name="T41" fmla="*/ 215 h 871"/>
              <a:gd name="T42" fmla="*/ 38 w 869"/>
              <a:gd name="T43" fmla="*/ 180 h 871"/>
              <a:gd name="T44" fmla="*/ 609 w 869"/>
              <a:gd name="T45" fmla="*/ 178 h 871"/>
              <a:gd name="T46" fmla="*/ 784 w 869"/>
              <a:gd name="T47" fmla="*/ 8 h 871"/>
              <a:gd name="T48" fmla="*/ 853 w 869"/>
              <a:gd name="T49" fmla="*/ 6 h 871"/>
              <a:gd name="T50" fmla="*/ 869 w 869"/>
              <a:gd name="T51" fmla="*/ 35 h 871"/>
              <a:gd name="T52" fmla="*/ 863 w 869"/>
              <a:gd name="T53" fmla="*/ 81 h 871"/>
              <a:gd name="T54" fmla="*/ 695 w 869"/>
              <a:gd name="T55" fmla="*/ 257 h 871"/>
              <a:gd name="T56" fmla="*/ 691 w 869"/>
              <a:gd name="T57" fmla="*/ 268 h 871"/>
              <a:gd name="T58" fmla="*/ 690 w 869"/>
              <a:gd name="T59" fmla="*/ 819 h 871"/>
              <a:gd name="T60" fmla="*/ 688 w 869"/>
              <a:gd name="T61" fmla="*/ 833 h 871"/>
              <a:gd name="T62" fmla="*/ 656 w 869"/>
              <a:gd name="T63" fmla="*/ 866 h 871"/>
              <a:gd name="T64" fmla="*/ 633 w 869"/>
              <a:gd name="T65" fmla="*/ 861 h 871"/>
              <a:gd name="T66" fmla="*/ 497 w 869"/>
              <a:gd name="T67" fmla="*/ 454 h 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69" h="871">
                <a:moveTo>
                  <a:pt x="489" y="450"/>
                </a:moveTo>
                <a:lnTo>
                  <a:pt x="488" y="450"/>
                </a:lnTo>
                <a:cubicBezTo>
                  <a:pt x="487" y="452"/>
                  <a:pt x="485" y="452"/>
                  <a:pt x="483" y="452"/>
                </a:cubicBezTo>
                <a:lnTo>
                  <a:pt x="354" y="572"/>
                </a:lnTo>
                <a:lnTo>
                  <a:pt x="351" y="743"/>
                </a:lnTo>
                <a:lnTo>
                  <a:pt x="312" y="783"/>
                </a:lnTo>
                <a:cubicBezTo>
                  <a:pt x="310" y="784"/>
                  <a:pt x="308" y="784"/>
                  <a:pt x="304" y="784"/>
                </a:cubicBezTo>
                <a:cubicBezTo>
                  <a:pt x="299" y="784"/>
                  <a:pt x="296" y="783"/>
                  <a:pt x="294" y="780"/>
                </a:cubicBezTo>
                <a:cubicBezTo>
                  <a:pt x="292" y="777"/>
                  <a:pt x="290" y="773"/>
                  <a:pt x="289" y="770"/>
                </a:cubicBezTo>
                <a:lnTo>
                  <a:pt x="265" y="675"/>
                </a:lnTo>
                <a:cubicBezTo>
                  <a:pt x="265" y="672"/>
                  <a:pt x="263" y="670"/>
                  <a:pt x="261" y="669"/>
                </a:cubicBezTo>
                <a:cubicBezTo>
                  <a:pt x="258" y="668"/>
                  <a:pt x="256" y="667"/>
                  <a:pt x="254" y="667"/>
                </a:cubicBezTo>
                <a:cubicBezTo>
                  <a:pt x="248" y="667"/>
                  <a:pt x="243" y="669"/>
                  <a:pt x="240" y="674"/>
                </a:cubicBezTo>
                <a:cubicBezTo>
                  <a:pt x="236" y="678"/>
                  <a:pt x="233" y="682"/>
                  <a:pt x="230" y="685"/>
                </a:cubicBezTo>
                <a:cubicBezTo>
                  <a:pt x="219" y="694"/>
                  <a:pt x="207" y="698"/>
                  <a:pt x="191" y="698"/>
                </a:cubicBezTo>
                <a:cubicBezTo>
                  <a:pt x="177" y="698"/>
                  <a:pt x="170" y="691"/>
                  <a:pt x="170" y="678"/>
                </a:cubicBezTo>
                <a:cubicBezTo>
                  <a:pt x="170" y="671"/>
                  <a:pt x="172" y="665"/>
                  <a:pt x="174" y="658"/>
                </a:cubicBezTo>
                <a:cubicBezTo>
                  <a:pt x="176" y="651"/>
                  <a:pt x="179" y="645"/>
                  <a:pt x="183" y="641"/>
                </a:cubicBezTo>
                <a:lnTo>
                  <a:pt x="199" y="623"/>
                </a:lnTo>
                <a:cubicBezTo>
                  <a:pt x="199" y="623"/>
                  <a:pt x="199" y="622"/>
                  <a:pt x="200" y="621"/>
                </a:cubicBezTo>
                <a:cubicBezTo>
                  <a:pt x="200" y="621"/>
                  <a:pt x="201" y="620"/>
                  <a:pt x="201" y="620"/>
                </a:cubicBezTo>
                <a:cubicBezTo>
                  <a:pt x="202" y="618"/>
                  <a:pt x="203" y="616"/>
                  <a:pt x="203" y="614"/>
                </a:cubicBezTo>
                <a:cubicBezTo>
                  <a:pt x="203" y="612"/>
                  <a:pt x="202" y="609"/>
                  <a:pt x="200" y="607"/>
                </a:cubicBezTo>
                <a:cubicBezTo>
                  <a:pt x="197" y="605"/>
                  <a:pt x="195" y="604"/>
                  <a:pt x="192" y="603"/>
                </a:cubicBezTo>
                <a:lnTo>
                  <a:pt x="95" y="580"/>
                </a:lnTo>
                <a:cubicBezTo>
                  <a:pt x="88" y="577"/>
                  <a:pt x="85" y="572"/>
                  <a:pt x="85" y="564"/>
                </a:cubicBezTo>
                <a:lnTo>
                  <a:pt x="85" y="563"/>
                </a:lnTo>
                <a:cubicBezTo>
                  <a:pt x="85" y="563"/>
                  <a:pt x="85" y="561"/>
                  <a:pt x="86" y="559"/>
                </a:cubicBezTo>
                <a:lnTo>
                  <a:pt x="123" y="521"/>
                </a:lnTo>
                <a:cubicBezTo>
                  <a:pt x="124" y="521"/>
                  <a:pt x="126" y="520"/>
                  <a:pt x="128" y="519"/>
                </a:cubicBezTo>
                <a:cubicBezTo>
                  <a:pt x="130" y="517"/>
                  <a:pt x="132" y="517"/>
                  <a:pt x="132" y="517"/>
                </a:cubicBezTo>
                <a:lnTo>
                  <a:pt x="291" y="517"/>
                </a:lnTo>
                <a:cubicBezTo>
                  <a:pt x="291" y="517"/>
                  <a:pt x="293" y="516"/>
                  <a:pt x="295" y="515"/>
                </a:cubicBezTo>
                <a:cubicBezTo>
                  <a:pt x="297" y="514"/>
                  <a:pt x="298" y="513"/>
                  <a:pt x="299" y="512"/>
                </a:cubicBezTo>
                <a:lnTo>
                  <a:pt x="416" y="387"/>
                </a:lnTo>
                <a:cubicBezTo>
                  <a:pt x="417" y="385"/>
                  <a:pt x="418" y="383"/>
                  <a:pt x="418" y="380"/>
                </a:cubicBezTo>
                <a:cubicBezTo>
                  <a:pt x="418" y="374"/>
                  <a:pt x="416" y="370"/>
                  <a:pt x="411" y="367"/>
                </a:cubicBezTo>
                <a:lnTo>
                  <a:pt x="6" y="236"/>
                </a:lnTo>
                <a:cubicBezTo>
                  <a:pt x="3" y="235"/>
                  <a:pt x="1" y="233"/>
                  <a:pt x="1" y="231"/>
                </a:cubicBezTo>
                <a:cubicBezTo>
                  <a:pt x="1" y="228"/>
                  <a:pt x="0" y="225"/>
                  <a:pt x="0" y="224"/>
                </a:cubicBezTo>
                <a:lnTo>
                  <a:pt x="0" y="219"/>
                </a:lnTo>
                <a:cubicBezTo>
                  <a:pt x="0" y="217"/>
                  <a:pt x="1" y="216"/>
                  <a:pt x="2" y="215"/>
                </a:cubicBezTo>
                <a:lnTo>
                  <a:pt x="34" y="184"/>
                </a:lnTo>
                <a:cubicBezTo>
                  <a:pt x="35" y="183"/>
                  <a:pt x="36" y="181"/>
                  <a:pt x="38" y="180"/>
                </a:cubicBezTo>
                <a:cubicBezTo>
                  <a:pt x="40" y="179"/>
                  <a:pt x="42" y="178"/>
                  <a:pt x="43" y="178"/>
                </a:cubicBezTo>
                <a:lnTo>
                  <a:pt x="609" y="178"/>
                </a:lnTo>
                <a:lnTo>
                  <a:pt x="747" y="32"/>
                </a:lnTo>
                <a:cubicBezTo>
                  <a:pt x="757" y="22"/>
                  <a:pt x="769" y="14"/>
                  <a:pt x="784" y="8"/>
                </a:cubicBezTo>
                <a:cubicBezTo>
                  <a:pt x="799" y="3"/>
                  <a:pt x="813" y="0"/>
                  <a:pt x="828" y="0"/>
                </a:cubicBezTo>
                <a:cubicBezTo>
                  <a:pt x="837" y="0"/>
                  <a:pt x="845" y="2"/>
                  <a:pt x="853" y="6"/>
                </a:cubicBezTo>
                <a:cubicBezTo>
                  <a:pt x="860" y="10"/>
                  <a:pt x="865" y="17"/>
                  <a:pt x="869" y="28"/>
                </a:cubicBezTo>
                <a:lnTo>
                  <a:pt x="869" y="35"/>
                </a:lnTo>
                <a:lnTo>
                  <a:pt x="869" y="43"/>
                </a:lnTo>
                <a:cubicBezTo>
                  <a:pt x="869" y="54"/>
                  <a:pt x="867" y="67"/>
                  <a:pt x="863" y="81"/>
                </a:cubicBezTo>
                <a:cubicBezTo>
                  <a:pt x="859" y="95"/>
                  <a:pt x="853" y="106"/>
                  <a:pt x="844" y="114"/>
                </a:cubicBezTo>
                <a:lnTo>
                  <a:pt x="695" y="257"/>
                </a:lnTo>
                <a:cubicBezTo>
                  <a:pt x="693" y="258"/>
                  <a:pt x="692" y="260"/>
                  <a:pt x="692" y="263"/>
                </a:cubicBezTo>
                <a:cubicBezTo>
                  <a:pt x="691" y="265"/>
                  <a:pt x="691" y="267"/>
                  <a:pt x="691" y="268"/>
                </a:cubicBezTo>
                <a:lnTo>
                  <a:pt x="691" y="809"/>
                </a:lnTo>
                <a:cubicBezTo>
                  <a:pt x="691" y="810"/>
                  <a:pt x="691" y="813"/>
                  <a:pt x="690" y="819"/>
                </a:cubicBezTo>
                <a:cubicBezTo>
                  <a:pt x="690" y="824"/>
                  <a:pt x="689" y="828"/>
                  <a:pt x="689" y="829"/>
                </a:cubicBezTo>
                <a:cubicBezTo>
                  <a:pt x="689" y="830"/>
                  <a:pt x="689" y="832"/>
                  <a:pt x="688" y="833"/>
                </a:cubicBezTo>
                <a:cubicBezTo>
                  <a:pt x="687" y="835"/>
                  <a:pt x="686" y="836"/>
                  <a:pt x="685" y="836"/>
                </a:cubicBezTo>
                <a:lnTo>
                  <a:pt x="656" y="866"/>
                </a:lnTo>
                <a:cubicBezTo>
                  <a:pt x="651" y="869"/>
                  <a:pt x="648" y="871"/>
                  <a:pt x="646" y="871"/>
                </a:cubicBezTo>
                <a:cubicBezTo>
                  <a:pt x="639" y="871"/>
                  <a:pt x="635" y="868"/>
                  <a:pt x="633" y="861"/>
                </a:cubicBezTo>
                <a:lnTo>
                  <a:pt x="502" y="462"/>
                </a:lnTo>
                <a:cubicBezTo>
                  <a:pt x="501" y="459"/>
                  <a:pt x="500" y="457"/>
                  <a:pt x="497" y="454"/>
                </a:cubicBezTo>
                <a:cubicBezTo>
                  <a:pt x="495" y="452"/>
                  <a:pt x="492" y="450"/>
                  <a:pt x="489" y="4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9969923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288">
            <a:extLst>
              <a:ext uri="{FF2B5EF4-FFF2-40B4-BE49-F238E27FC236}">
                <a16:creationId xmlns:a16="http://schemas.microsoft.com/office/drawing/2014/main" id="{87F368BB-4AFD-46E0-A037-2E9A4387FB1F}"/>
              </a:ext>
            </a:extLst>
          </p:cNvPr>
          <p:cNvSpPr/>
          <p:nvPr/>
        </p:nvSpPr>
        <p:spPr>
          <a:xfrm>
            <a:off x="1615440" y="4016812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矩形: 圆角 289">
            <a:extLst>
              <a:ext uri="{FF2B5EF4-FFF2-40B4-BE49-F238E27FC236}">
                <a16:creationId xmlns:a16="http://schemas.microsoft.com/office/drawing/2014/main" id="{62A39D7A-60FD-4F22-9672-3C90CB959A38}"/>
              </a:ext>
            </a:extLst>
          </p:cNvPr>
          <p:cNvSpPr/>
          <p:nvPr/>
        </p:nvSpPr>
        <p:spPr>
          <a:xfrm>
            <a:off x="6195864" y="4016812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矩形: 圆角 252">
            <a:extLst>
              <a:ext uri="{FF2B5EF4-FFF2-40B4-BE49-F238E27FC236}">
                <a16:creationId xmlns:a16="http://schemas.microsoft.com/office/drawing/2014/main" id="{5F1E437B-8786-47EF-B885-C802CF48F3D3}"/>
              </a:ext>
            </a:extLst>
          </p:cNvPr>
          <p:cNvSpPr/>
          <p:nvPr/>
        </p:nvSpPr>
        <p:spPr>
          <a:xfrm>
            <a:off x="1615440" y="1988840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矩形: 圆角 253">
            <a:extLst>
              <a:ext uri="{FF2B5EF4-FFF2-40B4-BE49-F238E27FC236}">
                <a16:creationId xmlns:a16="http://schemas.microsoft.com/office/drawing/2014/main" id="{D24669F0-B710-4EC4-8AE4-C2D0328B6E3F}"/>
              </a:ext>
            </a:extLst>
          </p:cNvPr>
          <p:cNvSpPr/>
          <p:nvPr/>
        </p:nvSpPr>
        <p:spPr>
          <a:xfrm>
            <a:off x="6195864" y="1988840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圆: 空心 103">
            <a:extLst>
              <a:ext uri="{FF2B5EF4-FFF2-40B4-BE49-F238E27FC236}">
                <a16:creationId xmlns:a16="http://schemas.microsoft.com/office/drawing/2014/main" id="{535AE0C4-595D-41FC-9A4D-A8E3185B7C99}"/>
              </a:ext>
            </a:extLst>
          </p:cNvPr>
          <p:cNvSpPr/>
          <p:nvPr/>
        </p:nvSpPr>
        <p:spPr>
          <a:xfrm>
            <a:off x="5021331" y="2803235"/>
            <a:ext cx="2124471" cy="2124470"/>
          </a:xfrm>
          <a:prstGeom prst="donut">
            <a:avLst>
              <a:gd name="adj" fmla="val 17044"/>
            </a:avLst>
          </a:prstGeom>
          <a:solidFill>
            <a:srgbClr val="18286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842566F-A2FB-4D1D-B767-2C8884E5E7EE}"/>
              </a:ext>
            </a:extLst>
          </p:cNvPr>
          <p:cNvSpPr/>
          <p:nvPr/>
        </p:nvSpPr>
        <p:spPr>
          <a:xfrm>
            <a:off x="5194056" y="2975960"/>
            <a:ext cx="1779020" cy="1779020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254000" dist="190500" dir="2700000" sx="97000" sy="97000" algn="tl" rotWithShape="0">
              <a:srgbClr val="BFA3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91DAF3-F346-41FD-8ACD-2463184A6C15}"/>
              </a:ext>
            </a:extLst>
          </p:cNvPr>
          <p:cNvSpPr txBox="1"/>
          <p:nvPr/>
        </p:nvSpPr>
        <p:spPr>
          <a:xfrm>
            <a:off x="4877033" y="3401547"/>
            <a:ext cx="24130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{{slide_11_title}}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EF91FF-654E-4E5D-BB07-49C9EA0A5ED9}"/>
              </a:ext>
            </a:extLst>
          </p:cNvPr>
          <p:cNvSpPr txBox="1"/>
          <p:nvPr/>
        </p:nvSpPr>
        <p:spPr>
          <a:xfrm>
            <a:off x="1944516" y="2710759"/>
            <a:ext cx="3072273" cy="81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t>{{slide_11_body_1}}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B997A9-6EA4-4B7F-94D9-64BA0D10263B}"/>
              </a:ext>
            </a:extLst>
          </p:cNvPr>
          <p:cNvSpPr txBox="1"/>
          <p:nvPr/>
        </p:nvSpPr>
        <p:spPr>
          <a:xfrm>
            <a:off x="2387035" y="2289211"/>
            <a:ext cx="1099833" cy="272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effectLst/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rPr>
              <a:t>工作汇报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6E0DFBB-7918-4162-AB92-C8A40199534A}"/>
              </a:ext>
            </a:extLst>
          </p:cNvPr>
          <p:cNvSpPr>
            <a:spLocks/>
          </p:cNvSpPr>
          <p:nvPr/>
        </p:nvSpPr>
        <p:spPr>
          <a:xfrm>
            <a:off x="1936010" y="2252728"/>
            <a:ext cx="320226" cy="320227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图形 89">
            <a:extLst>
              <a:ext uri="{FF2B5EF4-FFF2-40B4-BE49-F238E27FC236}">
                <a16:creationId xmlns:a16="http://schemas.microsoft.com/office/drawing/2014/main" id="{49751555-A008-4B7F-8CA9-F5017CF596F0}"/>
              </a:ext>
            </a:extLst>
          </p:cNvPr>
          <p:cNvSpPr>
            <a:spLocks/>
          </p:cNvSpPr>
          <p:nvPr/>
        </p:nvSpPr>
        <p:spPr>
          <a:xfrm>
            <a:off x="1999252" y="2315970"/>
            <a:ext cx="193743" cy="193744"/>
          </a:xfrm>
          <a:custGeom>
            <a:avLst/>
            <a:gdLst>
              <a:gd name="connsiteX0" fmla="*/ 176197 w 351846"/>
              <a:gd name="connsiteY0" fmla="*/ 126167 h 351838"/>
              <a:gd name="connsiteX1" fmla="*/ 126146 w 351846"/>
              <a:gd name="connsiteY1" fmla="*/ 176316 h 351838"/>
              <a:gd name="connsiteX2" fmla="*/ 176197 w 351846"/>
              <a:gd name="connsiteY2" fmla="*/ 226465 h 351838"/>
              <a:gd name="connsiteX3" fmla="*/ 226248 w 351846"/>
              <a:gd name="connsiteY3" fmla="*/ 176316 h 351838"/>
              <a:gd name="connsiteX4" fmla="*/ 176197 w 351846"/>
              <a:gd name="connsiteY4" fmla="*/ 126167 h 351838"/>
              <a:gd name="connsiteX5" fmla="*/ 176197 w 351846"/>
              <a:gd name="connsiteY5" fmla="*/ 203660 h 351838"/>
              <a:gd name="connsiteX6" fmla="*/ 148907 w 351846"/>
              <a:gd name="connsiteY6" fmla="*/ 176316 h 351838"/>
              <a:gd name="connsiteX7" fmla="*/ 176197 w 351846"/>
              <a:gd name="connsiteY7" fmla="*/ 148972 h 351838"/>
              <a:gd name="connsiteX8" fmla="*/ 203488 w 351846"/>
              <a:gd name="connsiteY8" fmla="*/ 176316 h 351838"/>
              <a:gd name="connsiteX9" fmla="*/ 176197 w 351846"/>
              <a:gd name="connsiteY9" fmla="*/ 203660 h 351838"/>
              <a:gd name="connsiteX10" fmla="*/ 340733 w 351846"/>
              <a:gd name="connsiteY10" fmla="*/ 164857 h 351838"/>
              <a:gd name="connsiteX11" fmla="*/ 328617 w 351846"/>
              <a:gd name="connsiteY11" fmla="*/ 164857 h 351838"/>
              <a:gd name="connsiteX12" fmla="*/ 317067 w 351846"/>
              <a:gd name="connsiteY12" fmla="*/ 116637 h 351838"/>
              <a:gd name="connsiteX13" fmla="*/ 284341 w 351846"/>
              <a:gd name="connsiteY13" fmla="*/ 67962 h 351838"/>
              <a:gd name="connsiteX14" fmla="*/ 235761 w 351846"/>
              <a:gd name="connsiteY14" fmla="*/ 35173 h 351838"/>
              <a:gd name="connsiteX15" fmla="*/ 187522 w 351846"/>
              <a:gd name="connsiteY15" fmla="*/ 23600 h 351838"/>
              <a:gd name="connsiteX16" fmla="*/ 187522 w 351846"/>
              <a:gd name="connsiteY16" fmla="*/ 11346 h 351838"/>
              <a:gd name="connsiteX17" fmla="*/ 176198 w 351846"/>
              <a:gd name="connsiteY17" fmla="*/ 0 h 351838"/>
              <a:gd name="connsiteX18" fmla="*/ 164874 w 351846"/>
              <a:gd name="connsiteY18" fmla="*/ 11346 h 351838"/>
              <a:gd name="connsiteX19" fmla="*/ 164874 w 351846"/>
              <a:gd name="connsiteY19" fmla="*/ 23486 h 351838"/>
              <a:gd name="connsiteX20" fmla="*/ 116748 w 351846"/>
              <a:gd name="connsiteY20" fmla="*/ 35059 h 351838"/>
              <a:gd name="connsiteX21" fmla="*/ 68056 w 351846"/>
              <a:gd name="connsiteY21" fmla="*/ 67962 h 351838"/>
              <a:gd name="connsiteX22" fmla="*/ 35330 w 351846"/>
              <a:gd name="connsiteY22" fmla="*/ 116637 h 351838"/>
              <a:gd name="connsiteX23" fmla="*/ 23780 w 351846"/>
              <a:gd name="connsiteY23" fmla="*/ 164857 h 351838"/>
              <a:gd name="connsiteX24" fmla="*/ 11324 w 351846"/>
              <a:gd name="connsiteY24" fmla="*/ 164857 h 351838"/>
              <a:gd name="connsiteX25" fmla="*/ 0 w 351846"/>
              <a:gd name="connsiteY25" fmla="*/ 176203 h 351838"/>
              <a:gd name="connsiteX26" fmla="*/ 11324 w 351846"/>
              <a:gd name="connsiteY26" fmla="*/ 187549 h 351838"/>
              <a:gd name="connsiteX27" fmla="*/ 23780 w 351846"/>
              <a:gd name="connsiteY27" fmla="*/ 187549 h 351838"/>
              <a:gd name="connsiteX28" fmla="*/ 35330 w 351846"/>
              <a:gd name="connsiteY28" fmla="*/ 235769 h 351838"/>
              <a:gd name="connsiteX29" fmla="*/ 68056 w 351846"/>
              <a:gd name="connsiteY29" fmla="*/ 284443 h 351838"/>
              <a:gd name="connsiteX30" fmla="*/ 116635 w 351846"/>
              <a:gd name="connsiteY30" fmla="*/ 317233 h 351838"/>
              <a:gd name="connsiteX31" fmla="*/ 164762 w 351846"/>
              <a:gd name="connsiteY31" fmla="*/ 328806 h 351838"/>
              <a:gd name="connsiteX32" fmla="*/ 164762 w 351846"/>
              <a:gd name="connsiteY32" fmla="*/ 340492 h 351838"/>
              <a:gd name="connsiteX33" fmla="*/ 176085 w 351846"/>
              <a:gd name="connsiteY33" fmla="*/ 351838 h 351838"/>
              <a:gd name="connsiteX34" fmla="*/ 187409 w 351846"/>
              <a:gd name="connsiteY34" fmla="*/ 340492 h 351838"/>
              <a:gd name="connsiteX35" fmla="*/ 187409 w 351846"/>
              <a:gd name="connsiteY35" fmla="*/ 329033 h 351838"/>
              <a:gd name="connsiteX36" fmla="*/ 235535 w 351846"/>
              <a:gd name="connsiteY36" fmla="*/ 317460 h 351838"/>
              <a:gd name="connsiteX37" fmla="*/ 284115 w 351846"/>
              <a:gd name="connsiteY37" fmla="*/ 284670 h 351838"/>
              <a:gd name="connsiteX38" fmla="*/ 316841 w 351846"/>
              <a:gd name="connsiteY38" fmla="*/ 235996 h 351838"/>
              <a:gd name="connsiteX39" fmla="*/ 328391 w 351846"/>
              <a:gd name="connsiteY39" fmla="*/ 187776 h 351838"/>
              <a:gd name="connsiteX40" fmla="*/ 340507 w 351846"/>
              <a:gd name="connsiteY40" fmla="*/ 187776 h 351838"/>
              <a:gd name="connsiteX41" fmla="*/ 351831 w 351846"/>
              <a:gd name="connsiteY41" fmla="*/ 176430 h 351838"/>
              <a:gd name="connsiteX42" fmla="*/ 340733 w 351846"/>
              <a:gd name="connsiteY42" fmla="*/ 164857 h 351838"/>
              <a:gd name="connsiteX43" fmla="*/ 187521 w 351846"/>
              <a:gd name="connsiteY43" fmla="*/ 306114 h 351838"/>
              <a:gd name="connsiteX44" fmla="*/ 187521 w 351846"/>
              <a:gd name="connsiteY44" fmla="*/ 279564 h 351838"/>
              <a:gd name="connsiteX45" fmla="*/ 176197 w 351846"/>
              <a:gd name="connsiteY45" fmla="*/ 268218 h 351838"/>
              <a:gd name="connsiteX46" fmla="*/ 164873 w 351846"/>
              <a:gd name="connsiteY46" fmla="*/ 279564 h 351838"/>
              <a:gd name="connsiteX47" fmla="*/ 164873 w 351846"/>
              <a:gd name="connsiteY47" fmla="*/ 306114 h 351838"/>
              <a:gd name="connsiteX48" fmla="*/ 46539 w 351846"/>
              <a:gd name="connsiteY48" fmla="*/ 187662 h 351838"/>
              <a:gd name="connsiteX49" fmla="*/ 74282 w 351846"/>
              <a:gd name="connsiteY49" fmla="*/ 187662 h 351838"/>
              <a:gd name="connsiteX50" fmla="*/ 85606 w 351846"/>
              <a:gd name="connsiteY50" fmla="*/ 176316 h 351838"/>
              <a:gd name="connsiteX51" fmla="*/ 74282 w 351846"/>
              <a:gd name="connsiteY51" fmla="*/ 164970 h 351838"/>
              <a:gd name="connsiteX52" fmla="*/ 46539 w 351846"/>
              <a:gd name="connsiteY52" fmla="*/ 164970 h 351838"/>
              <a:gd name="connsiteX53" fmla="*/ 164760 w 351846"/>
              <a:gd name="connsiteY53" fmla="*/ 46519 h 351838"/>
              <a:gd name="connsiteX54" fmla="*/ 164760 w 351846"/>
              <a:gd name="connsiteY54" fmla="*/ 72161 h 351838"/>
              <a:gd name="connsiteX55" fmla="*/ 176083 w 351846"/>
              <a:gd name="connsiteY55" fmla="*/ 83507 h 351838"/>
              <a:gd name="connsiteX56" fmla="*/ 187407 w 351846"/>
              <a:gd name="connsiteY56" fmla="*/ 72161 h 351838"/>
              <a:gd name="connsiteX57" fmla="*/ 187407 w 351846"/>
              <a:gd name="connsiteY57" fmla="*/ 46405 h 351838"/>
              <a:gd name="connsiteX58" fmla="*/ 305742 w 351846"/>
              <a:gd name="connsiteY58" fmla="*/ 164857 h 351838"/>
              <a:gd name="connsiteX59" fmla="*/ 277885 w 351846"/>
              <a:gd name="connsiteY59" fmla="*/ 164857 h 351838"/>
              <a:gd name="connsiteX60" fmla="*/ 266561 w 351846"/>
              <a:gd name="connsiteY60" fmla="*/ 176203 h 351838"/>
              <a:gd name="connsiteX61" fmla="*/ 277885 w 351846"/>
              <a:gd name="connsiteY61" fmla="*/ 187549 h 351838"/>
              <a:gd name="connsiteX62" fmla="*/ 305742 w 351846"/>
              <a:gd name="connsiteY62" fmla="*/ 187549 h 351838"/>
              <a:gd name="connsiteX63" fmla="*/ 187521 w 351846"/>
              <a:gd name="connsiteY63" fmla="*/ 306114 h 35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51846" h="351838">
                <a:moveTo>
                  <a:pt x="176197" y="126167"/>
                </a:moveTo>
                <a:cubicBezTo>
                  <a:pt x="148567" y="126167"/>
                  <a:pt x="126146" y="148632"/>
                  <a:pt x="126146" y="176316"/>
                </a:cubicBezTo>
                <a:cubicBezTo>
                  <a:pt x="126146" y="204000"/>
                  <a:pt x="148567" y="226465"/>
                  <a:pt x="176197" y="226465"/>
                </a:cubicBezTo>
                <a:cubicBezTo>
                  <a:pt x="203827" y="226465"/>
                  <a:pt x="226248" y="204000"/>
                  <a:pt x="226248" y="176316"/>
                </a:cubicBezTo>
                <a:cubicBezTo>
                  <a:pt x="226135" y="148632"/>
                  <a:pt x="203714" y="126167"/>
                  <a:pt x="176197" y="126167"/>
                </a:cubicBezTo>
                <a:close/>
                <a:moveTo>
                  <a:pt x="176197" y="203660"/>
                </a:moveTo>
                <a:cubicBezTo>
                  <a:pt x="161137" y="203660"/>
                  <a:pt x="148907" y="191406"/>
                  <a:pt x="148907" y="176316"/>
                </a:cubicBezTo>
                <a:cubicBezTo>
                  <a:pt x="148907" y="161226"/>
                  <a:pt x="161136" y="148972"/>
                  <a:pt x="176197" y="148972"/>
                </a:cubicBezTo>
                <a:cubicBezTo>
                  <a:pt x="191258" y="148972"/>
                  <a:pt x="203488" y="161226"/>
                  <a:pt x="203488" y="176316"/>
                </a:cubicBezTo>
                <a:cubicBezTo>
                  <a:pt x="203488" y="191407"/>
                  <a:pt x="191258" y="203660"/>
                  <a:pt x="176197" y="203660"/>
                </a:cubicBezTo>
                <a:close/>
                <a:moveTo>
                  <a:pt x="340733" y="164857"/>
                </a:moveTo>
                <a:lnTo>
                  <a:pt x="328617" y="164857"/>
                </a:lnTo>
                <a:cubicBezTo>
                  <a:pt x="327372" y="148178"/>
                  <a:pt x="323521" y="132067"/>
                  <a:pt x="317067" y="116637"/>
                </a:cubicBezTo>
                <a:cubicBezTo>
                  <a:pt x="309367" y="98370"/>
                  <a:pt x="298382" y="82031"/>
                  <a:pt x="284341" y="67962"/>
                </a:cubicBezTo>
                <a:cubicBezTo>
                  <a:pt x="270299" y="53894"/>
                  <a:pt x="253993" y="42888"/>
                  <a:pt x="235761" y="35173"/>
                </a:cubicBezTo>
                <a:cubicBezTo>
                  <a:pt x="220361" y="28706"/>
                  <a:pt x="204168" y="24734"/>
                  <a:pt x="187522" y="23600"/>
                </a:cubicBezTo>
                <a:lnTo>
                  <a:pt x="187522" y="11346"/>
                </a:lnTo>
                <a:cubicBezTo>
                  <a:pt x="187522" y="5105"/>
                  <a:pt x="182426" y="0"/>
                  <a:pt x="176198" y="0"/>
                </a:cubicBezTo>
                <a:cubicBezTo>
                  <a:pt x="169971" y="0"/>
                  <a:pt x="164874" y="5106"/>
                  <a:pt x="164874" y="11346"/>
                </a:cubicBezTo>
                <a:lnTo>
                  <a:pt x="164874" y="23486"/>
                </a:lnTo>
                <a:cubicBezTo>
                  <a:pt x="148228" y="24734"/>
                  <a:pt x="132148" y="28592"/>
                  <a:pt x="116748" y="35059"/>
                </a:cubicBezTo>
                <a:cubicBezTo>
                  <a:pt x="98517" y="42888"/>
                  <a:pt x="82097" y="53893"/>
                  <a:pt x="68056" y="67962"/>
                </a:cubicBezTo>
                <a:cubicBezTo>
                  <a:pt x="54014" y="82031"/>
                  <a:pt x="43030" y="98483"/>
                  <a:pt x="35330" y="116637"/>
                </a:cubicBezTo>
                <a:cubicBezTo>
                  <a:pt x="28876" y="132067"/>
                  <a:pt x="24912" y="148179"/>
                  <a:pt x="23780" y="164857"/>
                </a:cubicBezTo>
                <a:lnTo>
                  <a:pt x="11324" y="164857"/>
                </a:lnTo>
                <a:cubicBezTo>
                  <a:pt x="5096" y="164857"/>
                  <a:pt x="0" y="169963"/>
                  <a:pt x="0" y="176203"/>
                </a:cubicBezTo>
                <a:cubicBezTo>
                  <a:pt x="0" y="182443"/>
                  <a:pt x="5096" y="187549"/>
                  <a:pt x="11324" y="187549"/>
                </a:cubicBezTo>
                <a:lnTo>
                  <a:pt x="23780" y="187549"/>
                </a:lnTo>
                <a:cubicBezTo>
                  <a:pt x="25025" y="204227"/>
                  <a:pt x="28876" y="220339"/>
                  <a:pt x="35330" y="235769"/>
                </a:cubicBezTo>
                <a:cubicBezTo>
                  <a:pt x="43030" y="254036"/>
                  <a:pt x="54015" y="270374"/>
                  <a:pt x="68056" y="284443"/>
                </a:cubicBezTo>
                <a:cubicBezTo>
                  <a:pt x="82098" y="298512"/>
                  <a:pt x="98404" y="309518"/>
                  <a:pt x="116635" y="317233"/>
                </a:cubicBezTo>
                <a:cubicBezTo>
                  <a:pt x="132036" y="323700"/>
                  <a:pt x="148116" y="327671"/>
                  <a:pt x="164762" y="328806"/>
                </a:cubicBezTo>
                <a:lnTo>
                  <a:pt x="164762" y="340492"/>
                </a:lnTo>
                <a:cubicBezTo>
                  <a:pt x="164762" y="346733"/>
                  <a:pt x="169857" y="351838"/>
                  <a:pt x="176085" y="351838"/>
                </a:cubicBezTo>
                <a:cubicBezTo>
                  <a:pt x="182313" y="351838"/>
                  <a:pt x="187409" y="346732"/>
                  <a:pt x="187409" y="340492"/>
                </a:cubicBezTo>
                <a:lnTo>
                  <a:pt x="187409" y="329033"/>
                </a:lnTo>
                <a:cubicBezTo>
                  <a:pt x="204055" y="327785"/>
                  <a:pt x="220135" y="323927"/>
                  <a:pt x="235535" y="317460"/>
                </a:cubicBezTo>
                <a:cubicBezTo>
                  <a:pt x="253767" y="309745"/>
                  <a:pt x="270073" y="298739"/>
                  <a:pt x="284115" y="284670"/>
                </a:cubicBezTo>
                <a:cubicBezTo>
                  <a:pt x="298156" y="270601"/>
                  <a:pt x="309141" y="254263"/>
                  <a:pt x="316841" y="235996"/>
                </a:cubicBezTo>
                <a:cubicBezTo>
                  <a:pt x="323295" y="220566"/>
                  <a:pt x="327259" y="204454"/>
                  <a:pt x="328391" y="187776"/>
                </a:cubicBezTo>
                <a:lnTo>
                  <a:pt x="340507" y="187776"/>
                </a:lnTo>
                <a:cubicBezTo>
                  <a:pt x="346735" y="187776"/>
                  <a:pt x="351831" y="182670"/>
                  <a:pt x="351831" y="176430"/>
                </a:cubicBezTo>
                <a:cubicBezTo>
                  <a:pt x="352170" y="169963"/>
                  <a:pt x="347075" y="164857"/>
                  <a:pt x="340733" y="164857"/>
                </a:cubicBezTo>
                <a:close/>
                <a:moveTo>
                  <a:pt x="187521" y="306114"/>
                </a:moveTo>
                <a:lnTo>
                  <a:pt x="187521" y="279564"/>
                </a:lnTo>
                <a:cubicBezTo>
                  <a:pt x="187521" y="273324"/>
                  <a:pt x="182425" y="268218"/>
                  <a:pt x="176197" y="268218"/>
                </a:cubicBezTo>
                <a:cubicBezTo>
                  <a:pt x="169969" y="268218"/>
                  <a:pt x="164873" y="273324"/>
                  <a:pt x="164873" y="279564"/>
                </a:cubicBezTo>
                <a:lnTo>
                  <a:pt x="164873" y="306114"/>
                </a:lnTo>
                <a:cubicBezTo>
                  <a:pt x="102139" y="300668"/>
                  <a:pt x="51974" y="250519"/>
                  <a:pt x="46539" y="187662"/>
                </a:cubicBezTo>
                <a:lnTo>
                  <a:pt x="74282" y="187662"/>
                </a:lnTo>
                <a:cubicBezTo>
                  <a:pt x="80511" y="187662"/>
                  <a:pt x="85606" y="182556"/>
                  <a:pt x="85606" y="176316"/>
                </a:cubicBezTo>
                <a:cubicBezTo>
                  <a:pt x="85606" y="170076"/>
                  <a:pt x="80510" y="164970"/>
                  <a:pt x="74282" y="164970"/>
                </a:cubicBezTo>
                <a:lnTo>
                  <a:pt x="46539" y="164970"/>
                </a:lnTo>
                <a:cubicBezTo>
                  <a:pt x="51974" y="102227"/>
                  <a:pt x="102026" y="51965"/>
                  <a:pt x="164760" y="46519"/>
                </a:cubicBezTo>
                <a:lnTo>
                  <a:pt x="164760" y="72161"/>
                </a:lnTo>
                <a:cubicBezTo>
                  <a:pt x="164760" y="78401"/>
                  <a:pt x="169855" y="83507"/>
                  <a:pt x="176083" y="83507"/>
                </a:cubicBezTo>
                <a:cubicBezTo>
                  <a:pt x="182311" y="83507"/>
                  <a:pt x="187407" y="78401"/>
                  <a:pt x="187407" y="72161"/>
                </a:cubicBezTo>
                <a:lnTo>
                  <a:pt x="187407" y="46405"/>
                </a:lnTo>
                <a:cubicBezTo>
                  <a:pt x="250255" y="51851"/>
                  <a:pt x="300306" y="102114"/>
                  <a:pt x="305742" y="164857"/>
                </a:cubicBezTo>
                <a:lnTo>
                  <a:pt x="277885" y="164857"/>
                </a:lnTo>
                <a:cubicBezTo>
                  <a:pt x="271657" y="164857"/>
                  <a:pt x="266561" y="169963"/>
                  <a:pt x="266561" y="176203"/>
                </a:cubicBezTo>
                <a:cubicBezTo>
                  <a:pt x="266561" y="182443"/>
                  <a:pt x="271657" y="187549"/>
                  <a:pt x="277885" y="187549"/>
                </a:cubicBezTo>
                <a:lnTo>
                  <a:pt x="305742" y="187549"/>
                </a:lnTo>
                <a:cubicBezTo>
                  <a:pt x="300306" y="250519"/>
                  <a:pt x="250255" y="300668"/>
                  <a:pt x="187521" y="306114"/>
                </a:cubicBezTo>
                <a:close/>
              </a:path>
            </a:pathLst>
          </a:custGeom>
          <a:solidFill>
            <a:schemeClr val="bg1"/>
          </a:solidFill>
          <a:ln w="3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6C96FF-DBE6-40E6-8B1E-66FE595D1943}"/>
              </a:ext>
            </a:extLst>
          </p:cNvPr>
          <p:cNvSpPr txBox="1"/>
          <p:nvPr/>
        </p:nvSpPr>
        <p:spPr>
          <a:xfrm>
            <a:off x="1944516" y="4668427"/>
            <a:ext cx="3072272" cy="81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t>{{slide_11_body_3}}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B0AE4B8-9179-459C-BA00-D03B765DA0F7}"/>
              </a:ext>
            </a:extLst>
          </p:cNvPr>
          <p:cNvSpPr txBox="1"/>
          <p:nvPr/>
        </p:nvSpPr>
        <p:spPr>
          <a:xfrm>
            <a:off x="2387035" y="4246880"/>
            <a:ext cx="1099833" cy="272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effectLst/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rPr>
              <a:t>工作汇报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26005E8-70FA-4862-B548-FDA1F3448426}"/>
              </a:ext>
            </a:extLst>
          </p:cNvPr>
          <p:cNvSpPr>
            <a:spLocks/>
          </p:cNvSpPr>
          <p:nvPr/>
        </p:nvSpPr>
        <p:spPr>
          <a:xfrm>
            <a:off x="1936010" y="4210396"/>
            <a:ext cx="320226" cy="320227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任意多边形: 形状 239">
            <a:extLst>
              <a:ext uri="{FF2B5EF4-FFF2-40B4-BE49-F238E27FC236}">
                <a16:creationId xmlns:a16="http://schemas.microsoft.com/office/drawing/2014/main" id="{FD676830-44E2-4A6C-929E-0FE41E8A6803}"/>
              </a:ext>
            </a:extLst>
          </p:cNvPr>
          <p:cNvSpPr>
            <a:spLocks/>
          </p:cNvSpPr>
          <p:nvPr/>
        </p:nvSpPr>
        <p:spPr>
          <a:xfrm>
            <a:off x="1988209" y="4295847"/>
            <a:ext cx="215828" cy="149325"/>
          </a:xfrm>
          <a:custGeom>
            <a:avLst/>
            <a:gdLst>
              <a:gd name="connsiteX0" fmla="*/ 92812 w 473956"/>
              <a:gd name="connsiteY0" fmla="*/ 33860 h 327918"/>
              <a:gd name="connsiteX1" fmla="*/ 16938 w 473956"/>
              <a:gd name="connsiteY1" fmla="*/ 33860 h 327918"/>
              <a:gd name="connsiteX2" fmla="*/ 0 w 473956"/>
              <a:gd name="connsiteY2" fmla="*/ 16930 h 327918"/>
              <a:gd name="connsiteX3" fmla="*/ 16938 w 473956"/>
              <a:gd name="connsiteY3" fmla="*/ 0 h 327918"/>
              <a:gd name="connsiteX4" fmla="*/ 92812 w 473956"/>
              <a:gd name="connsiteY4" fmla="*/ 0 h 327918"/>
              <a:gd name="connsiteX5" fmla="*/ 109750 w 473956"/>
              <a:gd name="connsiteY5" fmla="*/ 16930 h 327918"/>
              <a:gd name="connsiteX6" fmla="*/ 92812 w 473956"/>
              <a:gd name="connsiteY6" fmla="*/ 33860 h 327918"/>
              <a:gd name="connsiteX7" fmla="*/ 92812 w 473956"/>
              <a:gd name="connsiteY7" fmla="*/ 129636 h 327918"/>
              <a:gd name="connsiteX8" fmla="*/ 62483 w 473956"/>
              <a:gd name="connsiteY8" fmla="*/ 129636 h 327918"/>
              <a:gd name="connsiteX9" fmla="*/ 45545 w 473956"/>
              <a:gd name="connsiteY9" fmla="*/ 112706 h 327918"/>
              <a:gd name="connsiteX10" fmla="*/ 62483 w 473956"/>
              <a:gd name="connsiteY10" fmla="*/ 95775 h 327918"/>
              <a:gd name="connsiteX11" fmla="*/ 92812 w 473956"/>
              <a:gd name="connsiteY11" fmla="*/ 95775 h 327918"/>
              <a:gd name="connsiteX12" fmla="*/ 109750 w 473956"/>
              <a:gd name="connsiteY12" fmla="*/ 112706 h 327918"/>
              <a:gd name="connsiteX13" fmla="*/ 92812 w 473956"/>
              <a:gd name="connsiteY13" fmla="*/ 129636 h 327918"/>
              <a:gd name="connsiteX14" fmla="*/ 92812 w 473956"/>
              <a:gd name="connsiteY14" fmla="*/ 321238 h 327918"/>
              <a:gd name="connsiteX15" fmla="*/ 16938 w 473956"/>
              <a:gd name="connsiteY15" fmla="*/ 321238 h 327918"/>
              <a:gd name="connsiteX16" fmla="*/ 0 w 473956"/>
              <a:gd name="connsiteY16" fmla="*/ 304308 h 327918"/>
              <a:gd name="connsiteX17" fmla="*/ 16938 w 473956"/>
              <a:gd name="connsiteY17" fmla="*/ 287378 h 327918"/>
              <a:gd name="connsiteX18" fmla="*/ 92812 w 473956"/>
              <a:gd name="connsiteY18" fmla="*/ 287378 h 327918"/>
              <a:gd name="connsiteX19" fmla="*/ 109750 w 473956"/>
              <a:gd name="connsiteY19" fmla="*/ 304308 h 327918"/>
              <a:gd name="connsiteX20" fmla="*/ 92812 w 473956"/>
              <a:gd name="connsiteY20" fmla="*/ 321238 h 327918"/>
              <a:gd name="connsiteX21" fmla="*/ 92812 w 473956"/>
              <a:gd name="connsiteY21" fmla="*/ 225463 h 327918"/>
              <a:gd name="connsiteX22" fmla="*/ 62483 w 473956"/>
              <a:gd name="connsiteY22" fmla="*/ 225463 h 327918"/>
              <a:gd name="connsiteX23" fmla="*/ 45545 w 473956"/>
              <a:gd name="connsiteY23" fmla="*/ 208532 h 327918"/>
              <a:gd name="connsiteX24" fmla="*/ 62483 w 473956"/>
              <a:gd name="connsiteY24" fmla="*/ 191602 h 327918"/>
              <a:gd name="connsiteX25" fmla="*/ 92812 w 473956"/>
              <a:gd name="connsiteY25" fmla="*/ 191602 h 327918"/>
              <a:gd name="connsiteX26" fmla="*/ 109750 w 473956"/>
              <a:gd name="connsiteY26" fmla="*/ 208532 h 327918"/>
              <a:gd name="connsiteX27" fmla="*/ 92812 w 473956"/>
              <a:gd name="connsiteY27" fmla="*/ 225463 h 327918"/>
              <a:gd name="connsiteX28" fmla="*/ 457018 w 473956"/>
              <a:gd name="connsiteY28" fmla="*/ 33860 h 327918"/>
              <a:gd name="connsiteX29" fmla="*/ 381146 w 473956"/>
              <a:gd name="connsiteY29" fmla="*/ 33860 h 327918"/>
              <a:gd name="connsiteX30" fmla="*/ 364207 w 473956"/>
              <a:gd name="connsiteY30" fmla="*/ 16930 h 327918"/>
              <a:gd name="connsiteX31" fmla="*/ 381146 w 473956"/>
              <a:gd name="connsiteY31" fmla="*/ 0 h 327918"/>
              <a:gd name="connsiteX32" fmla="*/ 457018 w 473956"/>
              <a:gd name="connsiteY32" fmla="*/ 0 h 327918"/>
              <a:gd name="connsiteX33" fmla="*/ 473956 w 473956"/>
              <a:gd name="connsiteY33" fmla="*/ 16930 h 327918"/>
              <a:gd name="connsiteX34" fmla="*/ 457018 w 473956"/>
              <a:gd name="connsiteY34" fmla="*/ 33860 h 327918"/>
              <a:gd name="connsiteX35" fmla="*/ 411268 w 473956"/>
              <a:gd name="connsiteY35" fmla="*/ 129636 h 327918"/>
              <a:gd name="connsiteX36" fmla="*/ 380937 w 473956"/>
              <a:gd name="connsiteY36" fmla="*/ 129636 h 327918"/>
              <a:gd name="connsiteX37" fmla="*/ 364002 w 473956"/>
              <a:gd name="connsiteY37" fmla="*/ 112706 h 327918"/>
              <a:gd name="connsiteX38" fmla="*/ 380937 w 473956"/>
              <a:gd name="connsiteY38" fmla="*/ 95775 h 327918"/>
              <a:gd name="connsiteX39" fmla="*/ 411268 w 473956"/>
              <a:gd name="connsiteY39" fmla="*/ 95775 h 327918"/>
              <a:gd name="connsiteX40" fmla="*/ 428206 w 473956"/>
              <a:gd name="connsiteY40" fmla="*/ 112706 h 327918"/>
              <a:gd name="connsiteX41" fmla="*/ 411268 w 473956"/>
              <a:gd name="connsiteY41" fmla="*/ 129636 h 327918"/>
              <a:gd name="connsiteX42" fmla="*/ 457018 w 473956"/>
              <a:gd name="connsiteY42" fmla="*/ 321238 h 327918"/>
              <a:gd name="connsiteX43" fmla="*/ 381146 w 473956"/>
              <a:gd name="connsiteY43" fmla="*/ 321238 h 327918"/>
              <a:gd name="connsiteX44" fmla="*/ 364207 w 473956"/>
              <a:gd name="connsiteY44" fmla="*/ 304308 h 327918"/>
              <a:gd name="connsiteX45" fmla="*/ 381146 w 473956"/>
              <a:gd name="connsiteY45" fmla="*/ 287378 h 327918"/>
              <a:gd name="connsiteX46" fmla="*/ 457018 w 473956"/>
              <a:gd name="connsiteY46" fmla="*/ 287378 h 327918"/>
              <a:gd name="connsiteX47" fmla="*/ 473956 w 473956"/>
              <a:gd name="connsiteY47" fmla="*/ 304308 h 327918"/>
              <a:gd name="connsiteX48" fmla="*/ 457018 w 473956"/>
              <a:gd name="connsiteY48" fmla="*/ 321238 h 327918"/>
              <a:gd name="connsiteX49" fmla="*/ 411268 w 473956"/>
              <a:gd name="connsiteY49" fmla="*/ 225463 h 327918"/>
              <a:gd name="connsiteX50" fmla="*/ 380937 w 473956"/>
              <a:gd name="connsiteY50" fmla="*/ 225463 h 327918"/>
              <a:gd name="connsiteX51" fmla="*/ 364002 w 473956"/>
              <a:gd name="connsiteY51" fmla="*/ 208532 h 327918"/>
              <a:gd name="connsiteX52" fmla="*/ 380937 w 473956"/>
              <a:gd name="connsiteY52" fmla="*/ 191602 h 327918"/>
              <a:gd name="connsiteX53" fmla="*/ 411268 w 473956"/>
              <a:gd name="connsiteY53" fmla="*/ 191602 h 327918"/>
              <a:gd name="connsiteX54" fmla="*/ 428206 w 473956"/>
              <a:gd name="connsiteY54" fmla="*/ 208532 h 327918"/>
              <a:gd name="connsiteX55" fmla="*/ 411268 w 473956"/>
              <a:gd name="connsiteY55" fmla="*/ 225463 h 327918"/>
              <a:gd name="connsiteX56" fmla="*/ 352565 w 473956"/>
              <a:gd name="connsiteY56" fmla="*/ 327918 h 327918"/>
              <a:gd name="connsiteX57" fmla="*/ 121239 w 473956"/>
              <a:gd name="connsiteY57" fmla="*/ 327918 h 327918"/>
              <a:gd name="connsiteX58" fmla="*/ 121239 w 473956"/>
              <a:gd name="connsiteY58" fmla="*/ 0 h 327918"/>
              <a:gd name="connsiteX59" fmla="*/ 352565 w 473956"/>
              <a:gd name="connsiteY59" fmla="*/ 0 h 327918"/>
              <a:gd name="connsiteX60" fmla="*/ 155270 w 473956"/>
              <a:gd name="connsiteY60" fmla="*/ 294058 h 327918"/>
              <a:gd name="connsiteX61" fmla="*/ 318738 w 473956"/>
              <a:gd name="connsiteY61" fmla="*/ 294058 h 327918"/>
              <a:gd name="connsiteX62" fmla="*/ 318738 w 473956"/>
              <a:gd name="connsiteY62" fmla="*/ 33860 h 327918"/>
              <a:gd name="connsiteX63" fmla="*/ 155270 w 473956"/>
              <a:gd name="connsiteY63" fmla="*/ 33860 h 32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73956" h="327918">
                <a:moveTo>
                  <a:pt x="92812" y="33860"/>
                </a:moveTo>
                <a:lnTo>
                  <a:pt x="16938" y="33860"/>
                </a:lnTo>
                <a:cubicBezTo>
                  <a:pt x="7583" y="33860"/>
                  <a:pt x="0" y="26281"/>
                  <a:pt x="0" y="16930"/>
                </a:cubicBezTo>
                <a:cubicBezTo>
                  <a:pt x="0" y="7580"/>
                  <a:pt x="7583" y="0"/>
                  <a:pt x="16938" y="0"/>
                </a:cubicBezTo>
                <a:lnTo>
                  <a:pt x="92812" y="0"/>
                </a:lnTo>
                <a:cubicBezTo>
                  <a:pt x="102167" y="0"/>
                  <a:pt x="109750" y="7580"/>
                  <a:pt x="109750" y="16930"/>
                </a:cubicBezTo>
                <a:cubicBezTo>
                  <a:pt x="109750" y="26281"/>
                  <a:pt x="102167" y="33860"/>
                  <a:pt x="92812" y="33860"/>
                </a:cubicBezTo>
                <a:close/>
                <a:moveTo>
                  <a:pt x="92812" y="129636"/>
                </a:moveTo>
                <a:lnTo>
                  <a:pt x="62483" y="129636"/>
                </a:lnTo>
                <a:cubicBezTo>
                  <a:pt x="53129" y="129636"/>
                  <a:pt x="45545" y="122056"/>
                  <a:pt x="45545" y="112706"/>
                </a:cubicBezTo>
                <a:cubicBezTo>
                  <a:pt x="45545" y="103355"/>
                  <a:pt x="53129" y="95775"/>
                  <a:pt x="62483" y="95775"/>
                </a:cubicBezTo>
                <a:lnTo>
                  <a:pt x="92812" y="95775"/>
                </a:lnTo>
                <a:cubicBezTo>
                  <a:pt x="102167" y="95775"/>
                  <a:pt x="109750" y="103355"/>
                  <a:pt x="109750" y="112706"/>
                </a:cubicBezTo>
                <a:cubicBezTo>
                  <a:pt x="109750" y="122056"/>
                  <a:pt x="102167" y="129636"/>
                  <a:pt x="92812" y="129636"/>
                </a:cubicBezTo>
                <a:close/>
                <a:moveTo>
                  <a:pt x="92812" y="321238"/>
                </a:moveTo>
                <a:lnTo>
                  <a:pt x="16938" y="321238"/>
                </a:lnTo>
                <a:cubicBezTo>
                  <a:pt x="7583" y="321238"/>
                  <a:pt x="0" y="313658"/>
                  <a:pt x="0" y="304308"/>
                </a:cubicBezTo>
                <a:cubicBezTo>
                  <a:pt x="0" y="294958"/>
                  <a:pt x="7583" y="287378"/>
                  <a:pt x="16938" y="287378"/>
                </a:cubicBezTo>
                <a:lnTo>
                  <a:pt x="92812" y="287378"/>
                </a:lnTo>
                <a:cubicBezTo>
                  <a:pt x="102167" y="287378"/>
                  <a:pt x="109750" y="294958"/>
                  <a:pt x="109750" y="304308"/>
                </a:cubicBezTo>
                <a:cubicBezTo>
                  <a:pt x="109750" y="313658"/>
                  <a:pt x="102167" y="321238"/>
                  <a:pt x="92812" y="321238"/>
                </a:cubicBezTo>
                <a:close/>
                <a:moveTo>
                  <a:pt x="92812" y="225463"/>
                </a:moveTo>
                <a:lnTo>
                  <a:pt x="62483" y="225463"/>
                </a:lnTo>
                <a:cubicBezTo>
                  <a:pt x="53129" y="225463"/>
                  <a:pt x="45545" y="217883"/>
                  <a:pt x="45545" y="208532"/>
                </a:cubicBezTo>
                <a:cubicBezTo>
                  <a:pt x="45545" y="199182"/>
                  <a:pt x="53129" y="191602"/>
                  <a:pt x="62483" y="191602"/>
                </a:cubicBezTo>
                <a:lnTo>
                  <a:pt x="92812" y="191602"/>
                </a:lnTo>
                <a:cubicBezTo>
                  <a:pt x="102167" y="191602"/>
                  <a:pt x="109750" y="199182"/>
                  <a:pt x="109750" y="208532"/>
                </a:cubicBezTo>
                <a:cubicBezTo>
                  <a:pt x="109750" y="217883"/>
                  <a:pt x="102167" y="225463"/>
                  <a:pt x="92812" y="225463"/>
                </a:cubicBezTo>
                <a:close/>
                <a:moveTo>
                  <a:pt x="457018" y="33860"/>
                </a:moveTo>
                <a:lnTo>
                  <a:pt x="381146" y="33860"/>
                </a:lnTo>
                <a:cubicBezTo>
                  <a:pt x="371791" y="33860"/>
                  <a:pt x="364207" y="26281"/>
                  <a:pt x="364207" y="16930"/>
                </a:cubicBezTo>
                <a:cubicBezTo>
                  <a:pt x="364207" y="7580"/>
                  <a:pt x="371791" y="0"/>
                  <a:pt x="381146" y="0"/>
                </a:cubicBezTo>
                <a:lnTo>
                  <a:pt x="457018" y="0"/>
                </a:lnTo>
                <a:cubicBezTo>
                  <a:pt x="466373" y="0"/>
                  <a:pt x="473956" y="7580"/>
                  <a:pt x="473956" y="16930"/>
                </a:cubicBezTo>
                <a:cubicBezTo>
                  <a:pt x="473956" y="26281"/>
                  <a:pt x="466373" y="33860"/>
                  <a:pt x="457018" y="33860"/>
                </a:cubicBezTo>
                <a:close/>
                <a:moveTo>
                  <a:pt x="411268" y="129636"/>
                </a:moveTo>
                <a:lnTo>
                  <a:pt x="380937" y="129636"/>
                </a:lnTo>
                <a:cubicBezTo>
                  <a:pt x="371586" y="129636"/>
                  <a:pt x="364002" y="122056"/>
                  <a:pt x="364002" y="112706"/>
                </a:cubicBezTo>
                <a:cubicBezTo>
                  <a:pt x="364002" y="103355"/>
                  <a:pt x="371586" y="95775"/>
                  <a:pt x="380937" y="95775"/>
                </a:cubicBezTo>
                <a:lnTo>
                  <a:pt x="411268" y="95775"/>
                </a:lnTo>
                <a:cubicBezTo>
                  <a:pt x="420623" y="95775"/>
                  <a:pt x="428206" y="103355"/>
                  <a:pt x="428206" y="112706"/>
                </a:cubicBezTo>
                <a:cubicBezTo>
                  <a:pt x="428206" y="122056"/>
                  <a:pt x="420623" y="129636"/>
                  <a:pt x="411268" y="129636"/>
                </a:cubicBezTo>
                <a:close/>
                <a:moveTo>
                  <a:pt x="457018" y="321238"/>
                </a:moveTo>
                <a:lnTo>
                  <a:pt x="381146" y="321238"/>
                </a:lnTo>
                <a:cubicBezTo>
                  <a:pt x="371791" y="321238"/>
                  <a:pt x="364207" y="313658"/>
                  <a:pt x="364207" y="304308"/>
                </a:cubicBezTo>
                <a:cubicBezTo>
                  <a:pt x="364207" y="294958"/>
                  <a:pt x="371791" y="287378"/>
                  <a:pt x="381146" y="287378"/>
                </a:cubicBezTo>
                <a:lnTo>
                  <a:pt x="457018" y="287378"/>
                </a:lnTo>
                <a:cubicBezTo>
                  <a:pt x="466373" y="287378"/>
                  <a:pt x="473956" y="294958"/>
                  <a:pt x="473956" y="304308"/>
                </a:cubicBezTo>
                <a:cubicBezTo>
                  <a:pt x="473956" y="313658"/>
                  <a:pt x="466373" y="321238"/>
                  <a:pt x="457018" y="321238"/>
                </a:cubicBezTo>
                <a:close/>
                <a:moveTo>
                  <a:pt x="411268" y="225463"/>
                </a:moveTo>
                <a:lnTo>
                  <a:pt x="380937" y="225463"/>
                </a:lnTo>
                <a:cubicBezTo>
                  <a:pt x="371586" y="225463"/>
                  <a:pt x="364002" y="217883"/>
                  <a:pt x="364002" y="208532"/>
                </a:cubicBezTo>
                <a:cubicBezTo>
                  <a:pt x="364002" y="199182"/>
                  <a:pt x="371586" y="191602"/>
                  <a:pt x="380937" y="191602"/>
                </a:cubicBezTo>
                <a:lnTo>
                  <a:pt x="411268" y="191602"/>
                </a:lnTo>
                <a:cubicBezTo>
                  <a:pt x="420623" y="191602"/>
                  <a:pt x="428206" y="199182"/>
                  <a:pt x="428206" y="208532"/>
                </a:cubicBezTo>
                <a:cubicBezTo>
                  <a:pt x="428206" y="217883"/>
                  <a:pt x="420623" y="225463"/>
                  <a:pt x="411268" y="225463"/>
                </a:cubicBezTo>
                <a:close/>
                <a:moveTo>
                  <a:pt x="352565" y="327918"/>
                </a:moveTo>
                <a:lnTo>
                  <a:pt x="121239" y="327918"/>
                </a:lnTo>
                <a:lnTo>
                  <a:pt x="121239" y="0"/>
                </a:lnTo>
                <a:lnTo>
                  <a:pt x="352565" y="0"/>
                </a:lnTo>
                <a:close/>
                <a:moveTo>
                  <a:pt x="155270" y="294058"/>
                </a:moveTo>
                <a:lnTo>
                  <a:pt x="318738" y="294058"/>
                </a:lnTo>
                <a:lnTo>
                  <a:pt x="318738" y="33860"/>
                </a:lnTo>
                <a:lnTo>
                  <a:pt x="155270" y="33860"/>
                </a:lnTo>
                <a:close/>
              </a:path>
            </a:pathLst>
          </a:custGeom>
          <a:solidFill>
            <a:schemeClr val="bg1"/>
          </a:soli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842CF1-82F1-42E9-881A-060739F1CC51}"/>
              </a:ext>
            </a:extLst>
          </p:cNvPr>
          <p:cNvSpPr txBox="1"/>
          <p:nvPr/>
        </p:nvSpPr>
        <p:spPr>
          <a:xfrm flipH="1">
            <a:off x="7290099" y="2710759"/>
            <a:ext cx="3109191" cy="81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t>{{slide_11_body_2}}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36F05B-6B3E-4C8B-AC9C-62B7AFF57E40}"/>
              </a:ext>
            </a:extLst>
          </p:cNvPr>
          <p:cNvSpPr txBox="1"/>
          <p:nvPr/>
        </p:nvSpPr>
        <p:spPr>
          <a:xfrm flipH="1">
            <a:off x="8730545" y="2289213"/>
            <a:ext cx="1180352" cy="2175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effectLst/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rPr>
              <a:t>工作汇报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FA27D47-5C9B-4EDC-9A20-D4627F6AFA0B}"/>
              </a:ext>
            </a:extLst>
          </p:cNvPr>
          <p:cNvSpPr>
            <a:spLocks/>
          </p:cNvSpPr>
          <p:nvPr/>
        </p:nvSpPr>
        <p:spPr>
          <a:xfrm flipH="1">
            <a:off x="10048383" y="2252728"/>
            <a:ext cx="320226" cy="320227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26" name="图形 88">
            <a:extLst>
              <a:ext uri="{FF2B5EF4-FFF2-40B4-BE49-F238E27FC236}">
                <a16:creationId xmlns:a16="http://schemas.microsoft.com/office/drawing/2014/main" id="{E41E51AB-B9C2-4CC9-B62A-E72E03DE70F5}"/>
              </a:ext>
            </a:extLst>
          </p:cNvPr>
          <p:cNvGrpSpPr>
            <a:grpSpLocks/>
          </p:cNvGrpSpPr>
          <p:nvPr/>
        </p:nvGrpSpPr>
        <p:grpSpPr>
          <a:xfrm>
            <a:off x="10089824" y="2285653"/>
            <a:ext cx="254367" cy="254368"/>
            <a:chOff x="10937000" y="7217013"/>
            <a:chExt cx="495548" cy="495546"/>
          </a:xfrm>
          <a:solidFill>
            <a:schemeClr val="bg1"/>
          </a:solidFill>
        </p:grpSpPr>
        <p:sp>
          <p:nvSpPr>
            <p:cNvPr id="27" name="任意多边形: 形状 153">
              <a:extLst>
                <a:ext uri="{FF2B5EF4-FFF2-40B4-BE49-F238E27FC236}">
                  <a16:creationId xmlns:a16="http://schemas.microsoft.com/office/drawing/2014/main" id="{6E53CA1C-A599-4BDB-AEFC-8F8014439670}"/>
                </a:ext>
              </a:extLst>
            </p:cNvPr>
            <p:cNvSpPr/>
            <p:nvPr/>
          </p:nvSpPr>
          <p:spPr>
            <a:xfrm>
              <a:off x="11034956" y="7281724"/>
              <a:ext cx="293378" cy="348887"/>
            </a:xfrm>
            <a:custGeom>
              <a:avLst/>
              <a:gdLst>
                <a:gd name="connsiteX0" fmla="*/ 172728 w 293378"/>
                <a:gd name="connsiteY0" fmla="*/ 120467 h 348887"/>
                <a:gd name="connsiteX1" fmla="*/ 224129 w 293378"/>
                <a:gd name="connsiteY1" fmla="*/ 120467 h 348887"/>
                <a:gd name="connsiteX2" fmla="*/ 224129 w 293378"/>
                <a:gd name="connsiteY2" fmla="*/ 157637 h 348887"/>
                <a:gd name="connsiteX3" fmla="*/ 232348 w 293378"/>
                <a:gd name="connsiteY3" fmla="*/ 167206 h 348887"/>
                <a:gd name="connsiteX4" fmla="*/ 235783 w 293378"/>
                <a:gd name="connsiteY4" fmla="*/ 167819 h 348887"/>
                <a:gd name="connsiteX5" fmla="*/ 283013 w 293378"/>
                <a:gd name="connsiteY5" fmla="*/ 167819 h 348887"/>
                <a:gd name="connsiteX6" fmla="*/ 293072 w 293378"/>
                <a:gd name="connsiteY6" fmla="*/ 157821 h 348887"/>
                <a:gd name="connsiteX7" fmla="*/ 293379 w 293378"/>
                <a:gd name="connsiteY7" fmla="*/ 155184 h 348887"/>
                <a:gd name="connsiteX8" fmla="*/ 293379 w 293378"/>
                <a:gd name="connsiteY8" fmla="*/ 61521 h 348887"/>
                <a:gd name="connsiteX9" fmla="*/ 284914 w 293378"/>
                <a:gd name="connsiteY9" fmla="*/ 51585 h 348887"/>
                <a:gd name="connsiteX10" fmla="*/ 284792 w 293378"/>
                <a:gd name="connsiteY10" fmla="*/ 51585 h 348887"/>
                <a:gd name="connsiteX11" fmla="*/ 284239 w 293378"/>
                <a:gd name="connsiteY11" fmla="*/ 51523 h 348887"/>
                <a:gd name="connsiteX12" fmla="*/ 283381 w 293378"/>
                <a:gd name="connsiteY12" fmla="*/ 51462 h 348887"/>
                <a:gd name="connsiteX13" fmla="*/ 172728 w 293378"/>
                <a:gd name="connsiteY13" fmla="*/ 51462 h 348887"/>
                <a:gd name="connsiteX14" fmla="*/ 172728 w 293378"/>
                <a:gd name="connsiteY14" fmla="*/ 12758 h 348887"/>
                <a:gd name="connsiteX15" fmla="*/ 165980 w 293378"/>
                <a:gd name="connsiteY15" fmla="*/ 1656 h 348887"/>
                <a:gd name="connsiteX16" fmla="*/ 159724 w 293378"/>
                <a:gd name="connsiteY16" fmla="*/ 0 h 348887"/>
                <a:gd name="connsiteX17" fmla="*/ 38582 w 293378"/>
                <a:gd name="connsiteY17" fmla="*/ 0 h 348887"/>
                <a:gd name="connsiteX18" fmla="*/ 26130 w 293378"/>
                <a:gd name="connsiteY18" fmla="*/ 12451 h 348887"/>
                <a:gd name="connsiteX19" fmla="*/ 26130 w 293378"/>
                <a:gd name="connsiteY19" fmla="*/ 276325 h 348887"/>
                <a:gd name="connsiteX20" fmla="*/ 11777 w 293378"/>
                <a:gd name="connsiteY20" fmla="*/ 276325 h 348887"/>
                <a:gd name="connsiteX21" fmla="*/ 8219 w 293378"/>
                <a:gd name="connsiteY21" fmla="*/ 277062 h 348887"/>
                <a:gd name="connsiteX22" fmla="*/ 0 w 293378"/>
                <a:gd name="connsiteY22" fmla="*/ 288777 h 348887"/>
                <a:gd name="connsiteX23" fmla="*/ 0 w 293378"/>
                <a:gd name="connsiteY23" fmla="*/ 336436 h 348887"/>
                <a:gd name="connsiteX24" fmla="*/ 12452 w 293378"/>
                <a:gd name="connsiteY24" fmla="*/ 348888 h 348887"/>
                <a:gd name="connsiteX25" fmla="*/ 185118 w 293378"/>
                <a:gd name="connsiteY25" fmla="*/ 348888 h 348887"/>
                <a:gd name="connsiteX26" fmla="*/ 197569 w 293378"/>
                <a:gd name="connsiteY26" fmla="*/ 336436 h 348887"/>
                <a:gd name="connsiteX27" fmla="*/ 197569 w 293378"/>
                <a:gd name="connsiteY27" fmla="*/ 288838 h 348887"/>
                <a:gd name="connsiteX28" fmla="*/ 186651 w 293378"/>
                <a:gd name="connsiteY28" fmla="*/ 276448 h 348887"/>
                <a:gd name="connsiteX29" fmla="*/ 185792 w 293378"/>
                <a:gd name="connsiteY29" fmla="*/ 276325 h 348887"/>
                <a:gd name="connsiteX30" fmla="*/ 172728 w 293378"/>
                <a:gd name="connsiteY30" fmla="*/ 276325 h 348887"/>
                <a:gd name="connsiteX31" fmla="*/ 172728 w 293378"/>
                <a:gd name="connsiteY31" fmla="*/ 120467 h 348887"/>
                <a:gd name="connsiteX32" fmla="*/ 188246 w 293378"/>
                <a:gd name="connsiteY32" fmla="*/ 69618 h 348887"/>
                <a:gd name="connsiteX33" fmla="*/ 275161 w 293378"/>
                <a:gd name="connsiteY33" fmla="*/ 69618 h 348887"/>
                <a:gd name="connsiteX34" fmla="*/ 275161 w 293378"/>
                <a:gd name="connsiteY34" fmla="*/ 149664 h 348887"/>
                <a:gd name="connsiteX35" fmla="*/ 244186 w 293378"/>
                <a:gd name="connsiteY35" fmla="*/ 149664 h 348887"/>
                <a:gd name="connsiteX36" fmla="*/ 244186 w 293378"/>
                <a:gd name="connsiteY36" fmla="*/ 113413 h 348887"/>
                <a:gd name="connsiteX37" fmla="*/ 244247 w 293378"/>
                <a:gd name="connsiteY37" fmla="*/ 112431 h 348887"/>
                <a:gd name="connsiteX38" fmla="*/ 234188 w 293378"/>
                <a:gd name="connsiteY38" fmla="*/ 102372 h 348887"/>
                <a:gd name="connsiteX39" fmla="*/ 172728 w 293378"/>
                <a:gd name="connsiteY39" fmla="*/ 102372 h 348887"/>
                <a:gd name="connsiteX40" fmla="*/ 172728 w 293378"/>
                <a:gd name="connsiteY40" fmla="*/ 69618 h 348887"/>
                <a:gd name="connsiteX41" fmla="*/ 188246 w 293378"/>
                <a:gd name="connsiteY41" fmla="*/ 69618 h 348887"/>
                <a:gd name="connsiteX42" fmla="*/ 22940 w 293378"/>
                <a:gd name="connsiteY42" fmla="*/ 326377 h 348887"/>
                <a:gd name="connsiteX43" fmla="*/ 22940 w 293378"/>
                <a:gd name="connsiteY43" fmla="*/ 296444 h 348887"/>
                <a:gd name="connsiteX44" fmla="*/ 174629 w 293378"/>
                <a:gd name="connsiteY44" fmla="*/ 296444 h 348887"/>
                <a:gd name="connsiteX45" fmla="*/ 174629 w 293378"/>
                <a:gd name="connsiteY45" fmla="*/ 326377 h 348887"/>
                <a:gd name="connsiteX46" fmla="*/ 22940 w 293378"/>
                <a:gd name="connsiteY46" fmla="*/ 326377 h 348887"/>
                <a:gd name="connsiteX47" fmla="*/ 49070 w 293378"/>
                <a:gd name="connsiteY47" fmla="*/ 276325 h 348887"/>
                <a:gd name="connsiteX48" fmla="*/ 49070 w 293378"/>
                <a:gd name="connsiteY48" fmla="*/ 22940 h 348887"/>
                <a:gd name="connsiteX49" fmla="*/ 149726 w 293378"/>
                <a:gd name="connsiteY49" fmla="*/ 22940 h 348887"/>
                <a:gd name="connsiteX50" fmla="*/ 149726 w 293378"/>
                <a:gd name="connsiteY50" fmla="*/ 276325 h 348887"/>
                <a:gd name="connsiteX51" fmla="*/ 49070 w 293378"/>
                <a:gd name="connsiteY51" fmla="*/ 276325 h 3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93378" h="348887">
                  <a:moveTo>
                    <a:pt x="172728" y="120467"/>
                  </a:moveTo>
                  <a:lnTo>
                    <a:pt x="224129" y="120467"/>
                  </a:lnTo>
                  <a:lnTo>
                    <a:pt x="224129" y="157637"/>
                  </a:lnTo>
                  <a:cubicBezTo>
                    <a:pt x="224129" y="162421"/>
                    <a:pt x="227686" y="166347"/>
                    <a:pt x="232348" y="167206"/>
                  </a:cubicBezTo>
                  <a:cubicBezTo>
                    <a:pt x="233451" y="167574"/>
                    <a:pt x="234556" y="167819"/>
                    <a:pt x="235783" y="167819"/>
                  </a:cubicBezTo>
                  <a:lnTo>
                    <a:pt x="283013" y="167819"/>
                  </a:lnTo>
                  <a:cubicBezTo>
                    <a:pt x="288594" y="167819"/>
                    <a:pt x="293011" y="163341"/>
                    <a:pt x="293072" y="157821"/>
                  </a:cubicBezTo>
                  <a:cubicBezTo>
                    <a:pt x="293256" y="156963"/>
                    <a:pt x="293379" y="156104"/>
                    <a:pt x="293379" y="155184"/>
                  </a:cubicBezTo>
                  <a:lnTo>
                    <a:pt x="293379" y="61521"/>
                  </a:lnTo>
                  <a:cubicBezTo>
                    <a:pt x="293379" y="56492"/>
                    <a:pt x="289699" y="52321"/>
                    <a:pt x="284914" y="51585"/>
                  </a:cubicBezTo>
                  <a:lnTo>
                    <a:pt x="284792" y="51585"/>
                  </a:lnTo>
                  <a:cubicBezTo>
                    <a:pt x="284608" y="51523"/>
                    <a:pt x="284423" y="51523"/>
                    <a:pt x="284239" y="51523"/>
                  </a:cubicBezTo>
                  <a:cubicBezTo>
                    <a:pt x="283933" y="51462"/>
                    <a:pt x="283626" y="51462"/>
                    <a:pt x="283381" y="51462"/>
                  </a:cubicBezTo>
                  <a:lnTo>
                    <a:pt x="172728" y="51462"/>
                  </a:lnTo>
                  <a:lnTo>
                    <a:pt x="172728" y="12758"/>
                  </a:lnTo>
                  <a:cubicBezTo>
                    <a:pt x="172728" y="7912"/>
                    <a:pt x="169967" y="3741"/>
                    <a:pt x="165980" y="1656"/>
                  </a:cubicBezTo>
                  <a:cubicBezTo>
                    <a:pt x="164140" y="552"/>
                    <a:pt x="161993" y="0"/>
                    <a:pt x="159724" y="0"/>
                  </a:cubicBezTo>
                  <a:lnTo>
                    <a:pt x="38582" y="0"/>
                  </a:lnTo>
                  <a:cubicBezTo>
                    <a:pt x="31650" y="0"/>
                    <a:pt x="26130" y="5582"/>
                    <a:pt x="26130" y="12451"/>
                  </a:cubicBezTo>
                  <a:lnTo>
                    <a:pt x="26130" y="276325"/>
                  </a:lnTo>
                  <a:lnTo>
                    <a:pt x="11777" y="276325"/>
                  </a:lnTo>
                  <a:cubicBezTo>
                    <a:pt x="10489" y="276325"/>
                    <a:pt x="9323" y="276571"/>
                    <a:pt x="8219" y="277062"/>
                  </a:cubicBezTo>
                  <a:cubicBezTo>
                    <a:pt x="3435" y="278779"/>
                    <a:pt x="0" y="283379"/>
                    <a:pt x="0" y="288777"/>
                  </a:cubicBezTo>
                  <a:lnTo>
                    <a:pt x="0" y="336436"/>
                  </a:lnTo>
                  <a:cubicBezTo>
                    <a:pt x="0" y="343367"/>
                    <a:pt x="5582" y="348888"/>
                    <a:pt x="12452" y="348888"/>
                  </a:cubicBezTo>
                  <a:lnTo>
                    <a:pt x="185118" y="348888"/>
                  </a:lnTo>
                  <a:cubicBezTo>
                    <a:pt x="192049" y="348888"/>
                    <a:pt x="197569" y="343306"/>
                    <a:pt x="197569" y="336436"/>
                  </a:cubicBezTo>
                  <a:lnTo>
                    <a:pt x="197569" y="288838"/>
                  </a:lnTo>
                  <a:cubicBezTo>
                    <a:pt x="197569" y="282459"/>
                    <a:pt x="192785" y="277245"/>
                    <a:pt x="186651" y="276448"/>
                  </a:cubicBezTo>
                  <a:cubicBezTo>
                    <a:pt x="186405" y="276387"/>
                    <a:pt x="186099" y="276387"/>
                    <a:pt x="185792" y="276325"/>
                  </a:cubicBezTo>
                  <a:lnTo>
                    <a:pt x="172728" y="276325"/>
                  </a:lnTo>
                  <a:lnTo>
                    <a:pt x="172728" y="120467"/>
                  </a:lnTo>
                  <a:close/>
                  <a:moveTo>
                    <a:pt x="188246" y="69618"/>
                  </a:moveTo>
                  <a:lnTo>
                    <a:pt x="275161" y="69618"/>
                  </a:lnTo>
                  <a:lnTo>
                    <a:pt x="275161" y="149664"/>
                  </a:lnTo>
                  <a:lnTo>
                    <a:pt x="244186" y="149664"/>
                  </a:lnTo>
                  <a:lnTo>
                    <a:pt x="244186" y="113413"/>
                  </a:lnTo>
                  <a:cubicBezTo>
                    <a:pt x="244247" y="113045"/>
                    <a:pt x="244247" y="112800"/>
                    <a:pt x="244247" y="112431"/>
                  </a:cubicBezTo>
                  <a:cubicBezTo>
                    <a:pt x="244247" y="106850"/>
                    <a:pt x="239708" y="102372"/>
                    <a:pt x="234188" y="102372"/>
                  </a:cubicBezTo>
                  <a:lnTo>
                    <a:pt x="172728" y="102372"/>
                  </a:lnTo>
                  <a:lnTo>
                    <a:pt x="172728" y="69618"/>
                  </a:lnTo>
                  <a:lnTo>
                    <a:pt x="188246" y="69618"/>
                  </a:lnTo>
                  <a:close/>
                  <a:moveTo>
                    <a:pt x="22940" y="326377"/>
                  </a:moveTo>
                  <a:lnTo>
                    <a:pt x="22940" y="296444"/>
                  </a:lnTo>
                  <a:lnTo>
                    <a:pt x="174629" y="296444"/>
                  </a:lnTo>
                  <a:lnTo>
                    <a:pt x="174629" y="326377"/>
                  </a:lnTo>
                  <a:lnTo>
                    <a:pt x="22940" y="326377"/>
                  </a:lnTo>
                  <a:close/>
                  <a:moveTo>
                    <a:pt x="49070" y="276325"/>
                  </a:moveTo>
                  <a:lnTo>
                    <a:pt x="49070" y="22940"/>
                  </a:lnTo>
                  <a:lnTo>
                    <a:pt x="149726" y="22940"/>
                  </a:lnTo>
                  <a:lnTo>
                    <a:pt x="149726" y="276325"/>
                  </a:lnTo>
                  <a:lnTo>
                    <a:pt x="49070" y="276325"/>
                  </a:lnTo>
                  <a:close/>
                </a:path>
              </a:pathLst>
            </a:custGeom>
            <a:grpFill/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8" name="任意多边形: 形状 154">
              <a:extLst>
                <a:ext uri="{FF2B5EF4-FFF2-40B4-BE49-F238E27FC236}">
                  <a16:creationId xmlns:a16="http://schemas.microsoft.com/office/drawing/2014/main" id="{854DF160-831A-4859-B336-A851424E841C}"/>
                </a:ext>
              </a:extLst>
            </p:cNvPr>
            <p:cNvSpPr/>
            <p:nvPr/>
          </p:nvSpPr>
          <p:spPr>
            <a:xfrm>
              <a:off x="11256140" y="7465184"/>
              <a:ext cx="78512" cy="115559"/>
            </a:xfrm>
            <a:custGeom>
              <a:avLst/>
              <a:gdLst>
                <a:gd name="connsiteX0" fmla="*/ 73421 w 78512"/>
                <a:gd name="connsiteY0" fmla="*/ 57228 h 115559"/>
                <a:gd name="connsiteX1" fmla="*/ 72992 w 78512"/>
                <a:gd name="connsiteY1" fmla="*/ 56369 h 115559"/>
                <a:gd name="connsiteX2" fmla="*/ 44040 w 78512"/>
                <a:gd name="connsiteY2" fmla="*/ 8035 h 115559"/>
                <a:gd name="connsiteX3" fmla="*/ 39256 w 78512"/>
                <a:gd name="connsiteY3" fmla="*/ 0 h 115559"/>
                <a:gd name="connsiteX4" fmla="*/ 34472 w 78512"/>
                <a:gd name="connsiteY4" fmla="*/ 8035 h 115559"/>
                <a:gd name="connsiteX5" fmla="*/ 5275 w 78512"/>
                <a:gd name="connsiteY5" fmla="*/ 56676 h 115559"/>
                <a:gd name="connsiteX6" fmla="*/ 5091 w 78512"/>
                <a:gd name="connsiteY6" fmla="*/ 57044 h 115559"/>
                <a:gd name="connsiteX7" fmla="*/ 0 w 78512"/>
                <a:gd name="connsiteY7" fmla="*/ 76304 h 115559"/>
                <a:gd name="connsiteX8" fmla="*/ 39256 w 78512"/>
                <a:gd name="connsiteY8" fmla="*/ 115560 h 115559"/>
                <a:gd name="connsiteX9" fmla="*/ 78512 w 78512"/>
                <a:gd name="connsiteY9" fmla="*/ 76304 h 115559"/>
                <a:gd name="connsiteX10" fmla="*/ 73421 w 78512"/>
                <a:gd name="connsiteY10" fmla="*/ 57228 h 11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512" h="115559">
                  <a:moveTo>
                    <a:pt x="73421" y="57228"/>
                  </a:moveTo>
                  <a:cubicBezTo>
                    <a:pt x="73299" y="56860"/>
                    <a:pt x="73176" y="56615"/>
                    <a:pt x="72992" y="56369"/>
                  </a:cubicBezTo>
                  <a:lnTo>
                    <a:pt x="44040" y="8035"/>
                  </a:lnTo>
                  <a:lnTo>
                    <a:pt x="39256" y="0"/>
                  </a:lnTo>
                  <a:lnTo>
                    <a:pt x="34472" y="8035"/>
                  </a:lnTo>
                  <a:lnTo>
                    <a:pt x="5275" y="56676"/>
                  </a:lnTo>
                  <a:lnTo>
                    <a:pt x="5091" y="57044"/>
                  </a:lnTo>
                  <a:cubicBezTo>
                    <a:pt x="1778" y="62932"/>
                    <a:pt x="0" y="69618"/>
                    <a:pt x="0" y="76304"/>
                  </a:cubicBezTo>
                  <a:cubicBezTo>
                    <a:pt x="0" y="97956"/>
                    <a:pt x="17604" y="115560"/>
                    <a:pt x="39256" y="115560"/>
                  </a:cubicBezTo>
                  <a:cubicBezTo>
                    <a:pt x="60908" y="115560"/>
                    <a:pt x="78512" y="97956"/>
                    <a:pt x="78512" y="76304"/>
                  </a:cubicBezTo>
                  <a:cubicBezTo>
                    <a:pt x="78390" y="69679"/>
                    <a:pt x="76672" y="63116"/>
                    <a:pt x="73421" y="57228"/>
                  </a:cubicBezTo>
                  <a:close/>
                </a:path>
              </a:pathLst>
            </a:custGeom>
            <a:grpFill/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7F678CE1-EEE2-45CF-874F-80377E8B611C}"/>
              </a:ext>
            </a:extLst>
          </p:cNvPr>
          <p:cNvSpPr txBox="1"/>
          <p:nvPr/>
        </p:nvSpPr>
        <p:spPr>
          <a:xfrm flipH="1">
            <a:off x="7290099" y="4668427"/>
            <a:ext cx="3109194" cy="81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t>{{slide_11_body_4}}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656CB6F-5A0E-47DC-BD55-887E692014F0}"/>
              </a:ext>
            </a:extLst>
          </p:cNvPr>
          <p:cNvSpPr txBox="1"/>
          <p:nvPr/>
        </p:nvSpPr>
        <p:spPr>
          <a:xfrm flipH="1">
            <a:off x="8730545" y="4246881"/>
            <a:ext cx="1180352" cy="2175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effectLst/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rPr>
              <a:t>工作汇报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97BAF45-DDC2-43D8-A8CF-2461AEF59CFE}"/>
              </a:ext>
            </a:extLst>
          </p:cNvPr>
          <p:cNvSpPr>
            <a:spLocks/>
          </p:cNvSpPr>
          <p:nvPr/>
        </p:nvSpPr>
        <p:spPr>
          <a:xfrm flipH="1">
            <a:off x="10048383" y="4210396"/>
            <a:ext cx="320226" cy="320227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3" name="图形 86">
            <a:extLst>
              <a:ext uri="{FF2B5EF4-FFF2-40B4-BE49-F238E27FC236}">
                <a16:creationId xmlns:a16="http://schemas.microsoft.com/office/drawing/2014/main" id="{117C8879-BFD0-46EB-83A6-475413326B7A}"/>
              </a:ext>
            </a:extLst>
          </p:cNvPr>
          <p:cNvSpPr>
            <a:spLocks/>
          </p:cNvSpPr>
          <p:nvPr/>
        </p:nvSpPr>
        <p:spPr>
          <a:xfrm>
            <a:off x="10122097" y="4280357"/>
            <a:ext cx="184069" cy="184069"/>
          </a:xfrm>
          <a:custGeom>
            <a:avLst/>
            <a:gdLst>
              <a:gd name="connsiteX0" fmla="*/ 290164 w 317805"/>
              <a:gd name="connsiteY0" fmla="*/ 168738 h 317478"/>
              <a:gd name="connsiteX1" fmla="*/ 290164 w 317805"/>
              <a:gd name="connsiteY1" fmla="*/ 303979 h 317478"/>
              <a:gd name="connsiteX2" fmla="*/ 275879 w 317805"/>
              <a:gd name="connsiteY2" fmla="*/ 317326 h 317478"/>
              <a:gd name="connsiteX3" fmla="*/ 262531 w 317805"/>
              <a:gd name="connsiteY3" fmla="*/ 303979 h 317478"/>
              <a:gd name="connsiteX4" fmla="*/ 262531 w 317805"/>
              <a:gd name="connsiteY4" fmla="*/ 168738 h 317478"/>
              <a:gd name="connsiteX5" fmla="*/ 276816 w 317805"/>
              <a:gd name="connsiteY5" fmla="*/ 155390 h 317478"/>
              <a:gd name="connsiteX6" fmla="*/ 290164 w 317805"/>
              <a:gd name="connsiteY6" fmla="*/ 168738 h 317478"/>
              <a:gd name="connsiteX7" fmla="*/ 276348 w 317805"/>
              <a:gd name="connsiteY7" fmla="*/ 39463 h 317478"/>
              <a:gd name="connsiteX8" fmla="*/ 290172 w 317805"/>
              <a:gd name="connsiteY8" fmla="*/ 25639 h 317478"/>
              <a:gd name="connsiteX9" fmla="*/ 290172 w 317805"/>
              <a:gd name="connsiteY9" fmla="*/ 13824 h 317478"/>
              <a:gd name="connsiteX10" fmla="*/ 276348 w 317805"/>
              <a:gd name="connsiteY10" fmla="*/ 0 h 317478"/>
              <a:gd name="connsiteX11" fmla="*/ 262523 w 317805"/>
              <a:gd name="connsiteY11" fmla="*/ 13824 h 317478"/>
              <a:gd name="connsiteX12" fmla="*/ 262523 w 317805"/>
              <a:gd name="connsiteY12" fmla="*/ 25647 h 317478"/>
              <a:gd name="connsiteX13" fmla="*/ 276348 w 317805"/>
              <a:gd name="connsiteY13" fmla="*/ 39471 h 317478"/>
              <a:gd name="connsiteX14" fmla="*/ 82455 w 317805"/>
              <a:gd name="connsiteY14" fmla="*/ 158901 h 317478"/>
              <a:gd name="connsiteX15" fmla="*/ 41227 w 317805"/>
              <a:gd name="connsiteY15" fmla="*/ 200470 h 317478"/>
              <a:gd name="connsiteX16" fmla="*/ 0 w 317805"/>
              <a:gd name="connsiteY16" fmla="*/ 158901 h 317478"/>
              <a:gd name="connsiteX17" fmla="*/ 41235 w 317805"/>
              <a:gd name="connsiteY17" fmla="*/ 117333 h 317478"/>
              <a:gd name="connsiteX18" fmla="*/ 82455 w 317805"/>
              <a:gd name="connsiteY18" fmla="*/ 158901 h 317478"/>
              <a:gd name="connsiteX19" fmla="*/ 54821 w 317805"/>
              <a:gd name="connsiteY19" fmla="*/ 158901 h 317478"/>
              <a:gd name="connsiteX20" fmla="*/ 41235 w 317805"/>
              <a:gd name="connsiteY20" fmla="*/ 144966 h 317478"/>
              <a:gd name="connsiteX21" fmla="*/ 27633 w 317805"/>
              <a:gd name="connsiteY21" fmla="*/ 158901 h 317478"/>
              <a:gd name="connsiteX22" fmla="*/ 41227 w 317805"/>
              <a:gd name="connsiteY22" fmla="*/ 172837 h 317478"/>
              <a:gd name="connsiteX23" fmla="*/ 54821 w 317805"/>
              <a:gd name="connsiteY23" fmla="*/ 158901 h 317478"/>
              <a:gd name="connsiteX24" fmla="*/ 200138 w 317805"/>
              <a:gd name="connsiteY24" fmla="*/ 226864 h 317478"/>
              <a:gd name="connsiteX25" fmla="*/ 158902 w 317805"/>
              <a:gd name="connsiteY25" fmla="*/ 268440 h 317478"/>
              <a:gd name="connsiteX26" fmla="*/ 117667 w 317805"/>
              <a:gd name="connsiteY26" fmla="*/ 226864 h 317478"/>
              <a:gd name="connsiteX27" fmla="*/ 158902 w 317805"/>
              <a:gd name="connsiteY27" fmla="*/ 185287 h 317478"/>
              <a:gd name="connsiteX28" fmla="*/ 200138 w 317805"/>
              <a:gd name="connsiteY28" fmla="*/ 226864 h 317478"/>
              <a:gd name="connsiteX29" fmla="*/ 172489 w 317805"/>
              <a:gd name="connsiteY29" fmla="*/ 226864 h 317478"/>
              <a:gd name="connsiteX30" fmla="*/ 158902 w 317805"/>
              <a:gd name="connsiteY30" fmla="*/ 212920 h 317478"/>
              <a:gd name="connsiteX31" fmla="*/ 145317 w 317805"/>
              <a:gd name="connsiteY31" fmla="*/ 226864 h 317478"/>
              <a:gd name="connsiteX32" fmla="*/ 158902 w 317805"/>
              <a:gd name="connsiteY32" fmla="*/ 240799 h 317478"/>
              <a:gd name="connsiteX33" fmla="*/ 172489 w 317805"/>
              <a:gd name="connsiteY33" fmla="*/ 226864 h 317478"/>
              <a:gd name="connsiteX34" fmla="*/ 317806 w 317805"/>
              <a:gd name="connsiteY34" fmla="*/ 98916 h 317478"/>
              <a:gd name="connsiteX35" fmla="*/ 276570 w 317805"/>
              <a:gd name="connsiteY35" fmla="*/ 140485 h 317478"/>
              <a:gd name="connsiteX36" fmla="*/ 235350 w 317805"/>
              <a:gd name="connsiteY36" fmla="*/ 98916 h 317478"/>
              <a:gd name="connsiteX37" fmla="*/ 276578 w 317805"/>
              <a:gd name="connsiteY37" fmla="*/ 57340 h 317478"/>
              <a:gd name="connsiteX38" fmla="*/ 317806 w 317805"/>
              <a:gd name="connsiteY38" fmla="*/ 98916 h 317478"/>
              <a:gd name="connsiteX39" fmla="*/ 290172 w 317805"/>
              <a:gd name="connsiteY39" fmla="*/ 98916 h 317478"/>
              <a:gd name="connsiteX40" fmla="*/ 276578 w 317805"/>
              <a:gd name="connsiteY40" fmla="*/ 84973 h 317478"/>
              <a:gd name="connsiteX41" fmla="*/ 262984 w 317805"/>
              <a:gd name="connsiteY41" fmla="*/ 98916 h 317478"/>
              <a:gd name="connsiteX42" fmla="*/ 276570 w 317805"/>
              <a:gd name="connsiteY42" fmla="*/ 112852 h 317478"/>
              <a:gd name="connsiteX43" fmla="*/ 290172 w 317805"/>
              <a:gd name="connsiteY43" fmla="*/ 98916 h 317478"/>
              <a:gd name="connsiteX44" fmla="*/ 158895 w 317805"/>
              <a:gd name="connsiteY44" fmla="*/ 282225 h 317478"/>
              <a:gd name="connsiteX45" fmla="*/ 145078 w 317805"/>
              <a:gd name="connsiteY45" fmla="*/ 296042 h 317478"/>
              <a:gd name="connsiteX46" fmla="*/ 145078 w 317805"/>
              <a:gd name="connsiteY46" fmla="*/ 303987 h 317478"/>
              <a:gd name="connsiteX47" fmla="*/ 159230 w 317805"/>
              <a:gd name="connsiteY47" fmla="*/ 317475 h 317478"/>
              <a:gd name="connsiteX48" fmla="*/ 172719 w 317805"/>
              <a:gd name="connsiteY48" fmla="*/ 303987 h 317478"/>
              <a:gd name="connsiteX49" fmla="*/ 172719 w 317805"/>
              <a:gd name="connsiteY49" fmla="*/ 296042 h 317478"/>
              <a:gd name="connsiteX50" fmla="*/ 158895 w 317805"/>
              <a:gd name="connsiteY50" fmla="*/ 282217 h 317478"/>
              <a:gd name="connsiteX51" fmla="*/ 158895 w 317805"/>
              <a:gd name="connsiteY51" fmla="*/ 168253 h 317478"/>
              <a:gd name="connsiteX52" fmla="*/ 172719 w 317805"/>
              <a:gd name="connsiteY52" fmla="*/ 154428 h 317478"/>
              <a:gd name="connsiteX53" fmla="*/ 172719 w 317805"/>
              <a:gd name="connsiteY53" fmla="*/ 13824 h 317478"/>
              <a:gd name="connsiteX54" fmla="*/ 158567 w 317805"/>
              <a:gd name="connsiteY54" fmla="*/ 335 h 317478"/>
              <a:gd name="connsiteX55" fmla="*/ 145078 w 317805"/>
              <a:gd name="connsiteY55" fmla="*/ 13824 h 317478"/>
              <a:gd name="connsiteX56" fmla="*/ 145078 w 317805"/>
              <a:gd name="connsiteY56" fmla="*/ 154436 h 317478"/>
              <a:gd name="connsiteX57" fmla="*/ 158902 w 317805"/>
              <a:gd name="connsiteY57" fmla="*/ 168261 h 317478"/>
              <a:gd name="connsiteX58" fmla="*/ 41450 w 317805"/>
              <a:gd name="connsiteY58" fmla="*/ 218585 h 317478"/>
              <a:gd name="connsiteX59" fmla="*/ 27625 w 317805"/>
              <a:gd name="connsiteY59" fmla="*/ 232401 h 317478"/>
              <a:gd name="connsiteX60" fmla="*/ 27625 w 317805"/>
              <a:gd name="connsiteY60" fmla="*/ 303987 h 317478"/>
              <a:gd name="connsiteX61" fmla="*/ 41777 w 317805"/>
              <a:gd name="connsiteY61" fmla="*/ 317475 h 317478"/>
              <a:gd name="connsiteX62" fmla="*/ 55266 w 317805"/>
              <a:gd name="connsiteY62" fmla="*/ 303987 h 317478"/>
              <a:gd name="connsiteX63" fmla="*/ 55266 w 317805"/>
              <a:gd name="connsiteY63" fmla="*/ 232401 h 317478"/>
              <a:gd name="connsiteX64" fmla="*/ 41442 w 317805"/>
              <a:gd name="connsiteY64" fmla="*/ 218577 h 317478"/>
              <a:gd name="connsiteX65" fmla="*/ 41450 w 317805"/>
              <a:gd name="connsiteY65" fmla="*/ 99909 h 317478"/>
              <a:gd name="connsiteX66" fmla="*/ 55266 w 317805"/>
              <a:gd name="connsiteY66" fmla="*/ 86093 h 317478"/>
              <a:gd name="connsiteX67" fmla="*/ 55266 w 317805"/>
              <a:gd name="connsiteY67" fmla="*/ 13816 h 317478"/>
              <a:gd name="connsiteX68" fmla="*/ 40981 w 317805"/>
              <a:gd name="connsiteY68" fmla="*/ 469 h 317478"/>
              <a:gd name="connsiteX69" fmla="*/ 27633 w 317805"/>
              <a:gd name="connsiteY69" fmla="*/ 13816 h 317478"/>
              <a:gd name="connsiteX70" fmla="*/ 27633 w 317805"/>
              <a:gd name="connsiteY70" fmla="*/ 86093 h 317478"/>
              <a:gd name="connsiteX71" fmla="*/ 41450 w 317805"/>
              <a:gd name="connsiteY71" fmla="*/ 99917 h 317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17805" h="317478">
                <a:moveTo>
                  <a:pt x="290164" y="168738"/>
                </a:moveTo>
                <a:lnTo>
                  <a:pt x="290164" y="303979"/>
                </a:lnTo>
                <a:cubicBezTo>
                  <a:pt x="289905" y="311609"/>
                  <a:pt x="283509" y="317586"/>
                  <a:pt x="275879" y="317326"/>
                </a:cubicBezTo>
                <a:cubicBezTo>
                  <a:pt x="268612" y="317080"/>
                  <a:pt x="262777" y="311245"/>
                  <a:pt x="262531" y="303979"/>
                </a:cubicBezTo>
                <a:lnTo>
                  <a:pt x="262531" y="168738"/>
                </a:lnTo>
                <a:cubicBezTo>
                  <a:pt x="262790" y="161107"/>
                  <a:pt x="269185" y="155131"/>
                  <a:pt x="276816" y="155390"/>
                </a:cubicBezTo>
                <a:cubicBezTo>
                  <a:pt x="284083" y="155636"/>
                  <a:pt x="289918" y="161470"/>
                  <a:pt x="290164" y="168738"/>
                </a:cubicBezTo>
                <a:close/>
                <a:moveTo>
                  <a:pt x="276348" y="39463"/>
                </a:moveTo>
                <a:cubicBezTo>
                  <a:pt x="283975" y="39463"/>
                  <a:pt x="290172" y="33266"/>
                  <a:pt x="290172" y="25639"/>
                </a:cubicBezTo>
                <a:lnTo>
                  <a:pt x="290172" y="13824"/>
                </a:lnTo>
                <a:cubicBezTo>
                  <a:pt x="290172" y="6189"/>
                  <a:pt x="283982" y="0"/>
                  <a:pt x="276348" y="0"/>
                </a:cubicBezTo>
                <a:cubicBezTo>
                  <a:pt x="268712" y="0"/>
                  <a:pt x="262523" y="6189"/>
                  <a:pt x="262523" y="13824"/>
                </a:cubicBezTo>
                <a:lnTo>
                  <a:pt x="262523" y="25647"/>
                </a:lnTo>
                <a:cubicBezTo>
                  <a:pt x="262523" y="33274"/>
                  <a:pt x="268720" y="39471"/>
                  <a:pt x="276348" y="39471"/>
                </a:cubicBezTo>
                <a:close/>
                <a:moveTo>
                  <a:pt x="82455" y="158901"/>
                </a:moveTo>
                <a:cubicBezTo>
                  <a:pt x="82455" y="181823"/>
                  <a:pt x="63966" y="200470"/>
                  <a:pt x="41227" y="200470"/>
                </a:cubicBezTo>
                <a:cubicBezTo>
                  <a:pt x="18496" y="200470"/>
                  <a:pt x="0" y="181823"/>
                  <a:pt x="0" y="158901"/>
                </a:cubicBezTo>
                <a:cubicBezTo>
                  <a:pt x="0" y="135980"/>
                  <a:pt x="18496" y="117333"/>
                  <a:pt x="41235" y="117333"/>
                </a:cubicBezTo>
                <a:cubicBezTo>
                  <a:pt x="63958" y="117333"/>
                  <a:pt x="82455" y="135980"/>
                  <a:pt x="82455" y="158901"/>
                </a:cubicBezTo>
                <a:close/>
                <a:moveTo>
                  <a:pt x="54821" y="158901"/>
                </a:moveTo>
                <a:cubicBezTo>
                  <a:pt x="54821" y="151219"/>
                  <a:pt x="48727" y="144966"/>
                  <a:pt x="41235" y="144966"/>
                </a:cubicBezTo>
                <a:cubicBezTo>
                  <a:pt x="33735" y="144966"/>
                  <a:pt x="27633" y="151219"/>
                  <a:pt x="27633" y="158901"/>
                </a:cubicBezTo>
                <a:cubicBezTo>
                  <a:pt x="27633" y="166584"/>
                  <a:pt x="33735" y="172837"/>
                  <a:pt x="41227" y="172837"/>
                </a:cubicBezTo>
                <a:cubicBezTo>
                  <a:pt x="48727" y="172837"/>
                  <a:pt x="54821" y="166584"/>
                  <a:pt x="54821" y="158901"/>
                </a:cubicBezTo>
                <a:close/>
                <a:moveTo>
                  <a:pt x="200138" y="226864"/>
                </a:moveTo>
                <a:cubicBezTo>
                  <a:pt x="200138" y="249785"/>
                  <a:pt x="181633" y="268440"/>
                  <a:pt x="158902" y="268440"/>
                </a:cubicBezTo>
                <a:cubicBezTo>
                  <a:pt x="136171" y="268440"/>
                  <a:pt x="117667" y="249785"/>
                  <a:pt x="117667" y="226864"/>
                </a:cubicBezTo>
                <a:cubicBezTo>
                  <a:pt x="117667" y="203942"/>
                  <a:pt x="136171" y="185287"/>
                  <a:pt x="158902" y="185287"/>
                </a:cubicBezTo>
                <a:cubicBezTo>
                  <a:pt x="181633" y="185287"/>
                  <a:pt x="200138" y="203942"/>
                  <a:pt x="200138" y="226864"/>
                </a:cubicBezTo>
                <a:close/>
                <a:moveTo>
                  <a:pt x="172489" y="226864"/>
                </a:moveTo>
                <a:cubicBezTo>
                  <a:pt x="172489" y="219181"/>
                  <a:pt x="166395" y="212920"/>
                  <a:pt x="158902" y="212920"/>
                </a:cubicBezTo>
                <a:cubicBezTo>
                  <a:pt x="151410" y="212920"/>
                  <a:pt x="145317" y="219181"/>
                  <a:pt x="145317" y="226864"/>
                </a:cubicBezTo>
                <a:cubicBezTo>
                  <a:pt x="145317" y="234547"/>
                  <a:pt x="151410" y="240799"/>
                  <a:pt x="158902" y="240799"/>
                </a:cubicBezTo>
                <a:cubicBezTo>
                  <a:pt x="166395" y="240799"/>
                  <a:pt x="172489" y="234547"/>
                  <a:pt x="172489" y="226864"/>
                </a:cubicBezTo>
                <a:close/>
                <a:moveTo>
                  <a:pt x="317806" y="98916"/>
                </a:moveTo>
                <a:cubicBezTo>
                  <a:pt x="317806" y="121838"/>
                  <a:pt x="299309" y="140485"/>
                  <a:pt x="276570" y="140485"/>
                </a:cubicBezTo>
                <a:cubicBezTo>
                  <a:pt x="253847" y="140485"/>
                  <a:pt x="235350" y="121838"/>
                  <a:pt x="235350" y="98916"/>
                </a:cubicBezTo>
                <a:cubicBezTo>
                  <a:pt x="235350" y="75995"/>
                  <a:pt x="253847" y="57340"/>
                  <a:pt x="276578" y="57340"/>
                </a:cubicBezTo>
                <a:cubicBezTo>
                  <a:pt x="299309" y="57340"/>
                  <a:pt x="317806" y="75987"/>
                  <a:pt x="317806" y="98916"/>
                </a:cubicBezTo>
                <a:close/>
                <a:moveTo>
                  <a:pt x="290172" y="98916"/>
                </a:moveTo>
                <a:cubicBezTo>
                  <a:pt x="290172" y="91225"/>
                  <a:pt x="284070" y="84973"/>
                  <a:pt x="276578" y="84973"/>
                </a:cubicBezTo>
                <a:cubicBezTo>
                  <a:pt x="269078" y="84973"/>
                  <a:pt x="262984" y="91225"/>
                  <a:pt x="262984" y="98916"/>
                </a:cubicBezTo>
                <a:cubicBezTo>
                  <a:pt x="262984" y="106599"/>
                  <a:pt x="269078" y="112852"/>
                  <a:pt x="276570" y="112852"/>
                </a:cubicBezTo>
                <a:cubicBezTo>
                  <a:pt x="284070" y="112852"/>
                  <a:pt x="290172" y="106599"/>
                  <a:pt x="290172" y="98916"/>
                </a:cubicBezTo>
                <a:close/>
                <a:moveTo>
                  <a:pt x="158895" y="282225"/>
                </a:moveTo>
                <a:cubicBezTo>
                  <a:pt x="151267" y="282225"/>
                  <a:pt x="145078" y="288406"/>
                  <a:pt x="145078" y="296042"/>
                </a:cubicBezTo>
                <a:lnTo>
                  <a:pt x="145078" y="303987"/>
                </a:lnTo>
                <a:cubicBezTo>
                  <a:pt x="145261" y="311621"/>
                  <a:pt x="151597" y="317658"/>
                  <a:pt x="159230" y="317475"/>
                </a:cubicBezTo>
                <a:cubicBezTo>
                  <a:pt x="166605" y="317298"/>
                  <a:pt x="172542" y="311363"/>
                  <a:pt x="172719" y="303987"/>
                </a:cubicBezTo>
                <a:lnTo>
                  <a:pt x="172719" y="296042"/>
                </a:lnTo>
                <a:cubicBezTo>
                  <a:pt x="172719" y="288414"/>
                  <a:pt x="166522" y="282217"/>
                  <a:pt x="158895" y="282217"/>
                </a:cubicBezTo>
                <a:close/>
                <a:moveTo>
                  <a:pt x="158895" y="168253"/>
                </a:moveTo>
                <a:cubicBezTo>
                  <a:pt x="166522" y="168253"/>
                  <a:pt x="172719" y="162056"/>
                  <a:pt x="172719" y="154428"/>
                </a:cubicBezTo>
                <a:lnTo>
                  <a:pt x="172719" y="13824"/>
                </a:lnTo>
                <a:cubicBezTo>
                  <a:pt x="172536" y="6192"/>
                  <a:pt x="166200" y="152"/>
                  <a:pt x="158567" y="335"/>
                </a:cubicBezTo>
                <a:cubicBezTo>
                  <a:pt x="151192" y="512"/>
                  <a:pt x="145255" y="6449"/>
                  <a:pt x="145078" y="13824"/>
                </a:cubicBezTo>
                <a:lnTo>
                  <a:pt x="145078" y="154436"/>
                </a:lnTo>
                <a:cubicBezTo>
                  <a:pt x="145078" y="162064"/>
                  <a:pt x="151267" y="168261"/>
                  <a:pt x="158902" y="168261"/>
                </a:cubicBezTo>
                <a:close/>
                <a:moveTo>
                  <a:pt x="41450" y="218585"/>
                </a:moveTo>
                <a:cubicBezTo>
                  <a:pt x="33822" y="218585"/>
                  <a:pt x="27625" y="224774"/>
                  <a:pt x="27625" y="232401"/>
                </a:cubicBezTo>
                <a:lnTo>
                  <a:pt x="27625" y="303987"/>
                </a:lnTo>
                <a:cubicBezTo>
                  <a:pt x="27808" y="311621"/>
                  <a:pt x="34144" y="317658"/>
                  <a:pt x="41777" y="317475"/>
                </a:cubicBezTo>
                <a:cubicBezTo>
                  <a:pt x="49152" y="317298"/>
                  <a:pt x="55089" y="311363"/>
                  <a:pt x="55266" y="303987"/>
                </a:cubicBezTo>
                <a:lnTo>
                  <a:pt x="55266" y="232401"/>
                </a:lnTo>
                <a:cubicBezTo>
                  <a:pt x="55266" y="224774"/>
                  <a:pt x="49077" y="218577"/>
                  <a:pt x="41442" y="218577"/>
                </a:cubicBezTo>
                <a:close/>
                <a:moveTo>
                  <a:pt x="41450" y="99909"/>
                </a:moveTo>
                <a:cubicBezTo>
                  <a:pt x="49077" y="99909"/>
                  <a:pt x="55266" y="93720"/>
                  <a:pt x="55266" y="86093"/>
                </a:cubicBezTo>
                <a:lnTo>
                  <a:pt x="55266" y="13816"/>
                </a:lnTo>
                <a:cubicBezTo>
                  <a:pt x="55008" y="6186"/>
                  <a:pt x="48612" y="210"/>
                  <a:pt x="40981" y="469"/>
                </a:cubicBezTo>
                <a:cubicBezTo>
                  <a:pt x="33714" y="715"/>
                  <a:pt x="27880" y="6549"/>
                  <a:pt x="27633" y="13816"/>
                </a:cubicBezTo>
                <a:lnTo>
                  <a:pt x="27633" y="86093"/>
                </a:lnTo>
                <a:cubicBezTo>
                  <a:pt x="27633" y="93720"/>
                  <a:pt x="33814" y="99917"/>
                  <a:pt x="41450" y="99917"/>
                </a:cubicBezTo>
                <a:close/>
              </a:path>
            </a:pathLst>
          </a:custGeom>
          <a:solidFill>
            <a:schemeClr val="bg1"/>
          </a:solidFill>
          <a:ln w="30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785247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 animBg="1"/>
      <p:bldP spid="18" grpId="0"/>
      <p:bldP spid="19" grpId="0"/>
      <p:bldP spid="20" grpId="0" animBg="1"/>
      <p:bldP spid="21" grpId="0" animBg="1"/>
      <p:bldP spid="23" grpId="0"/>
      <p:bldP spid="24" grpId="0"/>
      <p:bldP spid="25" grpId="0" animBg="1"/>
      <p:bldP spid="30" grpId="0"/>
      <p:bldP spid="31" grpId="0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">
            <a:extLst>
              <a:ext uri="{FF2B5EF4-FFF2-40B4-BE49-F238E27FC236}">
                <a16:creationId xmlns:a16="http://schemas.microsoft.com/office/drawing/2014/main" id="{5A030EC7-44F9-49D2-93B2-99042D0B9646}"/>
              </a:ext>
            </a:extLst>
          </p:cNvPr>
          <p:cNvSpPr/>
          <p:nvPr/>
        </p:nvSpPr>
        <p:spPr>
          <a:xfrm>
            <a:off x="1415480" y="2641402"/>
            <a:ext cx="4449265" cy="3370395"/>
          </a:xfrm>
          <a:prstGeom prst="roundRect">
            <a:avLst>
              <a:gd name="adj" fmla="val 2296"/>
            </a:avLst>
          </a:prstGeom>
          <a:solidFill>
            <a:srgbClr val="21568A">
              <a:alpha val="6000"/>
            </a:srgbClr>
          </a:solidFill>
          <a:ln>
            <a:noFill/>
          </a:ln>
          <a:effectLst>
            <a:outerShdw blurRad="381000" dist="508000" dir="5400000" sx="90000" sy="90000" algn="t" rotWithShape="0">
              <a:schemeClr val="bg2">
                <a:lumMod val="2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877A9B-A900-4105-B33D-EF65C3589D76}"/>
              </a:ext>
            </a:extLst>
          </p:cNvPr>
          <p:cNvSpPr txBox="1"/>
          <p:nvPr/>
        </p:nvSpPr>
        <p:spPr>
          <a:xfrm>
            <a:off x="2808637" y="2721495"/>
            <a:ext cx="16629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i="0" u="none" strike="noStrike" kern="0" cap="none" spc="0" normalizeH="0" baseline="0">
                <a:ln>
                  <a:noFill/>
                </a:ln>
                <a:gradFill flip="none" rotWithShape="1">
                  <a:gsLst>
                    <a:gs pos="0">
                      <a:srgbClr val="FFBD5B"/>
                    </a:gs>
                    <a:gs pos="53000">
                      <a:srgbClr val="FF9702"/>
                    </a:gs>
                  </a:gsLst>
                  <a:lin ang="5400000" scaled="1"/>
                  <a:tileRect/>
                </a:gradFill>
                <a:effectLst>
                  <a:outerShdw blurRad="88900" dist="38100" dir="2700000" algn="tl" rotWithShape="0">
                    <a:srgbClr val="FF9702">
                      <a:alpha val="15000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完成情况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5AC48D-D871-4EC9-8444-52EAD0902760}"/>
              </a:ext>
            </a:extLst>
          </p:cNvPr>
          <p:cNvSpPr txBox="1"/>
          <p:nvPr/>
        </p:nvSpPr>
        <p:spPr>
          <a:xfrm>
            <a:off x="4719036" y="2907322"/>
            <a:ext cx="872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单位：万元</a:t>
            </a:r>
          </a:p>
        </p:txBody>
      </p:sp>
      <p:sp>
        <p:nvSpPr>
          <p:cNvPr id="14" name="圆柱体 4">
            <a:extLst>
              <a:ext uri="{FF2B5EF4-FFF2-40B4-BE49-F238E27FC236}">
                <a16:creationId xmlns:a16="http://schemas.microsoft.com/office/drawing/2014/main" id="{53096397-6ACB-4124-8C3B-93A8273CDDE6}"/>
              </a:ext>
            </a:extLst>
          </p:cNvPr>
          <p:cNvSpPr/>
          <p:nvPr/>
        </p:nvSpPr>
        <p:spPr>
          <a:xfrm>
            <a:off x="2009521" y="3395418"/>
            <a:ext cx="524697" cy="2214184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Can 4+">
            <a:extLst>
              <a:ext uri="{FF2B5EF4-FFF2-40B4-BE49-F238E27FC236}">
                <a16:creationId xmlns:a16="http://schemas.microsoft.com/office/drawing/2014/main" id="{EFB6EA8C-CBF5-459E-8BD0-4A55582DD61A}"/>
              </a:ext>
            </a:extLst>
          </p:cNvPr>
          <p:cNvSpPr/>
          <p:nvPr/>
        </p:nvSpPr>
        <p:spPr>
          <a:xfrm>
            <a:off x="2009521" y="4334876"/>
            <a:ext cx="524697" cy="1274728"/>
          </a:xfrm>
          <a:prstGeom prst="can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圆柱体 43">
            <a:extLst>
              <a:ext uri="{FF2B5EF4-FFF2-40B4-BE49-F238E27FC236}">
                <a16:creationId xmlns:a16="http://schemas.microsoft.com/office/drawing/2014/main" id="{EC5798F9-03B3-4B9D-B5D0-03EDF8ABEE6D}"/>
              </a:ext>
            </a:extLst>
          </p:cNvPr>
          <p:cNvSpPr/>
          <p:nvPr/>
        </p:nvSpPr>
        <p:spPr>
          <a:xfrm>
            <a:off x="2921683" y="3395418"/>
            <a:ext cx="524697" cy="2214184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Can 4+">
            <a:extLst>
              <a:ext uri="{FF2B5EF4-FFF2-40B4-BE49-F238E27FC236}">
                <a16:creationId xmlns:a16="http://schemas.microsoft.com/office/drawing/2014/main" id="{E2A3CA6C-14D0-4D1E-9341-467B9FD65026}"/>
              </a:ext>
            </a:extLst>
          </p:cNvPr>
          <p:cNvSpPr/>
          <p:nvPr/>
        </p:nvSpPr>
        <p:spPr>
          <a:xfrm>
            <a:off x="2915732" y="4473218"/>
            <a:ext cx="524697" cy="1136385"/>
          </a:xfrm>
          <a:prstGeom prst="can">
            <a:avLst/>
          </a:prstGeom>
          <a:solidFill>
            <a:srgbClr val="182863"/>
          </a:solidFill>
          <a:ln>
            <a:noFill/>
          </a:ln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8" name="圆柱体 45">
            <a:extLst>
              <a:ext uri="{FF2B5EF4-FFF2-40B4-BE49-F238E27FC236}">
                <a16:creationId xmlns:a16="http://schemas.microsoft.com/office/drawing/2014/main" id="{852D222A-002E-4079-BF26-3A8B1254F346}"/>
              </a:ext>
            </a:extLst>
          </p:cNvPr>
          <p:cNvSpPr/>
          <p:nvPr/>
        </p:nvSpPr>
        <p:spPr>
          <a:xfrm>
            <a:off x="3833845" y="3395418"/>
            <a:ext cx="524697" cy="2214184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Can 4+">
            <a:extLst>
              <a:ext uri="{FF2B5EF4-FFF2-40B4-BE49-F238E27FC236}">
                <a16:creationId xmlns:a16="http://schemas.microsoft.com/office/drawing/2014/main" id="{A5E65F94-699E-4DE0-9A66-AD60744D09A6}"/>
              </a:ext>
            </a:extLst>
          </p:cNvPr>
          <p:cNvSpPr/>
          <p:nvPr/>
        </p:nvSpPr>
        <p:spPr>
          <a:xfrm>
            <a:off x="3833845" y="4245941"/>
            <a:ext cx="524697" cy="1363663"/>
          </a:xfrm>
          <a:prstGeom prst="can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圆柱体 47">
            <a:extLst>
              <a:ext uri="{FF2B5EF4-FFF2-40B4-BE49-F238E27FC236}">
                <a16:creationId xmlns:a16="http://schemas.microsoft.com/office/drawing/2014/main" id="{2059BE82-5DFE-4133-8E2F-B9C0626C327C}"/>
              </a:ext>
            </a:extLst>
          </p:cNvPr>
          <p:cNvSpPr/>
          <p:nvPr/>
        </p:nvSpPr>
        <p:spPr>
          <a:xfrm>
            <a:off x="4746007" y="3395418"/>
            <a:ext cx="524697" cy="2214184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Can 4+">
            <a:extLst>
              <a:ext uri="{FF2B5EF4-FFF2-40B4-BE49-F238E27FC236}">
                <a16:creationId xmlns:a16="http://schemas.microsoft.com/office/drawing/2014/main" id="{A7678345-C82D-4D4C-A9B4-C55C3E366DD1}"/>
              </a:ext>
            </a:extLst>
          </p:cNvPr>
          <p:cNvSpPr/>
          <p:nvPr/>
        </p:nvSpPr>
        <p:spPr>
          <a:xfrm>
            <a:off x="4746007" y="4048309"/>
            <a:ext cx="524697" cy="1561295"/>
          </a:xfrm>
          <a:prstGeom prst="can">
            <a:avLst/>
          </a:prstGeom>
          <a:solidFill>
            <a:srgbClr val="182863"/>
          </a:solidFill>
          <a:ln>
            <a:noFill/>
          </a:ln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5CB130-7661-48D3-8CCE-107D681743C3}"/>
              </a:ext>
            </a:extLst>
          </p:cNvPr>
          <p:cNvSpPr txBox="1"/>
          <p:nvPr/>
        </p:nvSpPr>
        <p:spPr>
          <a:xfrm>
            <a:off x="1896475" y="5673823"/>
            <a:ext cx="750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一季度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8746B1-6315-457B-A2B7-E204702A3F92}"/>
              </a:ext>
            </a:extLst>
          </p:cNvPr>
          <p:cNvSpPr txBox="1"/>
          <p:nvPr/>
        </p:nvSpPr>
        <p:spPr>
          <a:xfrm>
            <a:off x="2808637" y="5673823"/>
            <a:ext cx="750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二季度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D9B501-DB65-4C14-AEB6-375395FB8B0B}"/>
              </a:ext>
            </a:extLst>
          </p:cNvPr>
          <p:cNvSpPr txBox="1"/>
          <p:nvPr/>
        </p:nvSpPr>
        <p:spPr>
          <a:xfrm>
            <a:off x="3720800" y="5673823"/>
            <a:ext cx="750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三季度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325DC-8D5F-4633-BDC6-8C62A2BD9D3D}"/>
              </a:ext>
            </a:extLst>
          </p:cNvPr>
          <p:cNvSpPr txBox="1"/>
          <p:nvPr/>
        </p:nvSpPr>
        <p:spPr>
          <a:xfrm>
            <a:off x="4632962" y="5673823"/>
            <a:ext cx="750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四季度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DE9AF34-A82D-4BFA-8882-A6D236E13EBA}"/>
              </a:ext>
            </a:extLst>
          </p:cNvPr>
          <p:cNvCxnSpPr>
            <a:cxnSpLocks/>
          </p:cNvCxnSpPr>
          <p:nvPr/>
        </p:nvCxnSpPr>
        <p:spPr>
          <a:xfrm>
            <a:off x="3434352" y="3152129"/>
            <a:ext cx="411519" cy="0"/>
          </a:xfrm>
          <a:prstGeom prst="line">
            <a:avLst/>
          </a:prstGeom>
          <a:ln w="19050">
            <a:solidFill>
              <a:srgbClr val="215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4F53D8B7-9717-441D-939B-60CCBFA2CCDA}"/>
              </a:ext>
            </a:extLst>
          </p:cNvPr>
          <p:cNvSpPr txBox="1"/>
          <p:nvPr/>
        </p:nvSpPr>
        <p:spPr>
          <a:xfrm>
            <a:off x="1952998" y="3986668"/>
            <a:ext cx="6377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3000</a:t>
            </a:r>
            <a:endParaRPr lang="zh-CN" altLang="en-US" sz="1000" dirty="0">
              <a:solidFill>
                <a:schemeClr val="bg2">
                  <a:lumMod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B7AE805-B53E-43A3-9C0D-3CE404DA5D70}"/>
              </a:ext>
            </a:extLst>
          </p:cNvPr>
          <p:cNvSpPr txBox="1"/>
          <p:nvPr/>
        </p:nvSpPr>
        <p:spPr>
          <a:xfrm>
            <a:off x="2865161" y="4145534"/>
            <a:ext cx="6377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2900</a:t>
            </a:r>
            <a:endParaRPr lang="zh-CN" altLang="en-US" sz="1000" dirty="0">
              <a:solidFill>
                <a:schemeClr val="bg2">
                  <a:lumMod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3D6F155-E606-4E11-A80B-FC54916CDEE1}"/>
              </a:ext>
            </a:extLst>
          </p:cNvPr>
          <p:cNvSpPr txBox="1"/>
          <p:nvPr/>
        </p:nvSpPr>
        <p:spPr>
          <a:xfrm>
            <a:off x="3777323" y="3906631"/>
            <a:ext cx="6377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3200</a:t>
            </a:r>
            <a:endParaRPr lang="zh-CN" altLang="en-US" sz="1000" dirty="0">
              <a:solidFill>
                <a:schemeClr val="bg2">
                  <a:lumMod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E93DFFF-007A-46D2-ABEE-A5B8EA50CEE5}"/>
              </a:ext>
            </a:extLst>
          </p:cNvPr>
          <p:cNvSpPr txBox="1"/>
          <p:nvPr/>
        </p:nvSpPr>
        <p:spPr>
          <a:xfrm>
            <a:off x="4689485" y="3710988"/>
            <a:ext cx="6377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4000</a:t>
            </a:r>
            <a:endParaRPr lang="zh-CN" altLang="en-US" sz="1000" dirty="0">
              <a:solidFill>
                <a:schemeClr val="bg2">
                  <a:lumMod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535583" y="2095489"/>
            <a:ext cx="4209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{{slide_12_title}}</a:t>
            </a:r>
          </a:p>
        </p:txBody>
      </p:sp>
      <p:sp>
        <p:nvSpPr>
          <p:cNvPr id="32" name="Shape 1619">
            <a:extLst>
              <a:ext uri="{FF2B5EF4-FFF2-40B4-BE49-F238E27FC236}">
                <a16:creationId xmlns:a16="http://schemas.microsoft.com/office/drawing/2014/main" id="{A56EE169-2786-4D42-8D72-1983BEED5F2A}"/>
              </a:ext>
            </a:extLst>
          </p:cNvPr>
          <p:cNvSpPr/>
          <p:nvPr/>
        </p:nvSpPr>
        <p:spPr bwMode="auto">
          <a:xfrm>
            <a:off x="6826363" y="3791350"/>
            <a:ext cx="725534" cy="726274"/>
          </a:xfrm>
          <a:custGeom>
            <a:avLst/>
            <a:gdLst>
              <a:gd name="T0" fmla="*/ 779362 w 19679"/>
              <a:gd name="T1" fmla="*/ 779362 h 19679"/>
              <a:gd name="T2" fmla="*/ 779362 w 19679"/>
              <a:gd name="T3" fmla="*/ 779362 h 19679"/>
              <a:gd name="T4" fmla="*/ 779362 w 19679"/>
              <a:gd name="T5" fmla="*/ 779362 h 19679"/>
              <a:gd name="T6" fmla="*/ 779362 w 19679"/>
              <a:gd name="T7" fmla="*/ 779362 h 19679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rgbClr val="3B5463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3" name="Shape 1645">
            <a:extLst>
              <a:ext uri="{FF2B5EF4-FFF2-40B4-BE49-F238E27FC236}">
                <a16:creationId xmlns:a16="http://schemas.microsoft.com/office/drawing/2014/main" id="{55DBBFC7-2584-4094-8FA1-8E3F8033BE21}"/>
              </a:ext>
            </a:extLst>
          </p:cNvPr>
          <p:cNvSpPr/>
          <p:nvPr/>
        </p:nvSpPr>
        <p:spPr>
          <a:xfrm>
            <a:off x="7026051" y="3970029"/>
            <a:ext cx="326158" cy="3261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12" h="21600" extrusionOk="0">
                <a:moveTo>
                  <a:pt x="13692" y="8626"/>
                </a:moveTo>
                <a:lnTo>
                  <a:pt x="12040" y="10330"/>
                </a:lnTo>
                <a:cubicBezTo>
                  <a:pt x="12133" y="10461"/>
                  <a:pt x="12223" y="10598"/>
                  <a:pt x="12309" y="10739"/>
                </a:cubicBezTo>
                <a:cubicBezTo>
                  <a:pt x="13857" y="13353"/>
                  <a:pt x="13057" y="16782"/>
                  <a:pt x="10523" y="18381"/>
                </a:cubicBezTo>
                <a:cubicBezTo>
                  <a:pt x="9676" y="18917"/>
                  <a:pt x="8707" y="19199"/>
                  <a:pt x="7721" y="19199"/>
                </a:cubicBezTo>
                <a:cubicBezTo>
                  <a:pt x="5825" y="19199"/>
                  <a:pt x="4105" y="18206"/>
                  <a:pt x="3118" y="16540"/>
                </a:cubicBezTo>
                <a:cubicBezTo>
                  <a:pt x="2367" y="15274"/>
                  <a:pt x="2141" y="13783"/>
                  <a:pt x="2477" y="12337"/>
                </a:cubicBezTo>
                <a:cubicBezTo>
                  <a:pt x="2815" y="10895"/>
                  <a:pt x="3674" y="9673"/>
                  <a:pt x="4902" y="8899"/>
                </a:cubicBezTo>
                <a:cubicBezTo>
                  <a:pt x="5751" y="8364"/>
                  <a:pt x="6720" y="8081"/>
                  <a:pt x="7707" y="8081"/>
                </a:cubicBezTo>
                <a:cubicBezTo>
                  <a:pt x="8723" y="8081"/>
                  <a:pt x="9686" y="8368"/>
                  <a:pt x="10517" y="8891"/>
                </a:cubicBezTo>
                <a:lnTo>
                  <a:pt x="9430" y="10070"/>
                </a:lnTo>
                <a:cubicBezTo>
                  <a:pt x="8906" y="9801"/>
                  <a:pt x="8322" y="9649"/>
                  <a:pt x="7711" y="9649"/>
                </a:cubicBezTo>
                <a:cubicBezTo>
                  <a:pt x="7000" y="9649"/>
                  <a:pt x="6303" y="9853"/>
                  <a:pt x="5695" y="10236"/>
                </a:cubicBezTo>
                <a:cubicBezTo>
                  <a:pt x="3875" y="11384"/>
                  <a:pt x="3302" y="13845"/>
                  <a:pt x="4414" y="15722"/>
                </a:cubicBezTo>
                <a:cubicBezTo>
                  <a:pt x="5123" y="16918"/>
                  <a:pt x="6358" y="17632"/>
                  <a:pt x="7715" y="17632"/>
                </a:cubicBezTo>
                <a:cubicBezTo>
                  <a:pt x="8425" y="17632"/>
                  <a:pt x="9122" y="17428"/>
                  <a:pt x="9730" y="17045"/>
                </a:cubicBezTo>
                <a:cubicBezTo>
                  <a:pt x="10611" y="16490"/>
                  <a:pt x="11230" y="15614"/>
                  <a:pt x="11471" y="14577"/>
                </a:cubicBezTo>
                <a:cubicBezTo>
                  <a:pt x="11713" y="13538"/>
                  <a:pt x="11550" y="12468"/>
                  <a:pt x="11010" y="11560"/>
                </a:cubicBezTo>
                <a:cubicBezTo>
                  <a:pt x="10991" y="11525"/>
                  <a:pt x="10967" y="11494"/>
                  <a:pt x="10946" y="11460"/>
                </a:cubicBezTo>
                <a:lnTo>
                  <a:pt x="8192" y="14304"/>
                </a:lnTo>
                <a:cubicBezTo>
                  <a:pt x="8116" y="14383"/>
                  <a:pt x="8016" y="14422"/>
                  <a:pt x="7917" y="14422"/>
                </a:cubicBezTo>
                <a:cubicBezTo>
                  <a:pt x="7819" y="14422"/>
                  <a:pt x="7718" y="14383"/>
                  <a:pt x="7644" y="14304"/>
                </a:cubicBezTo>
                <a:cubicBezTo>
                  <a:pt x="7490" y="14146"/>
                  <a:pt x="7490" y="13895"/>
                  <a:pt x="7644" y="13739"/>
                </a:cubicBezTo>
                <a:lnTo>
                  <a:pt x="17851" y="3203"/>
                </a:lnTo>
                <a:lnTo>
                  <a:pt x="17079" y="2942"/>
                </a:lnTo>
                <a:lnTo>
                  <a:pt x="15933" y="0"/>
                </a:lnTo>
                <a:lnTo>
                  <a:pt x="11871" y="4408"/>
                </a:lnTo>
                <a:lnTo>
                  <a:pt x="12605" y="6622"/>
                </a:lnTo>
                <a:lnTo>
                  <a:pt x="12142" y="7125"/>
                </a:lnTo>
                <a:cubicBezTo>
                  <a:pt x="10838" y="6182"/>
                  <a:pt x="9285" y="5680"/>
                  <a:pt x="7706" y="5680"/>
                </a:cubicBezTo>
                <a:cubicBezTo>
                  <a:pt x="6334" y="5680"/>
                  <a:pt x="4945" y="6058"/>
                  <a:pt x="3690" y="6850"/>
                </a:cubicBezTo>
                <a:cubicBezTo>
                  <a:pt x="56" y="9143"/>
                  <a:pt x="-1088" y="14042"/>
                  <a:pt x="1135" y="17791"/>
                </a:cubicBezTo>
                <a:cubicBezTo>
                  <a:pt x="2588" y="20245"/>
                  <a:pt x="5125" y="21600"/>
                  <a:pt x="7722" y="21600"/>
                </a:cubicBezTo>
                <a:cubicBezTo>
                  <a:pt x="9093" y="21600"/>
                  <a:pt x="10482" y="21221"/>
                  <a:pt x="11738" y="20430"/>
                </a:cubicBezTo>
                <a:cubicBezTo>
                  <a:pt x="15371" y="18135"/>
                  <a:pt x="16514" y="13237"/>
                  <a:pt x="14292" y="9487"/>
                </a:cubicBezTo>
                <a:cubicBezTo>
                  <a:pt x="14111" y="9179"/>
                  <a:pt x="13906" y="8898"/>
                  <a:pt x="13692" y="8626"/>
                </a:cubicBezTo>
                <a:moveTo>
                  <a:pt x="18676" y="3481"/>
                </a:moveTo>
                <a:lnTo>
                  <a:pt x="14381" y="7915"/>
                </a:lnTo>
                <a:lnTo>
                  <a:pt x="16451" y="8512"/>
                </a:lnTo>
                <a:lnTo>
                  <a:pt x="20512" y="4103"/>
                </a:lnTo>
                <a:lnTo>
                  <a:pt x="18676" y="3481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 kern="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4" name="Shape 1627">
            <a:extLst>
              <a:ext uri="{FF2B5EF4-FFF2-40B4-BE49-F238E27FC236}">
                <a16:creationId xmlns:a16="http://schemas.microsoft.com/office/drawing/2014/main" id="{2CD8FCDD-47C8-4A95-8146-52F7D392F4A8}"/>
              </a:ext>
            </a:extLst>
          </p:cNvPr>
          <p:cNvSpPr/>
          <p:nvPr/>
        </p:nvSpPr>
        <p:spPr bwMode="auto">
          <a:xfrm>
            <a:off x="6825993" y="2560236"/>
            <a:ext cx="726274" cy="726274"/>
          </a:xfrm>
          <a:custGeom>
            <a:avLst/>
            <a:gdLst>
              <a:gd name="T0" fmla="*/ 779362 w 19679"/>
              <a:gd name="T1" fmla="*/ 779362 h 19679"/>
              <a:gd name="T2" fmla="*/ 779362 w 19679"/>
              <a:gd name="T3" fmla="*/ 779362 h 19679"/>
              <a:gd name="T4" fmla="*/ 779362 w 19679"/>
              <a:gd name="T5" fmla="*/ 779362 h 19679"/>
              <a:gd name="T6" fmla="*/ 779362 w 19679"/>
              <a:gd name="T7" fmla="*/ 779362 h 19679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rgbClr val="3B5463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grpSp>
        <p:nvGrpSpPr>
          <p:cNvPr id="35" name="Group 1649">
            <a:extLst>
              <a:ext uri="{FF2B5EF4-FFF2-40B4-BE49-F238E27FC236}">
                <a16:creationId xmlns:a16="http://schemas.microsoft.com/office/drawing/2014/main" id="{56D445AF-8E0A-4386-B525-E1F550A1C5C3}"/>
              </a:ext>
            </a:extLst>
          </p:cNvPr>
          <p:cNvGrpSpPr/>
          <p:nvPr/>
        </p:nvGrpSpPr>
        <p:grpSpPr bwMode="auto">
          <a:xfrm>
            <a:off x="7046759" y="2779202"/>
            <a:ext cx="284742" cy="289178"/>
            <a:chOff x="0" y="0"/>
            <a:chExt cx="611749" cy="619876"/>
          </a:xfrm>
          <a:solidFill>
            <a:schemeClr val="bg1"/>
          </a:solidFill>
        </p:grpSpPr>
        <p:sp>
          <p:nvSpPr>
            <p:cNvPr id="36" name="Shape 1647">
              <a:extLst>
                <a:ext uri="{FF2B5EF4-FFF2-40B4-BE49-F238E27FC236}">
                  <a16:creationId xmlns:a16="http://schemas.microsoft.com/office/drawing/2014/main" id="{789B0733-BF8A-47E5-B763-FC926A2E6595}"/>
                </a:ext>
              </a:extLst>
            </p:cNvPr>
            <p:cNvSpPr/>
            <p:nvPr/>
          </p:nvSpPr>
          <p:spPr>
            <a:xfrm>
              <a:off x="42902" y="283779"/>
              <a:ext cx="522766" cy="336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lIns="38100" tIns="38100" rIns="38100" bIns="38100" anchor="ctr"/>
            <a:lstStyle/>
            <a:p>
              <a:pPr algn="ctr"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3000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37" name="Shape 1648">
              <a:extLst>
                <a:ext uri="{FF2B5EF4-FFF2-40B4-BE49-F238E27FC236}">
                  <a16:creationId xmlns:a16="http://schemas.microsoft.com/office/drawing/2014/main" id="{B9BC2976-0DDE-4333-9CBE-E8DCB6439783}"/>
                </a:ext>
              </a:extLst>
            </p:cNvPr>
            <p:cNvSpPr/>
            <p:nvPr/>
          </p:nvSpPr>
          <p:spPr>
            <a:xfrm>
              <a:off x="0" y="0"/>
              <a:ext cx="611749" cy="415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5023" y="21600"/>
                  </a:lnTo>
                  <a:lnTo>
                    <a:pt x="6823" y="18190"/>
                  </a:lnTo>
                  <a:lnTo>
                    <a:pt x="2314" y="18190"/>
                  </a:lnTo>
                  <a:lnTo>
                    <a:pt x="2314" y="3410"/>
                  </a:lnTo>
                  <a:lnTo>
                    <a:pt x="19286" y="3410"/>
                  </a:lnTo>
                  <a:lnTo>
                    <a:pt x="19286" y="18190"/>
                  </a:lnTo>
                  <a:lnTo>
                    <a:pt x="14777" y="18190"/>
                  </a:lnTo>
                  <a:lnTo>
                    <a:pt x="16577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lIns="38100" tIns="38100" rIns="38100" bIns="38100" anchor="ctr"/>
            <a:lstStyle/>
            <a:p>
              <a:pPr algn="ctr"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3000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38" name="PA-矩形 4">
            <a:extLst>
              <a:ext uri="{FF2B5EF4-FFF2-40B4-BE49-F238E27FC236}">
                <a16:creationId xmlns:a16="http://schemas.microsoft.com/office/drawing/2014/main" id="{AF170D71-9510-4859-A963-A27F90192DD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883617" y="2843018"/>
            <a:ext cx="2906744" cy="43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t>{{slide_12_subtitle}}</a:t>
            </a:r>
          </a:p>
        </p:txBody>
      </p:sp>
      <p:sp>
        <p:nvSpPr>
          <p:cNvPr id="39" name="PA-矩形 4">
            <a:extLst>
              <a:ext uri="{FF2B5EF4-FFF2-40B4-BE49-F238E27FC236}">
                <a16:creationId xmlns:a16="http://schemas.microsoft.com/office/drawing/2014/main" id="{E67BF62D-5A05-4160-9BFE-18114B72E2A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812516" y="259588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工作汇报</a:t>
            </a:r>
          </a:p>
        </p:txBody>
      </p:sp>
      <p:sp>
        <p:nvSpPr>
          <p:cNvPr id="40" name="PA-矩形 4">
            <a:extLst>
              <a:ext uri="{FF2B5EF4-FFF2-40B4-BE49-F238E27FC236}">
                <a16:creationId xmlns:a16="http://schemas.microsoft.com/office/drawing/2014/main" id="{ED0D0E20-B2FD-4878-95DF-0CF5C76DE0E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883617" y="4073445"/>
            <a:ext cx="2906744" cy="43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t>{{slide_12_body_1}}</a:t>
            </a:r>
          </a:p>
        </p:txBody>
      </p:sp>
      <p:sp>
        <p:nvSpPr>
          <p:cNvPr id="41" name="PA-矩形 4">
            <a:extLst>
              <a:ext uri="{FF2B5EF4-FFF2-40B4-BE49-F238E27FC236}">
                <a16:creationId xmlns:a16="http://schemas.microsoft.com/office/drawing/2014/main" id="{13AD6CD7-47AA-45AB-84AC-E1804E2BBED9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812516" y="382631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工作汇报</a:t>
            </a:r>
          </a:p>
        </p:txBody>
      </p:sp>
      <p:sp>
        <p:nvSpPr>
          <p:cNvPr id="42" name="Shape 1619">
            <a:extLst>
              <a:ext uri="{FF2B5EF4-FFF2-40B4-BE49-F238E27FC236}">
                <a16:creationId xmlns:a16="http://schemas.microsoft.com/office/drawing/2014/main" id="{A56EE169-2786-4D42-8D72-1983BEED5F2A}"/>
              </a:ext>
            </a:extLst>
          </p:cNvPr>
          <p:cNvSpPr/>
          <p:nvPr/>
        </p:nvSpPr>
        <p:spPr bwMode="auto">
          <a:xfrm>
            <a:off x="6826363" y="5030474"/>
            <a:ext cx="725534" cy="726274"/>
          </a:xfrm>
          <a:custGeom>
            <a:avLst/>
            <a:gdLst>
              <a:gd name="T0" fmla="*/ 779362 w 19679"/>
              <a:gd name="T1" fmla="*/ 779362 h 19679"/>
              <a:gd name="T2" fmla="*/ 779362 w 19679"/>
              <a:gd name="T3" fmla="*/ 779362 h 19679"/>
              <a:gd name="T4" fmla="*/ 779362 w 19679"/>
              <a:gd name="T5" fmla="*/ 779362 h 19679"/>
              <a:gd name="T6" fmla="*/ 779362 w 19679"/>
              <a:gd name="T7" fmla="*/ 779362 h 19679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rgbClr val="3B5463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3" name="Shape 1645">
            <a:extLst>
              <a:ext uri="{FF2B5EF4-FFF2-40B4-BE49-F238E27FC236}">
                <a16:creationId xmlns:a16="http://schemas.microsoft.com/office/drawing/2014/main" id="{55DBBFC7-2584-4094-8FA1-8E3F8033BE21}"/>
              </a:ext>
            </a:extLst>
          </p:cNvPr>
          <p:cNvSpPr/>
          <p:nvPr/>
        </p:nvSpPr>
        <p:spPr>
          <a:xfrm>
            <a:off x="7026052" y="5216909"/>
            <a:ext cx="326158" cy="310642"/>
          </a:xfrm>
          <a:custGeom>
            <a:avLst/>
            <a:gdLst>
              <a:gd name="connsiteX0" fmla="*/ 69048 w 609763"/>
              <a:gd name="connsiteY0" fmla="*/ 467002 h 580760"/>
              <a:gd name="connsiteX1" fmla="*/ 84749 w 609763"/>
              <a:gd name="connsiteY1" fmla="*/ 482703 h 580760"/>
              <a:gd name="connsiteX2" fmla="*/ 69048 w 609763"/>
              <a:gd name="connsiteY2" fmla="*/ 498404 h 580760"/>
              <a:gd name="connsiteX3" fmla="*/ 53347 w 609763"/>
              <a:gd name="connsiteY3" fmla="*/ 482703 h 580760"/>
              <a:gd name="connsiteX4" fmla="*/ 69048 w 609763"/>
              <a:gd name="connsiteY4" fmla="*/ 467002 h 580760"/>
              <a:gd name="connsiteX5" fmla="*/ 69048 w 609763"/>
              <a:gd name="connsiteY5" fmla="*/ 327212 h 580760"/>
              <a:gd name="connsiteX6" fmla="*/ 84749 w 609763"/>
              <a:gd name="connsiteY6" fmla="*/ 342913 h 580760"/>
              <a:gd name="connsiteX7" fmla="*/ 69048 w 609763"/>
              <a:gd name="connsiteY7" fmla="*/ 358614 h 580760"/>
              <a:gd name="connsiteX8" fmla="*/ 53347 w 609763"/>
              <a:gd name="connsiteY8" fmla="*/ 342913 h 580760"/>
              <a:gd name="connsiteX9" fmla="*/ 69048 w 609763"/>
              <a:gd name="connsiteY9" fmla="*/ 327212 h 580760"/>
              <a:gd name="connsiteX10" fmla="*/ 443351 w 609763"/>
              <a:gd name="connsiteY10" fmla="*/ 299768 h 580760"/>
              <a:gd name="connsiteX11" fmla="*/ 370388 w 609763"/>
              <a:gd name="connsiteY11" fmla="*/ 324702 h 580760"/>
              <a:gd name="connsiteX12" fmla="*/ 358882 w 609763"/>
              <a:gd name="connsiteY12" fmla="*/ 368686 h 580760"/>
              <a:gd name="connsiteX13" fmla="*/ 363653 w 609763"/>
              <a:gd name="connsiteY13" fmla="*/ 378772 h 580760"/>
              <a:gd name="connsiteX14" fmla="*/ 347096 w 609763"/>
              <a:gd name="connsiteY14" fmla="*/ 410429 h 580760"/>
              <a:gd name="connsiteX15" fmla="*/ 360285 w 609763"/>
              <a:gd name="connsiteY15" fmla="*/ 417153 h 580760"/>
              <a:gd name="connsiteX16" fmla="*/ 359163 w 609763"/>
              <a:gd name="connsiteY16" fmla="*/ 426118 h 580760"/>
              <a:gd name="connsiteX17" fmla="*/ 365056 w 609763"/>
              <a:gd name="connsiteY17" fmla="*/ 441526 h 580760"/>
              <a:gd name="connsiteX18" fmla="*/ 363933 w 609763"/>
              <a:gd name="connsiteY18" fmla="*/ 455534 h 580760"/>
              <a:gd name="connsiteX19" fmla="*/ 381332 w 609763"/>
              <a:gd name="connsiteY19" fmla="*/ 463658 h 580760"/>
              <a:gd name="connsiteX20" fmla="*/ 404063 w 609763"/>
              <a:gd name="connsiteY20" fmla="*/ 460016 h 580760"/>
              <a:gd name="connsiteX21" fmla="*/ 392277 w 609763"/>
              <a:gd name="connsiteY21" fmla="*/ 489993 h 580760"/>
              <a:gd name="connsiteX22" fmla="*/ 499476 w 609763"/>
              <a:gd name="connsiteY22" fmla="*/ 489993 h 580760"/>
              <a:gd name="connsiteX23" fmla="*/ 468888 w 609763"/>
              <a:gd name="connsiteY23" fmla="*/ 437884 h 580760"/>
              <a:gd name="connsiteX24" fmla="*/ 499196 w 609763"/>
              <a:gd name="connsiteY24" fmla="*/ 360842 h 580760"/>
              <a:gd name="connsiteX25" fmla="*/ 443351 w 609763"/>
              <a:gd name="connsiteY25" fmla="*/ 299768 h 580760"/>
              <a:gd name="connsiteX26" fmla="*/ 394522 w 609763"/>
              <a:gd name="connsiteY26" fmla="*/ 208438 h 580760"/>
              <a:gd name="connsiteX27" fmla="*/ 405466 w 609763"/>
              <a:gd name="connsiteY27" fmla="*/ 213481 h 580760"/>
              <a:gd name="connsiteX28" fmla="*/ 416972 w 609763"/>
              <a:gd name="connsiteY28" fmla="*/ 244578 h 580760"/>
              <a:gd name="connsiteX29" fmla="*/ 431845 w 609763"/>
              <a:gd name="connsiteY29" fmla="*/ 252702 h 580760"/>
              <a:gd name="connsiteX30" fmla="*/ 441106 w 609763"/>
              <a:gd name="connsiteY30" fmla="*/ 245699 h 580760"/>
              <a:gd name="connsiteX31" fmla="*/ 455137 w 609763"/>
              <a:gd name="connsiteY31" fmla="*/ 215162 h 580760"/>
              <a:gd name="connsiteX32" fmla="*/ 466082 w 609763"/>
              <a:gd name="connsiteY32" fmla="*/ 211240 h 580760"/>
              <a:gd name="connsiteX33" fmla="*/ 534555 w 609763"/>
              <a:gd name="connsiteY33" fmla="*/ 242617 h 580760"/>
              <a:gd name="connsiteX34" fmla="*/ 538764 w 609763"/>
              <a:gd name="connsiteY34" fmla="*/ 253823 h 580760"/>
              <a:gd name="connsiteX35" fmla="*/ 524733 w 609763"/>
              <a:gd name="connsiteY35" fmla="*/ 284080 h 580760"/>
              <a:gd name="connsiteX36" fmla="*/ 529223 w 609763"/>
              <a:gd name="connsiteY36" fmla="*/ 300329 h 580760"/>
              <a:gd name="connsiteX37" fmla="*/ 541009 w 609763"/>
              <a:gd name="connsiteY37" fmla="*/ 301729 h 580760"/>
              <a:gd name="connsiteX38" fmla="*/ 572439 w 609763"/>
              <a:gd name="connsiteY38" fmla="*/ 290243 h 580760"/>
              <a:gd name="connsiteX39" fmla="*/ 583103 w 609763"/>
              <a:gd name="connsiteY39" fmla="*/ 295286 h 580760"/>
              <a:gd name="connsiteX40" fmla="*/ 609201 w 609763"/>
              <a:gd name="connsiteY40" fmla="*/ 365885 h 580760"/>
              <a:gd name="connsiteX41" fmla="*/ 604431 w 609763"/>
              <a:gd name="connsiteY41" fmla="*/ 376530 h 580760"/>
              <a:gd name="connsiteX42" fmla="*/ 573001 w 609763"/>
              <a:gd name="connsiteY42" fmla="*/ 388297 h 580760"/>
              <a:gd name="connsiteX43" fmla="*/ 565143 w 609763"/>
              <a:gd name="connsiteY43" fmla="*/ 396982 h 580760"/>
              <a:gd name="connsiteX44" fmla="*/ 572159 w 609763"/>
              <a:gd name="connsiteY44" fmla="*/ 412110 h 580760"/>
              <a:gd name="connsiteX45" fmla="*/ 602466 w 609763"/>
              <a:gd name="connsiteY45" fmla="*/ 426118 h 580760"/>
              <a:gd name="connsiteX46" fmla="*/ 606395 w 609763"/>
              <a:gd name="connsiteY46" fmla="*/ 437044 h 580760"/>
              <a:gd name="connsiteX47" fmla="*/ 574965 w 609763"/>
              <a:gd name="connsiteY47" fmla="*/ 505681 h 580760"/>
              <a:gd name="connsiteX48" fmla="*/ 563740 w 609763"/>
              <a:gd name="connsiteY48" fmla="*/ 509604 h 580760"/>
              <a:gd name="connsiteX49" fmla="*/ 533432 w 609763"/>
              <a:gd name="connsiteY49" fmla="*/ 495596 h 580760"/>
              <a:gd name="connsiteX50" fmla="*/ 517156 w 609763"/>
              <a:gd name="connsiteY50" fmla="*/ 500358 h 580760"/>
              <a:gd name="connsiteX51" fmla="*/ 515753 w 609763"/>
              <a:gd name="connsiteY51" fmla="*/ 511845 h 580760"/>
              <a:gd name="connsiteX52" fmla="*/ 527258 w 609763"/>
              <a:gd name="connsiteY52" fmla="*/ 543222 h 580760"/>
              <a:gd name="connsiteX53" fmla="*/ 522488 w 609763"/>
              <a:gd name="connsiteY53" fmla="*/ 554148 h 580760"/>
              <a:gd name="connsiteX54" fmla="*/ 451489 w 609763"/>
              <a:gd name="connsiteY54" fmla="*/ 580202 h 580760"/>
              <a:gd name="connsiteX55" fmla="*/ 440825 w 609763"/>
              <a:gd name="connsiteY55" fmla="*/ 575160 h 580760"/>
              <a:gd name="connsiteX56" fmla="*/ 429320 w 609763"/>
              <a:gd name="connsiteY56" fmla="*/ 543782 h 580760"/>
              <a:gd name="connsiteX57" fmla="*/ 414727 w 609763"/>
              <a:gd name="connsiteY57" fmla="*/ 535658 h 580760"/>
              <a:gd name="connsiteX58" fmla="*/ 405186 w 609763"/>
              <a:gd name="connsiteY58" fmla="*/ 542942 h 580760"/>
              <a:gd name="connsiteX59" fmla="*/ 391154 w 609763"/>
              <a:gd name="connsiteY59" fmla="*/ 573198 h 580760"/>
              <a:gd name="connsiteX60" fmla="*/ 380210 w 609763"/>
              <a:gd name="connsiteY60" fmla="*/ 577401 h 580760"/>
              <a:gd name="connsiteX61" fmla="*/ 311456 w 609763"/>
              <a:gd name="connsiteY61" fmla="*/ 545743 h 580760"/>
              <a:gd name="connsiteX62" fmla="*/ 307527 w 609763"/>
              <a:gd name="connsiteY62" fmla="*/ 534537 h 580760"/>
              <a:gd name="connsiteX63" fmla="*/ 321559 w 609763"/>
              <a:gd name="connsiteY63" fmla="*/ 504561 h 580760"/>
              <a:gd name="connsiteX64" fmla="*/ 317069 w 609763"/>
              <a:gd name="connsiteY64" fmla="*/ 488312 h 580760"/>
              <a:gd name="connsiteX65" fmla="*/ 305282 w 609763"/>
              <a:gd name="connsiteY65" fmla="*/ 486631 h 580760"/>
              <a:gd name="connsiteX66" fmla="*/ 273852 w 609763"/>
              <a:gd name="connsiteY66" fmla="*/ 498397 h 580760"/>
              <a:gd name="connsiteX67" fmla="*/ 263188 w 609763"/>
              <a:gd name="connsiteY67" fmla="*/ 493355 h 580760"/>
              <a:gd name="connsiteX68" fmla="*/ 236809 w 609763"/>
              <a:gd name="connsiteY68" fmla="*/ 422756 h 580760"/>
              <a:gd name="connsiteX69" fmla="*/ 241861 w 609763"/>
              <a:gd name="connsiteY69" fmla="*/ 411830 h 580760"/>
              <a:gd name="connsiteX70" fmla="*/ 273291 w 609763"/>
              <a:gd name="connsiteY70" fmla="*/ 400344 h 580760"/>
              <a:gd name="connsiteX71" fmla="*/ 281429 w 609763"/>
              <a:gd name="connsiteY71" fmla="*/ 385776 h 580760"/>
              <a:gd name="connsiteX72" fmla="*/ 274133 w 609763"/>
              <a:gd name="connsiteY72" fmla="*/ 376530 h 580760"/>
              <a:gd name="connsiteX73" fmla="*/ 243825 w 609763"/>
              <a:gd name="connsiteY73" fmla="*/ 362523 h 580760"/>
              <a:gd name="connsiteX74" fmla="*/ 239896 w 609763"/>
              <a:gd name="connsiteY74" fmla="*/ 351317 h 580760"/>
              <a:gd name="connsiteX75" fmla="*/ 271327 w 609763"/>
              <a:gd name="connsiteY75" fmla="*/ 282959 h 580760"/>
              <a:gd name="connsiteX76" fmla="*/ 282552 w 609763"/>
              <a:gd name="connsiteY76" fmla="*/ 278757 h 580760"/>
              <a:gd name="connsiteX77" fmla="*/ 312859 w 609763"/>
              <a:gd name="connsiteY77" fmla="*/ 292764 h 580760"/>
              <a:gd name="connsiteX78" fmla="*/ 328855 w 609763"/>
              <a:gd name="connsiteY78" fmla="*/ 288282 h 580760"/>
              <a:gd name="connsiteX79" fmla="*/ 330539 w 609763"/>
              <a:gd name="connsiteY79" fmla="*/ 276796 h 580760"/>
              <a:gd name="connsiteX80" fmla="*/ 318752 w 609763"/>
              <a:gd name="connsiteY80" fmla="*/ 245418 h 580760"/>
              <a:gd name="connsiteX81" fmla="*/ 323804 w 609763"/>
              <a:gd name="connsiteY81" fmla="*/ 234492 h 580760"/>
              <a:gd name="connsiteX82" fmla="*/ 69048 w 609763"/>
              <a:gd name="connsiteY82" fmla="*/ 187422 h 580760"/>
              <a:gd name="connsiteX83" fmla="*/ 84749 w 609763"/>
              <a:gd name="connsiteY83" fmla="*/ 203123 h 580760"/>
              <a:gd name="connsiteX84" fmla="*/ 69048 w 609763"/>
              <a:gd name="connsiteY84" fmla="*/ 218824 h 580760"/>
              <a:gd name="connsiteX85" fmla="*/ 53347 w 609763"/>
              <a:gd name="connsiteY85" fmla="*/ 203123 h 580760"/>
              <a:gd name="connsiteX86" fmla="*/ 69048 w 609763"/>
              <a:gd name="connsiteY86" fmla="*/ 187422 h 580760"/>
              <a:gd name="connsiteX87" fmla="*/ 70434 w 609763"/>
              <a:gd name="connsiteY87" fmla="*/ 0 h 580760"/>
              <a:gd name="connsiteX88" fmla="*/ 409976 w 609763"/>
              <a:gd name="connsiteY88" fmla="*/ 0 h 580760"/>
              <a:gd name="connsiteX89" fmla="*/ 436635 w 609763"/>
              <a:gd name="connsiteY89" fmla="*/ 21853 h 580760"/>
              <a:gd name="connsiteX90" fmla="*/ 480130 w 609763"/>
              <a:gd name="connsiteY90" fmla="*/ 180149 h 580760"/>
              <a:gd name="connsiteX91" fmla="*/ 480410 w 609763"/>
              <a:gd name="connsiteY91" fmla="*/ 181270 h 580760"/>
              <a:gd name="connsiteX92" fmla="*/ 480410 w 609763"/>
              <a:gd name="connsiteY92" fmla="*/ 192196 h 580760"/>
              <a:gd name="connsiteX93" fmla="*/ 475920 w 609763"/>
              <a:gd name="connsiteY93" fmla="*/ 189955 h 580760"/>
              <a:gd name="connsiteX94" fmla="*/ 458522 w 609763"/>
              <a:gd name="connsiteY94" fmla="*/ 187713 h 580760"/>
              <a:gd name="connsiteX95" fmla="*/ 458522 w 609763"/>
              <a:gd name="connsiteY95" fmla="*/ 181270 h 580760"/>
              <a:gd name="connsiteX96" fmla="*/ 436635 w 609763"/>
              <a:gd name="connsiteY96" fmla="*/ 159697 h 580760"/>
              <a:gd name="connsiteX97" fmla="*/ 43775 w 609763"/>
              <a:gd name="connsiteY97" fmla="*/ 159697 h 580760"/>
              <a:gd name="connsiteX98" fmla="*/ 21888 w 609763"/>
              <a:gd name="connsiteY98" fmla="*/ 181270 h 580760"/>
              <a:gd name="connsiteX99" fmla="*/ 21888 w 609763"/>
              <a:gd name="connsiteY99" fmla="*/ 224977 h 580760"/>
              <a:gd name="connsiteX100" fmla="*/ 43775 w 609763"/>
              <a:gd name="connsiteY100" fmla="*/ 246830 h 580760"/>
              <a:gd name="connsiteX101" fmla="*/ 295486 w 609763"/>
              <a:gd name="connsiteY101" fmla="*/ 246830 h 580760"/>
              <a:gd name="connsiteX102" fmla="*/ 296889 w 609763"/>
              <a:gd name="connsiteY102" fmla="*/ 253274 h 580760"/>
              <a:gd name="connsiteX103" fmla="*/ 299976 w 609763"/>
              <a:gd name="connsiteY103" fmla="*/ 261118 h 580760"/>
              <a:gd name="connsiteX104" fmla="*/ 292119 w 609763"/>
              <a:gd name="connsiteY104" fmla="*/ 257756 h 580760"/>
              <a:gd name="connsiteX105" fmla="*/ 250307 w 609763"/>
              <a:gd name="connsiteY105" fmla="*/ 273166 h 580760"/>
              <a:gd name="connsiteX106" fmla="*/ 238241 w 609763"/>
              <a:gd name="connsiteY106" fmla="*/ 299222 h 580760"/>
              <a:gd name="connsiteX107" fmla="*/ 43775 w 609763"/>
              <a:gd name="connsiteY107" fmla="*/ 299222 h 580760"/>
              <a:gd name="connsiteX108" fmla="*/ 21888 w 609763"/>
              <a:gd name="connsiteY108" fmla="*/ 321075 h 580760"/>
              <a:gd name="connsiteX109" fmla="*/ 21888 w 609763"/>
              <a:gd name="connsiteY109" fmla="*/ 364781 h 580760"/>
              <a:gd name="connsiteX110" fmla="*/ 43775 w 609763"/>
              <a:gd name="connsiteY110" fmla="*/ 386634 h 580760"/>
              <a:gd name="connsiteX111" fmla="*/ 240486 w 609763"/>
              <a:gd name="connsiteY111" fmla="*/ 386634 h 580760"/>
              <a:gd name="connsiteX112" fmla="*/ 241889 w 609763"/>
              <a:gd name="connsiteY112" fmla="*/ 387195 h 580760"/>
              <a:gd name="connsiteX113" fmla="*/ 233751 w 609763"/>
              <a:gd name="connsiteY113" fmla="*/ 389997 h 580760"/>
              <a:gd name="connsiteX114" fmla="*/ 214950 w 609763"/>
              <a:gd name="connsiteY114" fmla="*/ 430621 h 580760"/>
              <a:gd name="connsiteX115" fmla="*/ 218317 w 609763"/>
              <a:gd name="connsiteY115" fmla="*/ 439026 h 580760"/>
              <a:gd name="connsiteX116" fmla="*/ 43775 w 609763"/>
              <a:gd name="connsiteY116" fmla="*/ 439026 h 580760"/>
              <a:gd name="connsiteX117" fmla="*/ 21888 w 609763"/>
              <a:gd name="connsiteY117" fmla="*/ 460879 h 580760"/>
              <a:gd name="connsiteX118" fmla="*/ 21888 w 609763"/>
              <a:gd name="connsiteY118" fmla="*/ 504586 h 580760"/>
              <a:gd name="connsiteX119" fmla="*/ 43775 w 609763"/>
              <a:gd name="connsiteY119" fmla="*/ 526439 h 580760"/>
              <a:gd name="connsiteX120" fmla="*/ 285945 w 609763"/>
              <a:gd name="connsiteY120" fmla="*/ 526439 h 580760"/>
              <a:gd name="connsiteX121" fmla="*/ 285103 w 609763"/>
              <a:gd name="connsiteY121" fmla="*/ 548012 h 580760"/>
              <a:gd name="connsiteX122" fmla="*/ 43775 w 609763"/>
              <a:gd name="connsiteY122" fmla="*/ 548012 h 580760"/>
              <a:gd name="connsiteX123" fmla="*/ 0 w 609763"/>
              <a:gd name="connsiteY123" fmla="*/ 504586 h 580760"/>
              <a:gd name="connsiteX124" fmla="*/ 0 w 609763"/>
              <a:gd name="connsiteY124" fmla="*/ 460879 h 580760"/>
              <a:gd name="connsiteX125" fmla="*/ 280 w 609763"/>
              <a:gd name="connsiteY125" fmla="*/ 459479 h 580760"/>
              <a:gd name="connsiteX126" fmla="*/ 11505 w 609763"/>
              <a:gd name="connsiteY126" fmla="*/ 394199 h 580760"/>
              <a:gd name="connsiteX127" fmla="*/ 0 w 609763"/>
              <a:gd name="connsiteY127" fmla="*/ 364781 h 580760"/>
              <a:gd name="connsiteX128" fmla="*/ 0 w 609763"/>
              <a:gd name="connsiteY128" fmla="*/ 321075 h 580760"/>
              <a:gd name="connsiteX129" fmla="*/ 280 w 609763"/>
              <a:gd name="connsiteY129" fmla="*/ 319954 h 580760"/>
              <a:gd name="connsiteX130" fmla="*/ 11505 w 609763"/>
              <a:gd name="connsiteY130" fmla="*/ 254394 h 580760"/>
              <a:gd name="connsiteX131" fmla="*/ 0 w 609763"/>
              <a:gd name="connsiteY131" fmla="*/ 224977 h 580760"/>
              <a:gd name="connsiteX132" fmla="*/ 0 w 609763"/>
              <a:gd name="connsiteY132" fmla="*/ 181270 h 580760"/>
              <a:gd name="connsiteX133" fmla="*/ 280 w 609763"/>
              <a:gd name="connsiteY133" fmla="*/ 180149 h 580760"/>
              <a:gd name="connsiteX134" fmla="*/ 43775 w 609763"/>
              <a:gd name="connsiteY134" fmla="*/ 21853 h 580760"/>
              <a:gd name="connsiteX135" fmla="*/ 70434 w 609763"/>
              <a:gd name="connsiteY135" fmla="*/ 0 h 58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609763" h="580760">
                <a:moveTo>
                  <a:pt x="69048" y="467002"/>
                </a:moveTo>
                <a:cubicBezTo>
                  <a:pt x="77719" y="467002"/>
                  <a:pt x="84749" y="474032"/>
                  <a:pt x="84749" y="482703"/>
                </a:cubicBezTo>
                <a:cubicBezTo>
                  <a:pt x="84749" y="491374"/>
                  <a:pt x="77719" y="498404"/>
                  <a:pt x="69048" y="498404"/>
                </a:cubicBezTo>
                <a:cubicBezTo>
                  <a:pt x="60377" y="498404"/>
                  <a:pt x="53347" y="491374"/>
                  <a:pt x="53347" y="482703"/>
                </a:cubicBezTo>
                <a:cubicBezTo>
                  <a:pt x="53347" y="474032"/>
                  <a:pt x="60377" y="467002"/>
                  <a:pt x="69048" y="467002"/>
                </a:cubicBezTo>
                <a:close/>
                <a:moveTo>
                  <a:pt x="69048" y="327212"/>
                </a:moveTo>
                <a:cubicBezTo>
                  <a:pt x="77719" y="327212"/>
                  <a:pt x="84749" y="334242"/>
                  <a:pt x="84749" y="342913"/>
                </a:cubicBezTo>
                <a:cubicBezTo>
                  <a:pt x="84749" y="351584"/>
                  <a:pt x="77719" y="358614"/>
                  <a:pt x="69048" y="358614"/>
                </a:cubicBezTo>
                <a:cubicBezTo>
                  <a:pt x="60377" y="358614"/>
                  <a:pt x="53347" y="351584"/>
                  <a:pt x="53347" y="342913"/>
                </a:cubicBezTo>
                <a:cubicBezTo>
                  <a:pt x="53347" y="334242"/>
                  <a:pt x="60377" y="327212"/>
                  <a:pt x="69048" y="327212"/>
                </a:cubicBezTo>
                <a:close/>
                <a:moveTo>
                  <a:pt x="443351" y="299768"/>
                </a:moveTo>
                <a:cubicBezTo>
                  <a:pt x="408273" y="295286"/>
                  <a:pt x="381894" y="303130"/>
                  <a:pt x="370388" y="324702"/>
                </a:cubicBezTo>
                <a:cubicBezTo>
                  <a:pt x="358882" y="346274"/>
                  <a:pt x="358040" y="365324"/>
                  <a:pt x="358882" y="368686"/>
                </a:cubicBezTo>
                <a:cubicBezTo>
                  <a:pt x="359724" y="372328"/>
                  <a:pt x="363653" y="378772"/>
                  <a:pt x="363653" y="378772"/>
                </a:cubicBezTo>
                <a:cubicBezTo>
                  <a:pt x="363653" y="378772"/>
                  <a:pt x="345973" y="405947"/>
                  <a:pt x="347096" y="410429"/>
                </a:cubicBezTo>
                <a:cubicBezTo>
                  <a:pt x="348218" y="414912"/>
                  <a:pt x="360285" y="417153"/>
                  <a:pt x="360285" y="417153"/>
                </a:cubicBezTo>
                <a:cubicBezTo>
                  <a:pt x="360285" y="417153"/>
                  <a:pt x="361408" y="420234"/>
                  <a:pt x="359163" y="426118"/>
                </a:cubicBezTo>
                <a:cubicBezTo>
                  <a:pt x="356918" y="432281"/>
                  <a:pt x="363372" y="439005"/>
                  <a:pt x="365056" y="441526"/>
                </a:cubicBezTo>
                <a:cubicBezTo>
                  <a:pt x="367020" y="444048"/>
                  <a:pt x="362530" y="451332"/>
                  <a:pt x="363933" y="455534"/>
                </a:cubicBezTo>
                <a:cubicBezTo>
                  <a:pt x="365617" y="459736"/>
                  <a:pt x="372913" y="464779"/>
                  <a:pt x="381332" y="463658"/>
                </a:cubicBezTo>
                <a:cubicBezTo>
                  <a:pt x="389470" y="462818"/>
                  <a:pt x="400415" y="460857"/>
                  <a:pt x="404063" y="460016"/>
                </a:cubicBezTo>
                <a:cubicBezTo>
                  <a:pt x="412482" y="479907"/>
                  <a:pt x="392277" y="489993"/>
                  <a:pt x="392277" y="489993"/>
                </a:cubicBezTo>
                <a:lnTo>
                  <a:pt x="499476" y="489993"/>
                </a:lnTo>
                <a:cubicBezTo>
                  <a:pt x="499476" y="489993"/>
                  <a:pt x="468327" y="465059"/>
                  <a:pt x="468888" y="437884"/>
                </a:cubicBezTo>
                <a:cubicBezTo>
                  <a:pt x="469169" y="422476"/>
                  <a:pt x="499476" y="403145"/>
                  <a:pt x="499196" y="360842"/>
                </a:cubicBezTo>
                <a:cubicBezTo>
                  <a:pt x="499196" y="339550"/>
                  <a:pt x="478429" y="304251"/>
                  <a:pt x="443351" y="299768"/>
                </a:cubicBezTo>
                <a:close/>
                <a:moveTo>
                  <a:pt x="394522" y="208438"/>
                </a:moveTo>
                <a:cubicBezTo>
                  <a:pt x="399012" y="206757"/>
                  <a:pt x="403782" y="208998"/>
                  <a:pt x="405466" y="213481"/>
                </a:cubicBezTo>
                <a:lnTo>
                  <a:pt x="416972" y="244578"/>
                </a:lnTo>
                <a:cubicBezTo>
                  <a:pt x="418656" y="249060"/>
                  <a:pt x="428478" y="252702"/>
                  <a:pt x="431845" y="252702"/>
                </a:cubicBezTo>
                <a:cubicBezTo>
                  <a:pt x="434932" y="252983"/>
                  <a:pt x="439141" y="249621"/>
                  <a:pt x="441106" y="245699"/>
                </a:cubicBezTo>
                <a:lnTo>
                  <a:pt x="455137" y="215162"/>
                </a:lnTo>
                <a:cubicBezTo>
                  <a:pt x="456821" y="211240"/>
                  <a:pt x="461872" y="209279"/>
                  <a:pt x="466082" y="211240"/>
                </a:cubicBezTo>
                <a:lnTo>
                  <a:pt x="534555" y="242617"/>
                </a:lnTo>
                <a:cubicBezTo>
                  <a:pt x="538764" y="244578"/>
                  <a:pt x="540728" y="249621"/>
                  <a:pt x="538764" y="253823"/>
                </a:cubicBezTo>
                <a:lnTo>
                  <a:pt x="524733" y="284080"/>
                </a:lnTo>
                <a:cubicBezTo>
                  <a:pt x="522768" y="288282"/>
                  <a:pt x="527258" y="297807"/>
                  <a:pt x="529223" y="300329"/>
                </a:cubicBezTo>
                <a:cubicBezTo>
                  <a:pt x="531468" y="302570"/>
                  <a:pt x="536519" y="303410"/>
                  <a:pt x="541009" y="301729"/>
                </a:cubicBezTo>
                <a:lnTo>
                  <a:pt x="572439" y="290243"/>
                </a:lnTo>
                <a:cubicBezTo>
                  <a:pt x="576649" y="288562"/>
                  <a:pt x="581700" y="290803"/>
                  <a:pt x="583103" y="295286"/>
                </a:cubicBezTo>
                <a:lnTo>
                  <a:pt x="609201" y="365885"/>
                </a:lnTo>
                <a:cubicBezTo>
                  <a:pt x="610885" y="370087"/>
                  <a:pt x="608640" y="375130"/>
                  <a:pt x="604431" y="376530"/>
                </a:cubicBezTo>
                <a:lnTo>
                  <a:pt x="573001" y="388297"/>
                </a:lnTo>
                <a:cubicBezTo>
                  <a:pt x="568511" y="389698"/>
                  <a:pt x="565143" y="393620"/>
                  <a:pt x="565143" y="396982"/>
                </a:cubicBezTo>
                <a:cubicBezTo>
                  <a:pt x="565143" y="400063"/>
                  <a:pt x="567949" y="410149"/>
                  <a:pt x="572159" y="412110"/>
                </a:cubicBezTo>
                <a:lnTo>
                  <a:pt x="602466" y="426118"/>
                </a:lnTo>
                <a:cubicBezTo>
                  <a:pt x="606676" y="428079"/>
                  <a:pt x="608360" y="433122"/>
                  <a:pt x="606395" y="437044"/>
                </a:cubicBezTo>
                <a:lnTo>
                  <a:pt x="574965" y="505681"/>
                </a:lnTo>
                <a:cubicBezTo>
                  <a:pt x="573001" y="509884"/>
                  <a:pt x="567949" y="511565"/>
                  <a:pt x="563740" y="509604"/>
                </a:cubicBezTo>
                <a:lnTo>
                  <a:pt x="533432" y="495596"/>
                </a:lnTo>
                <a:cubicBezTo>
                  <a:pt x="529223" y="493915"/>
                  <a:pt x="519681" y="498117"/>
                  <a:pt x="517156" y="500358"/>
                </a:cubicBezTo>
                <a:cubicBezTo>
                  <a:pt x="514911" y="502320"/>
                  <a:pt x="514069" y="507642"/>
                  <a:pt x="515753" y="511845"/>
                </a:cubicBezTo>
                <a:lnTo>
                  <a:pt x="527258" y="543222"/>
                </a:lnTo>
                <a:cubicBezTo>
                  <a:pt x="528942" y="547704"/>
                  <a:pt x="526697" y="552467"/>
                  <a:pt x="522488" y="554148"/>
                </a:cubicBezTo>
                <a:lnTo>
                  <a:pt x="451489" y="580202"/>
                </a:lnTo>
                <a:cubicBezTo>
                  <a:pt x="447280" y="581883"/>
                  <a:pt x="442228" y="579642"/>
                  <a:pt x="440825" y="575160"/>
                </a:cubicBezTo>
                <a:lnTo>
                  <a:pt x="429320" y="543782"/>
                </a:lnTo>
                <a:cubicBezTo>
                  <a:pt x="427636" y="539580"/>
                  <a:pt x="417814" y="535938"/>
                  <a:pt x="414727" y="535658"/>
                </a:cubicBezTo>
                <a:cubicBezTo>
                  <a:pt x="411359" y="535658"/>
                  <a:pt x="407150" y="538740"/>
                  <a:pt x="405186" y="542942"/>
                </a:cubicBezTo>
                <a:lnTo>
                  <a:pt x="391154" y="573198"/>
                </a:lnTo>
                <a:cubicBezTo>
                  <a:pt x="389470" y="577401"/>
                  <a:pt x="384419" y="579362"/>
                  <a:pt x="380210" y="577401"/>
                </a:cubicBezTo>
                <a:lnTo>
                  <a:pt x="311456" y="545743"/>
                </a:lnTo>
                <a:cubicBezTo>
                  <a:pt x="307527" y="543782"/>
                  <a:pt x="305563" y="538740"/>
                  <a:pt x="307527" y="534537"/>
                </a:cubicBezTo>
                <a:lnTo>
                  <a:pt x="321559" y="504561"/>
                </a:lnTo>
                <a:cubicBezTo>
                  <a:pt x="323523" y="500078"/>
                  <a:pt x="319033" y="490833"/>
                  <a:pt x="317069" y="488312"/>
                </a:cubicBezTo>
                <a:cubicBezTo>
                  <a:pt x="314824" y="485790"/>
                  <a:pt x="309492" y="485230"/>
                  <a:pt x="305282" y="486631"/>
                </a:cubicBezTo>
                <a:lnTo>
                  <a:pt x="273852" y="498397"/>
                </a:lnTo>
                <a:cubicBezTo>
                  <a:pt x="269643" y="500078"/>
                  <a:pt x="264591" y="497557"/>
                  <a:pt x="263188" y="493355"/>
                </a:cubicBezTo>
                <a:lnTo>
                  <a:pt x="236809" y="422756"/>
                </a:lnTo>
                <a:cubicBezTo>
                  <a:pt x="235406" y="418273"/>
                  <a:pt x="237651" y="413511"/>
                  <a:pt x="241861" y="411830"/>
                </a:cubicBezTo>
                <a:lnTo>
                  <a:pt x="273291" y="400344"/>
                </a:lnTo>
                <a:cubicBezTo>
                  <a:pt x="277500" y="398663"/>
                  <a:pt x="281148" y="388857"/>
                  <a:pt x="281429" y="385776"/>
                </a:cubicBezTo>
                <a:cubicBezTo>
                  <a:pt x="281710" y="382694"/>
                  <a:pt x="278342" y="378211"/>
                  <a:pt x="274133" y="376530"/>
                </a:cubicBezTo>
                <a:lnTo>
                  <a:pt x="243825" y="362523"/>
                </a:lnTo>
                <a:cubicBezTo>
                  <a:pt x="239616" y="360562"/>
                  <a:pt x="237932" y="355519"/>
                  <a:pt x="239896" y="351317"/>
                </a:cubicBezTo>
                <a:lnTo>
                  <a:pt x="271327" y="282959"/>
                </a:lnTo>
                <a:cubicBezTo>
                  <a:pt x="273291" y="278757"/>
                  <a:pt x="278342" y="277076"/>
                  <a:pt x="282552" y="278757"/>
                </a:cubicBezTo>
                <a:lnTo>
                  <a:pt x="312859" y="292764"/>
                </a:lnTo>
                <a:cubicBezTo>
                  <a:pt x="317069" y="294726"/>
                  <a:pt x="326610" y="290243"/>
                  <a:pt x="328855" y="288282"/>
                </a:cubicBezTo>
                <a:cubicBezTo>
                  <a:pt x="331381" y="286321"/>
                  <a:pt x="331942" y="280998"/>
                  <a:pt x="330539" y="276796"/>
                </a:cubicBezTo>
                <a:lnTo>
                  <a:pt x="318752" y="245418"/>
                </a:lnTo>
                <a:cubicBezTo>
                  <a:pt x="317349" y="240936"/>
                  <a:pt x="319594" y="236173"/>
                  <a:pt x="323804" y="234492"/>
                </a:cubicBezTo>
                <a:close/>
                <a:moveTo>
                  <a:pt x="69048" y="187422"/>
                </a:moveTo>
                <a:cubicBezTo>
                  <a:pt x="77719" y="187422"/>
                  <a:pt x="84749" y="194452"/>
                  <a:pt x="84749" y="203123"/>
                </a:cubicBezTo>
                <a:cubicBezTo>
                  <a:pt x="84749" y="211794"/>
                  <a:pt x="77719" y="218824"/>
                  <a:pt x="69048" y="218824"/>
                </a:cubicBezTo>
                <a:cubicBezTo>
                  <a:pt x="60377" y="218824"/>
                  <a:pt x="53347" y="211794"/>
                  <a:pt x="53347" y="203123"/>
                </a:cubicBezTo>
                <a:cubicBezTo>
                  <a:pt x="53347" y="194452"/>
                  <a:pt x="60377" y="187422"/>
                  <a:pt x="69048" y="187422"/>
                </a:cubicBezTo>
                <a:close/>
                <a:moveTo>
                  <a:pt x="70434" y="0"/>
                </a:moveTo>
                <a:lnTo>
                  <a:pt x="409976" y="0"/>
                </a:lnTo>
                <a:cubicBezTo>
                  <a:pt x="423165" y="0"/>
                  <a:pt x="435231" y="9806"/>
                  <a:pt x="436635" y="21853"/>
                </a:cubicBezTo>
                <a:lnTo>
                  <a:pt x="480130" y="180149"/>
                </a:lnTo>
                <a:cubicBezTo>
                  <a:pt x="480130" y="180429"/>
                  <a:pt x="480410" y="180989"/>
                  <a:pt x="480410" y="181270"/>
                </a:cubicBezTo>
                <a:lnTo>
                  <a:pt x="480410" y="192196"/>
                </a:lnTo>
                <a:lnTo>
                  <a:pt x="475920" y="189955"/>
                </a:lnTo>
                <a:cubicBezTo>
                  <a:pt x="470308" y="187433"/>
                  <a:pt x="464415" y="186873"/>
                  <a:pt x="458522" y="187713"/>
                </a:cubicBezTo>
                <a:lnTo>
                  <a:pt x="458522" y="181270"/>
                </a:lnTo>
                <a:cubicBezTo>
                  <a:pt x="458522" y="169502"/>
                  <a:pt x="448701" y="159697"/>
                  <a:pt x="436635" y="159697"/>
                </a:cubicBezTo>
                <a:lnTo>
                  <a:pt x="43775" y="159697"/>
                </a:lnTo>
                <a:cubicBezTo>
                  <a:pt x="31709" y="159697"/>
                  <a:pt x="21888" y="169502"/>
                  <a:pt x="21888" y="181270"/>
                </a:cubicBezTo>
                <a:lnTo>
                  <a:pt x="21888" y="224977"/>
                </a:lnTo>
                <a:cubicBezTo>
                  <a:pt x="21888" y="237024"/>
                  <a:pt x="31709" y="246830"/>
                  <a:pt x="43775" y="246830"/>
                </a:cubicBezTo>
                <a:lnTo>
                  <a:pt x="295486" y="246830"/>
                </a:lnTo>
                <a:cubicBezTo>
                  <a:pt x="295767" y="249071"/>
                  <a:pt x="296328" y="251312"/>
                  <a:pt x="296889" y="253274"/>
                </a:cubicBezTo>
                <a:lnTo>
                  <a:pt x="299976" y="261118"/>
                </a:lnTo>
                <a:lnTo>
                  <a:pt x="292119" y="257756"/>
                </a:lnTo>
                <a:cubicBezTo>
                  <a:pt x="276685" y="250752"/>
                  <a:pt x="257323" y="258037"/>
                  <a:pt x="250307" y="273166"/>
                </a:cubicBezTo>
                <a:lnTo>
                  <a:pt x="238241" y="299222"/>
                </a:lnTo>
                <a:lnTo>
                  <a:pt x="43775" y="299222"/>
                </a:lnTo>
                <a:cubicBezTo>
                  <a:pt x="31709" y="299222"/>
                  <a:pt x="21888" y="309027"/>
                  <a:pt x="21888" y="321075"/>
                </a:cubicBezTo>
                <a:lnTo>
                  <a:pt x="21888" y="364781"/>
                </a:lnTo>
                <a:cubicBezTo>
                  <a:pt x="21888" y="376829"/>
                  <a:pt x="31709" y="386634"/>
                  <a:pt x="43775" y="386634"/>
                </a:cubicBezTo>
                <a:lnTo>
                  <a:pt x="240486" y="386634"/>
                </a:lnTo>
                <a:lnTo>
                  <a:pt x="241889" y="387195"/>
                </a:lnTo>
                <a:lnTo>
                  <a:pt x="233751" y="389997"/>
                </a:lnTo>
                <a:cubicBezTo>
                  <a:pt x="217756" y="396160"/>
                  <a:pt x="209337" y="414091"/>
                  <a:pt x="214950" y="430621"/>
                </a:cubicBezTo>
                <a:lnTo>
                  <a:pt x="218317" y="439026"/>
                </a:lnTo>
                <a:lnTo>
                  <a:pt x="43775" y="439026"/>
                </a:lnTo>
                <a:cubicBezTo>
                  <a:pt x="31709" y="439026"/>
                  <a:pt x="21888" y="448832"/>
                  <a:pt x="21888" y="460879"/>
                </a:cubicBezTo>
                <a:lnTo>
                  <a:pt x="21888" y="504586"/>
                </a:lnTo>
                <a:cubicBezTo>
                  <a:pt x="21888" y="516633"/>
                  <a:pt x="31709" y="526439"/>
                  <a:pt x="43775" y="526439"/>
                </a:cubicBezTo>
                <a:lnTo>
                  <a:pt x="285945" y="526439"/>
                </a:lnTo>
                <a:cubicBezTo>
                  <a:pt x="283139" y="533163"/>
                  <a:pt x="282858" y="540728"/>
                  <a:pt x="285103" y="548012"/>
                </a:cubicBezTo>
                <a:lnTo>
                  <a:pt x="43775" y="548012"/>
                </a:lnTo>
                <a:cubicBezTo>
                  <a:pt x="19643" y="548012"/>
                  <a:pt x="0" y="528681"/>
                  <a:pt x="0" y="504586"/>
                </a:cubicBezTo>
                <a:lnTo>
                  <a:pt x="0" y="460879"/>
                </a:lnTo>
                <a:cubicBezTo>
                  <a:pt x="0" y="460319"/>
                  <a:pt x="280" y="460039"/>
                  <a:pt x="280" y="459479"/>
                </a:cubicBezTo>
                <a:lnTo>
                  <a:pt x="11505" y="394199"/>
                </a:lnTo>
                <a:cubicBezTo>
                  <a:pt x="4490" y="386354"/>
                  <a:pt x="0" y="375988"/>
                  <a:pt x="0" y="364781"/>
                </a:cubicBezTo>
                <a:lnTo>
                  <a:pt x="0" y="321075"/>
                </a:lnTo>
                <a:cubicBezTo>
                  <a:pt x="0" y="320795"/>
                  <a:pt x="280" y="320234"/>
                  <a:pt x="280" y="319954"/>
                </a:cubicBezTo>
                <a:lnTo>
                  <a:pt x="11505" y="254394"/>
                </a:lnTo>
                <a:cubicBezTo>
                  <a:pt x="4490" y="246550"/>
                  <a:pt x="0" y="236183"/>
                  <a:pt x="0" y="224977"/>
                </a:cubicBezTo>
                <a:lnTo>
                  <a:pt x="0" y="181270"/>
                </a:lnTo>
                <a:cubicBezTo>
                  <a:pt x="0" y="180989"/>
                  <a:pt x="280" y="180429"/>
                  <a:pt x="280" y="180149"/>
                </a:cubicBezTo>
                <a:lnTo>
                  <a:pt x="43775" y="21853"/>
                </a:lnTo>
                <a:cubicBezTo>
                  <a:pt x="45178" y="9806"/>
                  <a:pt x="56964" y="0"/>
                  <a:pt x="70434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 kern="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4" name="PA-矩形 4">
            <a:extLst>
              <a:ext uri="{FF2B5EF4-FFF2-40B4-BE49-F238E27FC236}">
                <a16:creationId xmlns:a16="http://schemas.microsoft.com/office/drawing/2014/main" id="{ED0D0E20-B2FD-4878-95DF-0CF5C76DE0E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883617" y="5312569"/>
            <a:ext cx="2906744" cy="43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t>{{slide_12_body_2}}</a:t>
            </a:r>
          </a:p>
        </p:txBody>
      </p:sp>
      <p:sp>
        <p:nvSpPr>
          <p:cNvPr id="45" name="PA-矩形 4">
            <a:extLst>
              <a:ext uri="{FF2B5EF4-FFF2-40B4-BE49-F238E27FC236}">
                <a16:creationId xmlns:a16="http://schemas.microsoft.com/office/drawing/2014/main" id="{13AD6CD7-47AA-45AB-84AC-E1804E2BBED9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812516" y="506543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  <a:sym typeface="思源黑体 CN Medium" panose="020B0600000000000000" pitchFamily="34" charset="-122"/>
              </a:rPr>
              <a:t>工作汇报</a:t>
            </a:r>
          </a:p>
        </p:txBody>
      </p:sp>
    </p:spTree>
    <p:extLst>
      <p:ext uri="{BB962C8B-B14F-4D97-AF65-F5344CB8AC3E}">
        <p14:creationId xmlns:p14="http://schemas.microsoft.com/office/powerpoint/2010/main" val="642724100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8" grpId="0"/>
      <p:bldP spid="39" grpId="0"/>
      <p:bldP spid="40" grpId="0"/>
      <p:bldP spid="41" grpId="0"/>
      <p:bldP spid="42" grpId="0" animBg="1"/>
      <p:bldP spid="43" grpId="0" animBg="1"/>
      <p:bldP spid="44" grpId="0"/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04" b="28204"/>
          <a:stretch/>
        </p:blipFill>
        <p:spPr>
          <a:xfrm>
            <a:off x="303490" y="1750967"/>
            <a:ext cx="11618943" cy="3372882"/>
          </a:xfrm>
          <a:custGeom>
            <a:avLst/>
            <a:gdLst>
              <a:gd name="connsiteX0" fmla="*/ 0 w 12192000"/>
              <a:gd name="connsiteY0" fmla="*/ 0 h 3541987"/>
              <a:gd name="connsiteX1" fmla="*/ 12192000 w 12192000"/>
              <a:gd name="connsiteY1" fmla="*/ 0 h 3541987"/>
              <a:gd name="connsiteX2" fmla="*/ 12192000 w 12192000"/>
              <a:gd name="connsiteY2" fmla="*/ 3541987 h 3541987"/>
              <a:gd name="connsiteX3" fmla="*/ 0 w 12192000"/>
              <a:gd name="connsiteY3" fmla="*/ 3541987 h 354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41987">
                <a:moveTo>
                  <a:pt x="0" y="0"/>
                </a:moveTo>
                <a:lnTo>
                  <a:pt x="12192000" y="0"/>
                </a:lnTo>
                <a:lnTo>
                  <a:pt x="12192000" y="3541987"/>
                </a:lnTo>
                <a:lnTo>
                  <a:pt x="0" y="3541987"/>
                </a:lnTo>
                <a:close/>
              </a:path>
            </a:pathLst>
          </a:custGeom>
        </p:spPr>
      </p:pic>
      <p:sp>
        <p:nvSpPr>
          <p:cNvPr id="7" name="矩形 6"/>
          <p:cNvSpPr/>
          <p:nvPr/>
        </p:nvSpPr>
        <p:spPr>
          <a:xfrm>
            <a:off x="303490" y="1750967"/>
            <a:ext cx="11618943" cy="3372881"/>
          </a:xfrm>
          <a:prstGeom prst="rect">
            <a:avLst/>
          </a:prstGeom>
          <a:solidFill>
            <a:srgbClr val="182863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84">
            <a:extLst>
              <a:ext uri="{FF2B5EF4-FFF2-40B4-BE49-F238E27FC236}">
                <a16:creationId xmlns:a16="http://schemas.microsoft.com/office/drawing/2014/main" id="{EE190FCC-8ACA-4A05-A360-2C8D2D0C88F1}"/>
              </a:ext>
            </a:extLst>
          </p:cNvPr>
          <p:cNvSpPr/>
          <p:nvPr/>
        </p:nvSpPr>
        <p:spPr>
          <a:xfrm rot="283349">
            <a:off x="1179152" y="4618618"/>
            <a:ext cx="2862889" cy="1094000"/>
          </a:xfrm>
          <a:prstGeom prst="roundRect">
            <a:avLst>
              <a:gd name="adj" fmla="val 6866"/>
            </a:avLst>
          </a:prstGeom>
          <a:solidFill>
            <a:srgbClr val="182863"/>
          </a:solidFill>
          <a:ln>
            <a:noFill/>
          </a:ln>
          <a:effectLst>
            <a:outerShdw blurRad="38100" sx="102000" sy="102000" algn="ctr" rotWithShape="0">
              <a:srgbClr val="1B6DF1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矩形: 圆角 69">
            <a:extLst>
              <a:ext uri="{FF2B5EF4-FFF2-40B4-BE49-F238E27FC236}">
                <a16:creationId xmlns:a16="http://schemas.microsoft.com/office/drawing/2014/main" id="{96E1C57B-BB81-4719-BDEB-740F01D73AF0}"/>
              </a:ext>
            </a:extLst>
          </p:cNvPr>
          <p:cNvSpPr/>
          <p:nvPr/>
        </p:nvSpPr>
        <p:spPr>
          <a:xfrm>
            <a:off x="778414" y="4245736"/>
            <a:ext cx="3292241" cy="1487521"/>
          </a:xfrm>
          <a:prstGeom prst="roundRect">
            <a:avLst>
              <a:gd name="adj" fmla="val 2674"/>
            </a:avLst>
          </a:prstGeom>
          <a:solidFill>
            <a:schemeClr val="bg1"/>
          </a:solidFill>
          <a:ln>
            <a:noFill/>
          </a:ln>
          <a:effectLst>
            <a:outerShdw blurRad="330200" sx="102000" sy="102000" algn="ctr" rotWithShape="0">
              <a:srgbClr val="086DC7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TextBox 21">
            <a:extLst>
              <a:ext uri="{FF2B5EF4-FFF2-40B4-BE49-F238E27FC236}">
                <a16:creationId xmlns:a16="http://schemas.microsoft.com/office/drawing/2014/main" id="{FE888B85-08DA-4F97-B659-CF32145076CE}"/>
              </a:ext>
            </a:extLst>
          </p:cNvPr>
          <p:cNvSpPr txBox="1"/>
          <p:nvPr/>
        </p:nvSpPr>
        <p:spPr>
          <a:xfrm>
            <a:off x="1031826" y="4993714"/>
            <a:ext cx="2795859" cy="526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{{slide_13_subtitle}}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0CC8E93-9916-4BC2-8B3B-1B8CD88FB16F}"/>
              </a:ext>
            </a:extLst>
          </p:cNvPr>
          <p:cNvCxnSpPr/>
          <p:nvPr/>
        </p:nvCxnSpPr>
        <p:spPr>
          <a:xfrm>
            <a:off x="1297961" y="4843791"/>
            <a:ext cx="1456547" cy="0"/>
          </a:xfrm>
          <a:prstGeom prst="line">
            <a:avLst/>
          </a:prstGeom>
          <a:ln>
            <a:solidFill>
              <a:schemeClr val="bg2">
                <a:lumMod val="90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0">
            <a:extLst>
              <a:ext uri="{FF2B5EF4-FFF2-40B4-BE49-F238E27FC236}">
                <a16:creationId xmlns:a16="http://schemas.microsoft.com/office/drawing/2014/main" id="{FBA9B28F-2730-445C-93FF-C839128B370D}"/>
              </a:ext>
            </a:extLst>
          </p:cNvPr>
          <p:cNvSpPr txBox="1"/>
          <p:nvPr/>
        </p:nvSpPr>
        <p:spPr>
          <a:xfrm>
            <a:off x="1493069" y="4495364"/>
            <a:ext cx="148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rPr>
              <a:t>完成情况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36B6D18-375E-4986-8645-48022718B199}"/>
              </a:ext>
            </a:extLst>
          </p:cNvPr>
          <p:cNvSpPr/>
          <p:nvPr/>
        </p:nvSpPr>
        <p:spPr>
          <a:xfrm>
            <a:off x="995107" y="4431859"/>
            <a:ext cx="472165" cy="472165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Object 800011">
            <a:extLst>
              <a:ext uri="{FF2B5EF4-FFF2-40B4-BE49-F238E27FC236}">
                <a16:creationId xmlns:a16="http://schemas.microsoft.com/office/drawing/2014/main" id="{AF06EDE6-977A-4580-A0A2-60FF43EACDED}"/>
              </a:ext>
            </a:extLst>
          </p:cNvPr>
          <p:cNvSpPr txBox="1"/>
          <p:nvPr/>
        </p:nvSpPr>
        <p:spPr>
          <a:xfrm>
            <a:off x="1038054" y="4492092"/>
            <a:ext cx="386270" cy="351699"/>
          </a:xfrm>
          <a:prstGeom prst="rect">
            <a:avLst/>
          </a:prstGeom>
        </p:spPr>
        <p:txBody>
          <a:bodyPr vert="horz" lIns="47856" tIns="23928" rIns="47856" bIns="23928" rtlCol="0" anchor="t" anchorCtr="0">
            <a:noAutofit/>
          </a:bodyPr>
          <a:lstStyle/>
          <a:p>
            <a:pPr algn="ctr">
              <a:lnSpc>
                <a:spcPct val="114166"/>
              </a:lnSpc>
            </a:pPr>
            <a:r>
              <a:rPr lang="en-US" altLang="zh-CN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rPr>
              <a:t>01</a:t>
            </a:r>
            <a:endParaRPr lang="zh-CN" altLang="en-US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矩形: 圆角 91">
            <a:extLst>
              <a:ext uri="{FF2B5EF4-FFF2-40B4-BE49-F238E27FC236}">
                <a16:creationId xmlns:a16="http://schemas.microsoft.com/office/drawing/2014/main" id="{904F2231-3B0D-4F58-B66F-B2781FDD1435}"/>
              </a:ext>
            </a:extLst>
          </p:cNvPr>
          <p:cNvSpPr/>
          <p:nvPr/>
        </p:nvSpPr>
        <p:spPr>
          <a:xfrm rot="283349">
            <a:off x="4843658" y="4618617"/>
            <a:ext cx="2862889" cy="1094000"/>
          </a:xfrm>
          <a:prstGeom prst="roundRect">
            <a:avLst>
              <a:gd name="adj" fmla="val 6866"/>
            </a:avLst>
          </a:prstGeom>
          <a:solidFill>
            <a:srgbClr val="182863"/>
          </a:solidFill>
          <a:ln>
            <a:noFill/>
          </a:ln>
          <a:effectLst>
            <a:outerShdw blurRad="38100" sx="102000" sy="102000" algn="ctr" rotWithShape="0">
              <a:srgbClr val="1B6DF1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矩形: 圆角 168">
            <a:extLst>
              <a:ext uri="{FF2B5EF4-FFF2-40B4-BE49-F238E27FC236}">
                <a16:creationId xmlns:a16="http://schemas.microsoft.com/office/drawing/2014/main" id="{0D5C4566-8C17-4350-8DB1-7F4717430DB4}"/>
              </a:ext>
            </a:extLst>
          </p:cNvPr>
          <p:cNvSpPr/>
          <p:nvPr/>
        </p:nvSpPr>
        <p:spPr>
          <a:xfrm>
            <a:off x="4461235" y="4245736"/>
            <a:ext cx="3292241" cy="1487521"/>
          </a:xfrm>
          <a:prstGeom prst="roundRect">
            <a:avLst>
              <a:gd name="adj" fmla="val 2674"/>
            </a:avLst>
          </a:prstGeom>
          <a:solidFill>
            <a:schemeClr val="bg1"/>
          </a:solidFill>
          <a:ln>
            <a:noFill/>
          </a:ln>
          <a:effectLst>
            <a:outerShdw blurRad="330200" sx="102000" sy="102000" algn="ctr" rotWithShape="0">
              <a:srgbClr val="086DC7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AAB517C4-BA2F-41BA-A97B-68B95F6F9EC7}"/>
              </a:ext>
            </a:extLst>
          </p:cNvPr>
          <p:cNvSpPr txBox="1"/>
          <p:nvPr/>
        </p:nvSpPr>
        <p:spPr>
          <a:xfrm>
            <a:off x="4714647" y="4993714"/>
            <a:ext cx="2795859" cy="526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{{slide_13_body_2}}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01C8252-11A1-422B-9552-DE1C03352013}"/>
              </a:ext>
            </a:extLst>
          </p:cNvPr>
          <p:cNvCxnSpPr/>
          <p:nvPr/>
        </p:nvCxnSpPr>
        <p:spPr>
          <a:xfrm>
            <a:off x="5083277" y="4858256"/>
            <a:ext cx="1456547" cy="0"/>
          </a:xfrm>
          <a:prstGeom prst="line">
            <a:avLst/>
          </a:prstGeom>
          <a:ln>
            <a:solidFill>
              <a:schemeClr val="bg2">
                <a:lumMod val="90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20">
            <a:extLst>
              <a:ext uri="{FF2B5EF4-FFF2-40B4-BE49-F238E27FC236}">
                <a16:creationId xmlns:a16="http://schemas.microsoft.com/office/drawing/2014/main" id="{C2C4419C-5E0D-40CE-99A6-334388A8C0B1}"/>
              </a:ext>
            </a:extLst>
          </p:cNvPr>
          <p:cNvSpPr txBox="1"/>
          <p:nvPr/>
        </p:nvSpPr>
        <p:spPr>
          <a:xfrm>
            <a:off x="5229579" y="4495364"/>
            <a:ext cx="148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rPr>
              <a:t>完成情况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DD34012-BE81-46EA-B754-FE5F79E946FD}"/>
              </a:ext>
            </a:extLst>
          </p:cNvPr>
          <p:cNvSpPr/>
          <p:nvPr/>
        </p:nvSpPr>
        <p:spPr>
          <a:xfrm>
            <a:off x="4731616" y="4431859"/>
            <a:ext cx="472165" cy="472165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Object 800011">
            <a:extLst>
              <a:ext uri="{FF2B5EF4-FFF2-40B4-BE49-F238E27FC236}">
                <a16:creationId xmlns:a16="http://schemas.microsoft.com/office/drawing/2014/main" id="{32CCC53E-17C0-49C3-9F3E-446AC197113D}"/>
              </a:ext>
            </a:extLst>
          </p:cNvPr>
          <p:cNvSpPr txBox="1"/>
          <p:nvPr/>
        </p:nvSpPr>
        <p:spPr>
          <a:xfrm>
            <a:off x="4750377" y="4492092"/>
            <a:ext cx="442091" cy="351699"/>
          </a:xfrm>
          <a:prstGeom prst="rect">
            <a:avLst/>
          </a:prstGeom>
        </p:spPr>
        <p:txBody>
          <a:bodyPr vert="horz" lIns="47856" tIns="23928" rIns="47856" bIns="23928" rtlCol="0" anchor="t" anchorCtr="0">
            <a:noAutofit/>
          </a:bodyPr>
          <a:lstStyle/>
          <a:p>
            <a:pPr algn="ctr">
              <a:lnSpc>
                <a:spcPct val="114166"/>
              </a:lnSpc>
            </a:pPr>
            <a:r>
              <a:rPr lang="en-US" altLang="zh-CN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rPr>
              <a:t>02</a:t>
            </a:r>
            <a:endParaRPr lang="zh-CN" altLang="en-US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矩形: 圆角 92">
            <a:extLst>
              <a:ext uri="{FF2B5EF4-FFF2-40B4-BE49-F238E27FC236}">
                <a16:creationId xmlns:a16="http://schemas.microsoft.com/office/drawing/2014/main" id="{649AA42F-6F78-4830-B7F7-A99F32490CA4}"/>
              </a:ext>
            </a:extLst>
          </p:cNvPr>
          <p:cNvSpPr/>
          <p:nvPr/>
        </p:nvSpPr>
        <p:spPr>
          <a:xfrm rot="283349">
            <a:off x="8544445" y="4618617"/>
            <a:ext cx="2862889" cy="1094000"/>
          </a:xfrm>
          <a:prstGeom prst="roundRect">
            <a:avLst>
              <a:gd name="adj" fmla="val 6866"/>
            </a:avLst>
          </a:prstGeom>
          <a:solidFill>
            <a:srgbClr val="182863"/>
          </a:solidFill>
          <a:ln>
            <a:noFill/>
          </a:ln>
          <a:effectLst>
            <a:outerShdw blurRad="38100" sx="102000" sy="102000" algn="ctr" rotWithShape="0">
              <a:srgbClr val="1B6DF1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3" name="矩形: 圆角 188">
            <a:extLst>
              <a:ext uri="{FF2B5EF4-FFF2-40B4-BE49-F238E27FC236}">
                <a16:creationId xmlns:a16="http://schemas.microsoft.com/office/drawing/2014/main" id="{A79FDD19-02C1-420E-B10C-0C2611B145AB}"/>
              </a:ext>
            </a:extLst>
          </p:cNvPr>
          <p:cNvSpPr/>
          <p:nvPr/>
        </p:nvSpPr>
        <p:spPr>
          <a:xfrm>
            <a:off x="8144057" y="4245736"/>
            <a:ext cx="3292241" cy="1487521"/>
          </a:xfrm>
          <a:prstGeom prst="roundRect">
            <a:avLst>
              <a:gd name="adj" fmla="val 2674"/>
            </a:avLst>
          </a:prstGeom>
          <a:solidFill>
            <a:schemeClr val="bg1"/>
          </a:solidFill>
          <a:ln>
            <a:noFill/>
          </a:ln>
          <a:effectLst>
            <a:outerShdw blurRad="330200" sx="102000" sy="102000" algn="ctr" rotWithShape="0">
              <a:srgbClr val="086DC7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6F6D3137-448D-4974-B219-BA4FFF06FDDA}"/>
              </a:ext>
            </a:extLst>
          </p:cNvPr>
          <p:cNvSpPr txBox="1"/>
          <p:nvPr/>
        </p:nvSpPr>
        <p:spPr>
          <a:xfrm>
            <a:off x="8397469" y="4993714"/>
            <a:ext cx="2795859" cy="526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{{slide_13_body_3}}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3C160C4-0477-416D-A689-7A181DA9044F}"/>
              </a:ext>
            </a:extLst>
          </p:cNvPr>
          <p:cNvCxnSpPr/>
          <p:nvPr/>
        </p:nvCxnSpPr>
        <p:spPr>
          <a:xfrm>
            <a:off x="8723470" y="4858256"/>
            <a:ext cx="1456547" cy="0"/>
          </a:xfrm>
          <a:prstGeom prst="line">
            <a:avLst/>
          </a:prstGeom>
          <a:ln>
            <a:solidFill>
              <a:schemeClr val="bg2">
                <a:lumMod val="90000"/>
                <a:alpha val="8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0">
            <a:extLst>
              <a:ext uri="{FF2B5EF4-FFF2-40B4-BE49-F238E27FC236}">
                <a16:creationId xmlns:a16="http://schemas.microsoft.com/office/drawing/2014/main" id="{0159EBE3-4A4B-4006-AC17-1D6B42819447}"/>
              </a:ext>
            </a:extLst>
          </p:cNvPr>
          <p:cNvSpPr txBox="1"/>
          <p:nvPr/>
        </p:nvSpPr>
        <p:spPr>
          <a:xfrm>
            <a:off x="8897596" y="4495364"/>
            <a:ext cx="148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rPr>
              <a:t>完成情况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E398983D-A64E-4090-9309-565CB76D57F1}"/>
              </a:ext>
            </a:extLst>
          </p:cNvPr>
          <p:cNvSpPr/>
          <p:nvPr/>
        </p:nvSpPr>
        <p:spPr>
          <a:xfrm>
            <a:off x="8399633" y="4431859"/>
            <a:ext cx="472165" cy="472165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8" name="Object 800011">
            <a:extLst>
              <a:ext uri="{FF2B5EF4-FFF2-40B4-BE49-F238E27FC236}">
                <a16:creationId xmlns:a16="http://schemas.microsoft.com/office/drawing/2014/main" id="{9567BEFB-3923-40A0-8E84-13AD043C15C4}"/>
              </a:ext>
            </a:extLst>
          </p:cNvPr>
          <p:cNvSpPr txBox="1"/>
          <p:nvPr/>
        </p:nvSpPr>
        <p:spPr>
          <a:xfrm>
            <a:off x="8394206" y="4492092"/>
            <a:ext cx="503390" cy="351699"/>
          </a:xfrm>
          <a:prstGeom prst="rect">
            <a:avLst/>
          </a:prstGeom>
        </p:spPr>
        <p:txBody>
          <a:bodyPr vert="horz" lIns="47856" tIns="23928" rIns="47856" bIns="23928" rtlCol="0" anchor="t" anchorCtr="0">
            <a:noAutofit/>
          </a:bodyPr>
          <a:lstStyle/>
          <a:p>
            <a:pPr algn="ctr">
              <a:lnSpc>
                <a:spcPct val="114166"/>
              </a:lnSpc>
            </a:pPr>
            <a:r>
              <a:rPr lang="en-US" altLang="zh-CN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rPr>
              <a:t>03</a:t>
            </a:r>
            <a:endParaRPr lang="zh-CN" altLang="en-US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20DA89-FB8D-43C2-AD74-16A8E905AD6D}"/>
              </a:ext>
            </a:extLst>
          </p:cNvPr>
          <p:cNvSpPr/>
          <p:nvPr/>
        </p:nvSpPr>
        <p:spPr>
          <a:xfrm>
            <a:off x="1115070" y="2326650"/>
            <a:ext cx="3611476" cy="454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{{slide_13_title}}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C3718C-4E6C-4A64-B3D6-128F7AACCC14}"/>
              </a:ext>
            </a:extLst>
          </p:cNvPr>
          <p:cNvSpPr/>
          <p:nvPr/>
        </p:nvSpPr>
        <p:spPr>
          <a:xfrm>
            <a:off x="1106611" y="3076218"/>
            <a:ext cx="1018330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{{slide_13_body_1}}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1227359" y="2872172"/>
            <a:ext cx="85150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43211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2" grpId="0"/>
      <p:bldP spid="13" grpId="0" animBg="1"/>
      <p:bldP spid="14" grpId="0"/>
      <p:bldP spid="15" grpId="0" animBg="1"/>
      <p:bldP spid="16" grpId="0" animBg="1"/>
      <p:bldP spid="17" grpId="0"/>
      <p:bldP spid="19" grpId="0"/>
      <p:bldP spid="20" grpId="0" animBg="1"/>
      <p:bldP spid="21" grpId="0"/>
      <p:bldP spid="22" grpId="0" animBg="1"/>
      <p:bldP spid="23" grpId="0" animBg="1"/>
      <p:bldP spid="24" grpId="0"/>
      <p:bldP spid="26" grpId="0"/>
      <p:bldP spid="27" grpId="0" animBg="1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65" b="6842"/>
          <a:stretch/>
        </p:blipFill>
        <p:spPr>
          <a:xfrm>
            <a:off x="0" y="3860800"/>
            <a:ext cx="12192000" cy="2997200"/>
          </a:xfrm>
          <a:custGeom>
            <a:avLst/>
            <a:gdLst>
              <a:gd name="connsiteX0" fmla="*/ 0 w 12192000"/>
              <a:gd name="connsiteY0" fmla="*/ 0 h 2997200"/>
              <a:gd name="connsiteX1" fmla="*/ 12192000 w 12192000"/>
              <a:gd name="connsiteY1" fmla="*/ 0 h 2997200"/>
              <a:gd name="connsiteX2" fmla="*/ 12192000 w 12192000"/>
              <a:gd name="connsiteY2" fmla="*/ 2997200 h 2997200"/>
              <a:gd name="connsiteX3" fmla="*/ 0 w 12192000"/>
              <a:gd name="connsiteY3" fmla="*/ 299720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997200">
                <a:moveTo>
                  <a:pt x="0" y="0"/>
                </a:moveTo>
                <a:lnTo>
                  <a:pt x="12192000" y="0"/>
                </a:lnTo>
                <a:lnTo>
                  <a:pt x="12192000" y="2997200"/>
                </a:lnTo>
                <a:lnTo>
                  <a:pt x="0" y="2997200"/>
                </a:lnTo>
                <a:close/>
              </a:path>
            </a:pathLst>
          </a:custGeom>
          <a:solidFill>
            <a:schemeClr val="accent2"/>
          </a:solidFill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C184071-FC01-49A7-849A-E3E71B54E768}"/>
              </a:ext>
            </a:extLst>
          </p:cNvPr>
          <p:cNvSpPr/>
          <p:nvPr/>
        </p:nvSpPr>
        <p:spPr>
          <a:xfrm>
            <a:off x="0" y="3860800"/>
            <a:ext cx="12192000" cy="2997200"/>
          </a:xfrm>
          <a:prstGeom prst="rect">
            <a:avLst/>
          </a:prstGeom>
          <a:solidFill>
            <a:srgbClr val="182863">
              <a:alpha val="56000"/>
            </a:srgbClr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zh-CN" altLang="en-US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C9494B-C18B-4FE7-A94C-366BBDBA9331}"/>
              </a:ext>
            </a:extLst>
          </p:cNvPr>
          <p:cNvCxnSpPr>
            <a:cxnSpLocks/>
          </p:cNvCxnSpPr>
          <p:nvPr/>
        </p:nvCxnSpPr>
        <p:spPr>
          <a:xfrm>
            <a:off x="0" y="3857857"/>
            <a:ext cx="1219200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D3447BE-E8D3-4F9F-BCB5-AAA2EB978941}"/>
              </a:ext>
            </a:extLst>
          </p:cNvPr>
          <p:cNvSpPr/>
          <p:nvPr/>
        </p:nvSpPr>
        <p:spPr>
          <a:xfrm>
            <a:off x="823971" y="1577388"/>
            <a:ext cx="2351124" cy="14579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思源黑体" panose="020B05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2DE76B-3661-4678-A676-9AB4327C5805}"/>
              </a:ext>
            </a:extLst>
          </p:cNvPr>
          <p:cNvSpPr/>
          <p:nvPr/>
        </p:nvSpPr>
        <p:spPr>
          <a:xfrm>
            <a:off x="924397" y="1748921"/>
            <a:ext cx="2105556" cy="405334"/>
          </a:xfrm>
          <a:prstGeom prst="rect">
            <a:avLst/>
          </a:prstGeom>
          <a:gradFill>
            <a:gsLst>
              <a:gs pos="100000">
                <a:srgbClr val="182863">
                  <a:alpha val="0"/>
                </a:srgbClr>
              </a:gs>
              <a:gs pos="0">
                <a:srgbClr val="182863">
                  <a:alpha val="43000"/>
                </a:srgbClr>
              </a:gs>
            </a:gsLst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2EB9CE-D2F9-42C0-9ADE-38C3D09569D4}"/>
              </a:ext>
            </a:extLst>
          </p:cNvPr>
          <p:cNvSpPr txBox="1"/>
          <p:nvPr/>
        </p:nvSpPr>
        <p:spPr>
          <a:xfrm>
            <a:off x="1002975" y="1842943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rPr>
              <a:t>工作完成情况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143F47-0D57-409F-A8EF-D9AA7B7F2FF9}"/>
              </a:ext>
            </a:extLst>
          </p:cNvPr>
          <p:cNvSpPr/>
          <p:nvPr/>
        </p:nvSpPr>
        <p:spPr>
          <a:xfrm>
            <a:off x="1002975" y="2322130"/>
            <a:ext cx="2038444" cy="480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t>{{slide_14_title}}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345AA09-32AC-48F2-ABF1-5C9749A74396}"/>
              </a:ext>
            </a:extLst>
          </p:cNvPr>
          <p:cNvCxnSpPr>
            <a:cxnSpLocks/>
          </p:cNvCxnSpPr>
          <p:nvPr/>
        </p:nvCxnSpPr>
        <p:spPr>
          <a:xfrm>
            <a:off x="1002975" y="2250799"/>
            <a:ext cx="18993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AC777AB-FFA6-46E0-B9A4-D607EF0CBF69}"/>
              </a:ext>
            </a:extLst>
          </p:cNvPr>
          <p:cNvCxnSpPr>
            <a:cxnSpLocks/>
          </p:cNvCxnSpPr>
          <p:nvPr/>
        </p:nvCxnSpPr>
        <p:spPr>
          <a:xfrm>
            <a:off x="823970" y="1577389"/>
            <a:ext cx="2347834" cy="0"/>
          </a:xfrm>
          <a:prstGeom prst="line">
            <a:avLst/>
          </a:prstGeom>
          <a:ln w="25400">
            <a:solidFill>
              <a:srgbClr val="1828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BCE68ACB-580C-42B9-B647-E4381DF366AB}"/>
              </a:ext>
            </a:extLst>
          </p:cNvPr>
          <p:cNvSpPr/>
          <p:nvPr/>
        </p:nvSpPr>
        <p:spPr>
          <a:xfrm>
            <a:off x="761906" y="3803314"/>
            <a:ext cx="113230" cy="113230"/>
          </a:xfrm>
          <a:prstGeom prst="ellipse">
            <a:avLst/>
          </a:prstGeom>
          <a:solidFill>
            <a:srgbClr val="182863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CB449EA-81CC-42B9-9730-6A69DDA1ACFB}"/>
              </a:ext>
            </a:extLst>
          </p:cNvPr>
          <p:cNvCxnSpPr>
            <a:cxnSpLocks/>
          </p:cNvCxnSpPr>
          <p:nvPr/>
        </p:nvCxnSpPr>
        <p:spPr>
          <a:xfrm flipV="1">
            <a:off x="818520" y="1574800"/>
            <a:ext cx="1845" cy="2228514"/>
          </a:xfrm>
          <a:prstGeom prst="line">
            <a:avLst/>
          </a:prstGeom>
          <a:ln w="12700" cap="sq">
            <a:gradFill>
              <a:gsLst>
                <a:gs pos="0">
                  <a:srgbClr val="82C9C5">
                    <a:alpha val="0"/>
                  </a:srgbClr>
                </a:gs>
                <a:gs pos="100000">
                  <a:srgbClr val="182863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CF7A02B8-3A64-45EB-923B-10DB7C2A9874}"/>
              </a:ext>
            </a:extLst>
          </p:cNvPr>
          <p:cNvSpPr/>
          <p:nvPr/>
        </p:nvSpPr>
        <p:spPr>
          <a:xfrm>
            <a:off x="2888912" y="4701588"/>
            <a:ext cx="2351124" cy="14561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思源黑体" panose="020B05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9444C9-5142-4109-9EDC-ADFE5284F976}"/>
              </a:ext>
            </a:extLst>
          </p:cNvPr>
          <p:cNvSpPr/>
          <p:nvPr/>
        </p:nvSpPr>
        <p:spPr>
          <a:xfrm>
            <a:off x="2989338" y="4873121"/>
            <a:ext cx="2105556" cy="405334"/>
          </a:xfrm>
          <a:prstGeom prst="rect">
            <a:avLst/>
          </a:prstGeom>
          <a:gradFill>
            <a:gsLst>
              <a:gs pos="100000">
                <a:srgbClr val="182863">
                  <a:alpha val="0"/>
                </a:srgbClr>
              </a:gs>
              <a:gs pos="0">
                <a:srgbClr val="182863">
                  <a:alpha val="43000"/>
                </a:srgbClr>
              </a:gs>
            </a:gsLst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AE90010-7DF5-4E9B-93BF-5B4CADD1F3DF}"/>
              </a:ext>
            </a:extLst>
          </p:cNvPr>
          <p:cNvSpPr txBox="1"/>
          <p:nvPr/>
        </p:nvSpPr>
        <p:spPr>
          <a:xfrm>
            <a:off x="3067916" y="4967143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rPr>
              <a:t>工作完成情况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4FDA972-1853-4F40-8D8A-EF16FA29271A}"/>
              </a:ext>
            </a:extLst>
          </p:cNvPr>
          <p:cNvSpPr/>
          <p:nvPr/>
        </p:nvSpPr>
        <p:spPr>
          <a:xfrm>
            <a:off x="3067916" y="5446330"/>
            <a:ext cx="2038444" cy="480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t>{{slide_14_body_2}}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B41DB3-9E6D-4558-822A-6F26FDB6C3BC}"/>
              </a:ext>
            </a:extLst>
          </p:cNvPr>
          <p:cNvCxnSpPr>
            <a:cxnSpLocks/>
          </p:cNvCxnSpPr>
          <p:nvPr/>
        </p:nvCxnSpPr>
        <p:spPr>
          <a:xfrm>
            <a:off x="3067916" y="5374999"/>
            <a:ext cx="18993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CE18406-1297-47C8-900D-4DE2F5FA7B35}"/>
              </a:ext>
            </a:extLst>
          </p:cNvPr>
          <p:cNvCxnSpPr>
            <a:cxnSpLocks/>
          </p:cNvCxnSpPr>
          <p:nvPr/>
        </p:nvCxnSpPr>
        <p:spPr>
          <a:xfrm>
            <a:off x="2888911" y="4701589"/>
            <a:ext cx="2347834" cy="0"/>
          </a:xfrm>
          <a:prstGeom prst="line">
            <a:avLst/>
          </a:prstGeom>
          <a:ln w="25400">
            <a:solidFill>
              <a:srgbClr val="1828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69C0BFA9-8C19-4BC7-982C-5DD87E30F619}"/>
              </a:ext>
            </a:extLst>
          </p:cNvPr>
          <p:cNvSpPr/>
          <p:nvPr/>
        </p:nvSpPr>
        <p:spPr>
          <a:xfrm flipV="1">
            <a:off x="2824465" y="3799280"/>
            <a:ext cx="113230" cy="113230"/>
          </a:xfrm>
          <a:prstGeom prst="ellipse">
            <a:avLst/>
          </a:prstGeom>
          <a:solidFill>
            <a:srgbClr val="182863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DBB86D3-322A-433E-B710-AE71A3992C9A}"/>
              </a:ext>
            </a:extLst>
          </p:cNvPr>
          <p:cNvCxnSpPr>
            <a:cxnSpLocks/>
          </p:cNvCxnSpPr>
          <p:nvPr/>
        </p:nvCxnSpPr>
        <p:spPr>
          <a:xfrm>
            <a:off x="2881079" y="3912510"/>
            <a:ext cx="1845" cy="2228514"/>
          </a:xfrm>
          <a:prstGeom prst="line">
            <a:avLst/>
          </a:prstGeom>
          <a:ln w="12700" cap="sq">
            <a:gradFill>
              <a:gsLst>
                <a:gs pos="0">
                  <a:schemeClr val="bg1">
                    <a:alpha val="38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975EF992-6759-44FD-89B2-7B204D432A84}"/>
              </a:ext>
            </a:extLst>
          </p:cNvPr>
          <p:cNvSpPr/>
          <p:nvPr/>
        </p:nvSpPr>
        <p:spPr>
          <a:xfrm>
            <a:off x="4951471" y="1577388"/>
            <a:ext cx="2351124" cy="14579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思源黑体" panose="020B05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5503030-B637-4064-8099-8B65E53600B6}"/>
              </a:ext>
            </a:extLst>
          </p:cNvPr>
          <p:cNvSpPr/>
          <p:nvPr/>
        </p:nvSpPr>
        <p:spPr>
          <a:xfrm>
            <a:off x="5051897" y="1748921"/>
            <a:ext cx="2105556" cy="405334"/>
          </a:xfrm>
          <a:prstGeom prst="rect">
            <a:avLst/>
          </a:prstGeom>
          <a:gradFill>
            <a:gsLst>
              <a:gs pos="100000">
                <a:srgbClr val="182863">
                  <a:alpha val="0"/>
                </a:srgbClr>
              </a:gs>
              <a:gs pos="0">
                <a:srgbClr val="182863">
                  <a:alpha val="43000"/>
                </a:srgbClr>
              </a:gs>
            </a:gsLst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F72634-D63F-4D4A-B28D-706988A3B5A9}"/>
              </a:ext>
            </a:extLst>
          </p:cNvPr>
          <p:cNvSpPr txBox="1"/>
          <p:nvPr/>
        </p:nvSpPr>
        <p:spPr>
          <a:xfrm>
            <a:off x="5130475" y="1842943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rPr>
              <a:t>工作完成情况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B599ABC-5348-44B9-9AB1-26462F590B92}"/>
              </a:ext>
            </a:extLst>
          </p:cNvPr>
          <p:cNvSpPr/>
          <p:nvPr/>
        </p:nvSpPr>
        <p:spPr>
          <a:xfrm>
            <a:off x="5130475" y="2322130"/>
            <a:ext cx="2038444" cy="480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t>{{slide_14_subtitle}}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CA39CCE-1F4B-4A2B-A8F4-62B568A5FDF2}"/>
              </a:ext>
            </a:extLst>
          </p:cNvPr>
          <p:cNvCxnSpPr>
            <a:cxnSpLocks/>
          </p:cNvCxnSpPr>
          <p:nvPr/>
        </p:nvCxnSpPr>
        <p:spPr>
          <a:xfrm>
            <a:off x="5130475" y="2250799"/>
            <a:ext cx="18993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D4F3CBA-5A8A-4D2B-8D29-A57A10ABB903}"/>
              </a:ext>
            </a:extLst>
          </p:cNvPr>
          <p:cNvCxnSpPr>
            <a:cxnSpLocks/>
          </p:cNvCxnSpPr>
          <p:nvPr/>
        </p:nvCxnSpPr>
        <p:spPr>
          <a:xfrm>
            <a:off x="4951470" y="1577389"/>
            <a:ext cx="2347834" cy="0"/>
          </a:xfrm>
          <a:prstGeom prst="line">
            <a:avLst/>
          </a:prstGeom>
          <a:ln w="25400">
            <a:solidFill>
              <a:srgbClr val="1828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A231389C-F117-4FE4-B28E-9DA244D21209}"/>
              </a:ext>
            </a:extLst>
          </p:cNvPr>
          <p:cNvSpPr/>
          <p:nvPr/>
        </p:nvSpPr>
        <p:spPr>
          <a:xfrm>
            <a:off x="4889406" y="3803314"/>
            <a:ext cx="113230" cy="113230"/>
          </a:xfrm>
          <a:prstGeom prst="ellipse">
            <a:avLst/>
          </a:prstGeom>
          <a:solidFill>
            <a:srgbClr val="182863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8A60F53-0B3E-4DA8-8EE0-006843905453}"/>
              </a:ext>
            </a:extLst>
          </p:cNvPr>
          <p:cNvCxnSpPr>
            <a:cxnSpLocks/>
          </p:cNvCxnSpPr>
          <p:nvPr/>
        </p:nvCxnSpPr>
        <p:spPr>
          <a:xfrm flipV="1">
            <a:off x="4946020" y="1574800"/>
            <a:ext cx="1845" cy="2228514"/>
          </a:xfrm>
          <a:prstGeom prst="line">
            <a:avLst/>
          </a:prstGeom>
          <a:ln w="12700" cap="sq">
            <a:gradFill>
              <a:gsLst>
                <a:gs pos="0">
                  <a:srgbClr val="82C9C5">
                    <a:alpha val="0"/>
                  </a:srgbClr>
                </a:gs>
                <a:gs pos="100000">
                  <a:srgbClr val="182863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5CEFD234-4B20-48D8-A2B5-55E71B5CAA8B}"/>
              </a:ext>
            </a:extLst>
          </p:cNvPr>
          <p:cNvSpPr/>
          <p:nvPr/>
        </p:nvSpPr>
        <p:spPr>
          <a:xfrm>
            <a:off x="7016412" y="4701588"/>
            <a:ext cx="2351124" cy="14579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思源黑体" panose="020B05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8C32561-6826-4E67-892B-3C00A3BAE10F}"/>
              </a:ext>
            </a:extLst>
          </p:cNvPr>
          <p:cNvSpPr/>
          <p:nvPr/>
        </p:nvSpPr>
        <p:spPr>
          <a:xfrm>
            <a:off x="7116838" y="4873121"/>
            <a:ext cx="2105556" cy="405334"/>
          </a:xfrm>
          <a:prstGeom prst="rect">
            <a:avLst/>
          </a:prstGeom>
          <a:gradFill>
            <a:gsLst>
              <a:gs pos="100000">
                <a:srgbClr val="182863">
                  <a:alpha val="0"/>
                </a:srgbClr>
              </a:gs>
              <a:gs pos="0">
                <a:srgbClr val="182863">
                  <a:alpha val="43000"/>
                </a:srgbClr>
              </a:gs>
            </a:gsLst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0E5C0AC-706F-4BBD-A903-DB189B77E219}"/>
              </a:ext>
            </a:extLst>
          </p:cNvPr>
          <p:cNvSpPr txBox="1"/>
          <p:nvPr/>
        </p:nvSpPr>
        <p:spPr>
          <a:xfrm>
            <a:off x="7213081" y="4967143"/>
            <a:ext cx="19032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rPr>
              <a:t>工作完成情况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352FD4F-DCCA-4BA4-B16B-6E8D23A60AD4}"/>
              </a:ext>
            </a:extLst>
          </p:cNvPr>
          <p:cNvSpPr/>
          <p:nvPr/>
        </p:nvSpPr>
        <p:spPr>
          <a:xfrm>
            <a:off x="7195416" y="5446330"/>
            <a:ext cx="2038444" cy="480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t>{{slide_14_body_3}}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97278E2-4B3D-4D47-86F3-0FEFC3B460A8}"/>
              </a:ext>
            </a:extLst>
          </p:cNvPr>
          <p:cNvCxnSpPr>
            <a:cxnSpLocks/>
          </p:cNvCxnSpPr>
          <p:nvPr/>
        </p:nvCxnSpPr>
        <p:spPr>
          <a:xfrm>
            <a:off x="7195416" y="5374999"/>
            <a:ext cx="18993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3F58343-DEC5-49AE-BBC8-CC06C79FA9D0}"/>
              </a:ext>
            </a:extLst>
          </p:cNvPr>
          <p:cNvCxnSpPr>
            <a:cxnSpLocks/>
          </p:cNvCxnSpPr>
          <p:nvPr/>
        </p:nvCxnSpPr>
        <p:spPr>
          <a:xfrm>
            <a:off x="7016411" y="4701589"/>
            <a:ext cx="2347834" cy="0"/>
          </a:xfrm>
          <a:prstGeom prst="line">
            <a:avLst/>
          </a:prstGeom>
          <a:ln w="25400">
            <a:solidFill>
              <a:srgbClr val="1828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46F91813-C10F-47E8-A25C-304913107872}"/>
              </a:ext>
            </a:extLst>
          </p:cNvPr>
          <p:cNvSpPr/>
          <p:nvPr/>
        </p:nvSpPr>
        <p:spPr>
          <a:xfrm flipV="1">
            <a:off x="6951965" y="3799280"/>
            <a:ext cx="113230" cy="113230"/>
          </a:xfrm>
          <a:prstGeom prst="ellipse">
            <a:avLst/>
          </a:prstGeom>
          <a:solidFill>
            <a:srgbClr val="182863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1083423-E4FE-4B5C-8AC5-A503099AD92D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7008580" y="3912510"/>
            <a:ext cx="7832" cy="1518034"/>
          </a:xfrm>
          <a:prstGeom prst="line">
            <a:avLst/>
          </a:prstGeom>
          <a:ln w="12700" cap="sq">
            <a:gradFill>
              <a:gsLst>
                <a:gs pos="0">
                  <a:schemeClr val="bg1">
                    <a:alpha val="38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BC23DC63-A632-4392-A8B6-34DD1575AF1A}"/>
              </a:ext>
            </a:extLst>
          </p:cNvPr>
          <p:cNvSpPr/>
          <p:nvPr/>
        </p:nvSpPr>
        <p:spPr>
          <a:xfrm>
            <a:off x="9078971" y="1577388"/>
            <a:ext cx="2351124" cy="14579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思源黑体" panose="020B05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43DD874-69E7-42B1-8B70-70497751E6D7}"/>
              </a:ext>
            </a:extLst>
          </p:cNvPr>
          <p:cNvSpPr/>
          <p:nvPr/>
        </p:nvSpPr>
        <p:spPr>
          <a:xfrm>
            <a:off x="9179397" y="1748921"/>
            <a:ext cx="2105556" cy="405334"/>
          </a:xfrm>
          <a:prstGeom prst="rect">
            <a:avLst/>
          </a:prstGeom>
          <a:gradFill>
            <a:gsLst>
              <a:gs pos="100000">
                <a:srgbClr val="182863">
                  <a:alpha val="0"/>
                </a:srgbClr>
              </a:gs>
              <a:gs pos="0">
                <a:srgbClr val="182863">
                  <a:alpha val="43000"/>
                </a:srgbClr>
              </a:gs>
            </a:gsLst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8DCF15D-20D0-4CBA-BF4A-7EFBEB89274A}"/>
              </a:ext>
            </a:extLst>
          </p:cNvPr>
          <p:cNvSpPr txBox="1"/>
          <p:nvPr/>
        </p:nvSpPr>
        <p:spPr>
          <a:xfrm>
            <a:off x="9257975" y="1842943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rPr>
              <a:t>工作完成情况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FC3CAC9-20E4-46CA-9483-9251F9420D84}"/>
              </a:ext>
            </a:extLst>
          </p:cNvPr>
          <p:cNvSpPr/>
          <p:nvPr/>
        </p:nvSpPr>
        <p:spPr>
          <a:xfrm>
            <a:off x="9257975" y="2322130"/>
            <a:ext cx="2038444" cy="480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t>{{slide_14_body_1}}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65CC68A3-D415-492C-AA99-650388150DFB}"/>
              </a:ext>
            </a:extLst>
          </p:cNvPr>
          <p:cNvCxnSpPr>
            <a:cxnSpLocks/>
          </p:cNvCxnSpPr>
          <p:nvPr/>
        </p:nvCxnSpPr>
        <p:spPr>
          <a:xfrm>
            <a:off x="9257975" y="2250799"/>
            <a:ext cx="18993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251BB81-C670-4F28-B82A-9FE891E7DBAA}"/>
              </a:ext>
            </a:extLst>
          </p:cNvPr>
          <p:cNvCxnSpPr>
            <a:cxnSpLocks/>
          </p:cNvCxnSpPr>
          <p:nvPr/>
        </p:nvCxnSpPr>
        <p:spPr>
          <a:xfrm>
            <a:off x="9078970" y="1577389"/>
            <a:ext cx="2347834" cy="0"/>
          </a:xfrm>
          <a:prstGeom prst="line">
            <a:avLst/>
          </a:prstGeom>
          <a:ln w="25400">
            <a:solidFill>
              <a:srgbClr val="1828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451EF669-108E-4EB4-BD20-7CDB8B186140}"/>
              </a:ext>
            </a:extLst>
          </p:cNvPr>
          <p:cNvSpPr/>
          <p:nvPr/>
        </p:nvSpPr>
        <p:spPr>
          <a:xfrm>
            <a:off x="9016906" y="3803314"/>
            <a:ext cx="113230" cy="113230"/>
          </a:xfrm>
          <a:prstGeom prst="ellipse">
            <a:avLst/>
          </a:prstGeom>
          <a:solidFill>
            <a:srgbClr val="182863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BAFAF49-130A-4704-B00D-986E50D4206A}"/>
              </a:ext>
            </a:extLst>
          </p:cNvPr>
          <p:cNvCxnSpPr>
            <a:cxnSpLocks/>
          </p:cNvCxnSpPr>
          <p:nvPr/>
        </p:nvCxnSpPr>
        <p:spPr>
          <a:xfrm flipV="1">
            <a:off x="9073520" y="1574800"/>
            <a:ext cx="1845" cy="2228514"/>
          </a:xfrm>
          <a:prstGeom prst="line">
            <a:avLst/>
          </a:prstGeom>
          <a:ln w="12700" cap="sq">
            <a:gradFill>
              <a:gsLst>
                <a:gs pos="0">
                  <a:srgbClr val="82C9C5">
                    <a:alpha val="0"/>
                  </a:srgbClr>
                </a:gs>
                <a:gs pos="100000">
                  <a:srgbClr val="182863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C777AB-FFA6-46E0-B9A4-D607EF0CBF69}"/>
              </a:ext>
            </a:extLst>
          </p:cNvPr>
          <p:cNvCxnSpPr>
            <a:cxnSpLocks/>
          </p:cNvCxnSpPr>
          <p:nvPr/>
        </p:nvCxnSpPr>
        <p:spPr>
          <a:xfrm>
            <a:off x="2888911" y="6172539"/>
            <a:ext cx="2347834" cy="0"/>
          </a:xfrm>
          <a:prstGeom prst="line">
            <a:avLst/>
          </a:prstGeom>
          <a:ln w="25400">
            <a:solidFill>
              <a:srgbClr val="236F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AC777AB-FFA6-46E0-B9A4-D607EF0CBF69}"/>
              </a:ext>
            </a:extLst>
          </p:cNvPr>
          <p:cNvCxnSpPr>
            <a:cxnSpLocks/>
          </p:cNvCxnSpPr>
          <p:nvPr/>
        </p:nvCxnSpPr>
        <p:spPr>
          <a:xfrm>
            <a:off x="7017682" y="6172539"/>
            <a:ext cx="2347834" cy="0"/>
          </a:xfrm>
          <a:prstGeom prst="line">
            <a:avLst/>
          </a:prstGeom>
          <a:ln w="25400">
            <a:solidFill>
              <a:srgbClr val="236F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777704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/>
      <p:bldP spid="16" grpId="0"/>
      <p:bldP spid="20" grpId="0" animBg="1"/>
      <p:bldP spid="22" grpId="0" animBg="1"/>
      <p:bldP spid="23" grpId="0" animBg="1"/>
      <p:bldP spid="24" grpId="0"/>
      <p:bldP spid="25" grpId="0"/>
      <p:bldP spid="28" grpId="0" animBg="1"/>
      <p:bldP spid="30" grpId="0" animBg="1"/>
      <p:bldP spid="31" grpId="0" animBg="1"/>
      <p:bldP spid="32" grpId="0"/>
      <p:bldP spid="33" grpId="0"/>
      <p:bldP spid="36" grpId="0" animBg="1"/>
      <p:bldP spid="38" grpId="0" animBg="1"/>
      <p:bldP spid="39" grpId="0" animBg="1"/>
      <p:bldP spid="40" grpId="0"/>
      <p:bldP spid="42" grpId="0"/>
      <p:bldP spid="45" grpId="0" animBg="1"/>
      <p:bldP spid="47" grpId="0" animBg="1"/>
      <p:bldP spid="49" grpId="0" animBg="1"/>
      <p:bldP spid="50" grpId="0"/>
      <p:bldP spid="51" grpId="0"/>
      <p:bldP spid="5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右 12">
            <a:extLst>
              <a:ext uri="{FF2B5EF4-FFF2-40B4-BE49-F238E27FC236}">
                <a16:creationId xmlns:a16="http://schemas.microsoft.com/office/drawing/2014/main" id="{48CAAF89-9E1B-4599-A555-70E7FE769F0D}"/>
              </a:ext>
            </a:extLst>
          </p:cNvPr>
          <p:cNvSpPr/>
          <p:nvPr/>
        </p:nvSpPr>
        <p:spPr>
          <a:xfrm>
            <a:off x="1225699" y="2197871"/>
            <a:ext cx="9694837" cy="359902"/>
          </a:xfrm>
          <a:prstGeom prst="rightArrow">
            <a:avLst>
              <a:gd name="adj1" fmla="val 8694"/>
              <a:gd name="adj2" fmla="val 61015"/>
            </a:avLst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06DC5B2-57BB-4739-ABA8-48053D21A19C}"/>
              </a:ext>
            </a:extLst>
          </p:cNvPr>
          <p:cNvSpPr>
            <a:spLocks/>
          </p:cNvSpPr>
          <p:nvPr/>
        </p:nvSpPr>
        <p:spPr>
          <a:xfrm>
            <a:off x="1940569" y="1844824"/>
            <a:ext cx="1065997" cy="1065995"/>
          </a:xfrm>
          <a:prstGeom prst="ellipse">
            <a:avLst/>
          </a:prstGeom>
          <a:solidFill>
            <a:srgbClr val="086DC7">
              <a:alpha val="1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月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08BAF19-7648-459B-B383-1D93919159B0}"/>
              </a:ext>
            </a:extLst>
          </p:cNvPr>
          <p:cNvSpPr>
            <a:spLocks/>
          </p:cNvSpPr>
          <p:nvPr/>
        </p:nvSpPr>
        <p:spPr>
          <a:xfrm>
            <a:off x="4334304" y="1844824"/>
            <a:ext cx="1065997" cy="1065995"/>
          </a:xfrm>
          <a:prstGeom prst="ellipse">
            <a:avLst/>
          </a:prstGeom>
          <a:solidFill>
            <a:srgbClr val="086DC7">
              <a:alpha val="1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月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1EC7311-8765-469A-BB8B-232637525E0C}"/>
              </a:ext>
            </a:extLst>
          </p:cNvPr>
          <p:cNvSpPr>
            <a:spLocks/>
          </p:cNvSpPr>
          <p:nvPr/>
        </p:nvSpPr>
        <p:spPr>
          <a:xfrm>
            <a:off x="6728039" y="1844824"/>
            <a:ext cx="1065997" cy="1065995"/>
          </a:xfrm>
          <a:prstGeom prst="ellipse">
            <a:avLst/>
          </a:prstGeom>
          <a:solidFill>
            <a:srgbClr val="086DC7">
              <a:alpha val="1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8</a:t>
            </a:r>
            <a:r>
              <a:rPr lang="zh-CN" altLang="en-US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月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943525D-2BBD-4B65-B542-53850443975F}"/>
              </a:ext>
            </a:extLst>
          </p:cNvPr>
          <p:cNvSpPr>
            <a:spLocks/>
          </p:cNvSpPr>
          <p:nvPr/>
        </p:nvSpPr>
        <p:spPr>
          <a:xfrm>
            <a:off x="9121775" y="1844824"/>
            <a:ext cx="1065997" cy="1065995"/>
          </a:xfrm>
          <a:prstGeom prst="ellipse">
            <a:avLst/>
          </a:prstGeom>
          <a:solidFill>
            <a:srgbClr val="086DC7">
              <a:alpha val="1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12</a:t>
            </a:r>
            <a:r>
              <a:rPr lang="zh-CN" altLang="en-US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月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A0D46C7-A50D-452C-8324-4FFE5DC3D0AD}"/>
              </a:ext>
            </a:extLst>
          </p:cNvPr>
          <p:cNvSpPr>
            <a:spLocks/>
          </p:cNvSpPr>
          <p:nvPr/>
        </p:nvSpPr>
        <p:spPr>
          <a:xfrm>
            <a:off x="2001439" y="1905694"/>
            <a:ext cx="944258" cy="944256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4D564EE-548D-4952-ACE1-CAE74A8003D1}"/>
              </a:ext>
            </a:extLst>
          </p:cNvPr>
          <p:cNvSpPr>
            <a:spLocks/>
          </p:cNvSpPr>
          <p:nvPr/>
        </p:nvSpPr>
        <p:spPr>
          <a:xfrm>
            <a:off x="4395174" y="1905694"/>
            <a:ext cx="944258" cy="944256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F79AE34-4C6B-4D07-8174-6379964E1FC5}"/>
              </a:ext>
            </a:extLst>
          </p:cNvPr>
          <p:cNvSpPr>
            <a:spLocks/>
          </p:cNvSpPr>
          <p:nvPr/>
        </p:nvSpPr>
        <p:spPr>
          <a:xfrm>
            <a:off x="6788908" y="1905694"/>
            <a:ext cx="944258" cy="944256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1944B08-5914-4187-97EB-8E962E3479F9}"/>
              </a:ext>
            </a:extLst>
          </p:cNvPr>
          <p:cNvSpPr>
            <a:spLocks/>
          </p:cNvSpPr>
          <p:nvPr/>
        </p:nvSpPr>
        <p:spPr>
          <a:xfrm>
            <a:off x="9182644" y="1905694"/>
            <a:ext cx="944258" cy="944256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04</a:t>
            </a:r>
            <a:endParaRPr lang="zh-CN" altLang="en-US" sz="2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C34D9E-4B80-4E2A-80A4-93464E2A61B1}"/>
              </a:ext>
            </a:extLst>
          </p:cNvPr>
          <p:cNvSpPr txBox="1"/>
          <p:nvPr/>
        </p:nvSpPr>
        <p:spPr>
          <a:xfrm>
            <a:off x="3054882" y="1965118"/>
            <a:ext cx="123110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hangingPunct="0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汉仪典雅体简" panose="00020600040101010101" pitchFamily="18" charset="-122"/>
                <a:sym typeface="思源黑体 CN Normal" panose="020B0400000000000000" pitchFamily="34" charset="-122"/>
              </a:rPr>
              <a:t>工作完成情况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18EB2-03B3-4C1B-9FEF-CEC3C1095C5A}"/>
              </a:ext>
            </a:extLst>
          </p:cNvPr>
          <p:cNvSpPr txBox="1"/>
          <p:nvPr/>
        </p:nvSpPr>
        <p:spPr>
          <a:xfrm>
            <a:off x="5448617" y="1965118"/>
            <a:ext cx="123110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hangingPunct="0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汉仪典雅体简" panose="00020600040101010101" pitchFamily="18" charset="-122"/>
                <a:sym typeface="思源黑体 CN Normal" panose="020B0400000000000000" pitchFamily="34" charset="-122"/>
              </a:rPr>
              <a:t>工作完成情况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6A2CF8-E564-45D2-815A-2E3B60335891}"/>
              </a:ext>
            </a:extLst>
          </p:cNvPr>
          <p:cNvSpPr txBox="1"/>
          <p:nvPr/>
        </p:nvSpPr>
        <p:spPr>
          <a:xfrm>
            <a:off x="7842352" y="1965118"/>
            <a:ext cx="123110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hangingPunct="0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汉仪典雅体简" panose="00020600040101010101" pitchFamily="18" charset="-122"/>
                <a:sym typeface="思源黑体 CN Normal" panose="020B0400000000000000" pitchFamily="34" charset="-122"/>
              </a:rPr>
              <a:t>工作完成情况</a:t>
            </a:r>
          </a:p>
        </p:txBody>
      </p:sp>
      <p:sp>
        <p:nvSpPr>
          <p:cNvPr id="18" name="矩形: 圆角 18">
            <a:extLst>
              <a:ext uri="{FF2B5EF4-FFF2-40B4-BE49-F238E27FC236}">
                <a16:creationId xmlns:a16="http://schemas.microsoft.com/office/drawing/2014/main" id="{4E411DB8-52FD-4302-8506-13876DDF96BE}"/>
              </a:ext>
            </a:extLst>
          </p:cNvPr>
          <p:cNvSpPr/>
          <p:nvPr/>
        </p:nvSpPr>
        <p:spPr>
          <a:xfrm>
            <a:off x="2604256" y="3401519"/>
            <a:ext cx="2132358" cy="2606282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584200" dist="203200" dir="5400000" sx="92000" sy="92000" algn="t" rotWithShape="0">
              <a:srgbClr val="18286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任意多边形: 形状 130">
            <a:extLst>
              <a:ext uri="{FF2B5EF4-FFF2-40B4-BE49-F238E27FC236}">
                <a16:creationId xmlns:a16="http://schemas.microsoft.com/office/drawing/2014/main" id="{65D52AE6-EDBF-4099-A7E0-C2763F491FC9}"/>
              </a:ext>
            </a:extLst>
          </p:cNvPr>
          <p:cNvSpPr/>
          <p:nvPr/>
        </p:nvSpPr>
        <p:spPr>
          <a:xfrm>
            <a:off x="2617393" y="3401519"/>
            <a:ext cx="2106083" cy="73568"/>
          </a:xfrm>
          <a:custGeom>
            <a:avLst/>
            <a:gdLst>
              <a:gd name="connsiteX0" fmla="*/ 132400 w 2428882"/>
              <a:gd name="connsiteY0" fmla="*/ 0 h 84844"/>
              <a:gd name="connsiteX1" fmla="*/ 2296482 w 2428882"/>
              <a:gd name="connsiteY1" fmla="*/ 0 h 84844"/>
              <a:gd name="connsiteX2" fmla="*/ 2400817 w 2428882"/>
              <a:gd name="connsiteY2" fmla="*/ 43217 h 84844"/>
              <a:gd name="connsiteX3" fmla="*/ 2428882 w 2428882"/>
              <a:gd name="connsiteY3" fmla="*/ 84844 h 84844"/>
              <a:gd name="connsiteX4" fmla="*/ 0 w 2428882"/>
              <a:gd name="connsiteY4" fmla="*/ 84844 h 84844"/>
              <a:gd name="connsiteX5" fmla="*/ 28066 w 2428882"/>
              <a:gd name="connsiteY5" fmla="*/ 43217 h 84844"/>
              <a:gd name="connsiteX6" fmla="*/ 132400 w 2428882"/>
              <a:gd name="connsiteY6" fmla="*/ 0 h 84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8882" h="84844">
                <a:moveTo>
                  <a:pt x="132400" y="0"/>
                </a:moveTo>
                <a:lnTo>
                  <a:pt x="2296482" y="0"/>
                </a:lnTo>
                <a:cubicBezTo>
                  <a:pt x="2337227" y="0"/>
                  <a:pt x="2374115" y="16515"/>
                  <a:pt x="2400817" y="43217"/>
                </a:cubicBezTo>
                <a:lnTo>
                  <a:pt x="2428882" y="84844"/>
                </a:lnTo>
                <a:lnTo>
                  <a:pt x="0" y="84844"/>
                </a:lnTo>
                <a:lnTo>
                  <a:pt x="28066" y="43217"/>
                </a:lnTo>
                <a:cubicBezTo>
                  <a:pt x="54767" y="16515"/>
                  <a:pt x="91655" y="0"/>
                  <a:pt x="132400" y="0"/>
                </a:cubicBezTo>
                <a:close/>
              </a:path>
            </a:pathLst>
          </a:custGeom>
          <a:solidFill>
            <a:srgbClr val="18286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72E5E6-DF89-4403-82BF-9880B94BDC58}"/>
              </a:ext>
            </a:extLst>
          </p:cNvPr>
          <p:cNvSpPr txBox="1"/>
          <p:nvPr/>
        </p:nvSpPr>
        <p:spPr>
          <a:xfrm>
            <a:off x="3208770" y="4324563"/>
            <a:ext cx="92333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hangingPunct="0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汉仪典雅体简" panose="00020600040101010101" pitchFamily="18" charset="-122"/>
                <a:sym typeface="思源黑体 CN Normal" panose="020B0400000000000000" pitchFamily="34" charset="-122"/>
              </a:rPr>
              <a:t>成果展示</a:t>
            </a:r>
          </a:p>
        </p:txBody>
      </p:sp>
      <p:sp>
        <p:nvSpPr>
          <p:cNvPr id="21" name="矩形: 圆角 28">
            <a:extLst>
              <a:ext uri="{FF2B5EF4-FFF2-40B4-BE49-F238E27FC236}">
                <a16:creationId xmlns:a16="http://schemas.microsoft.com/office/drawing/2014/main" id="{FCCB20FE-6C26-4BB7-B494-D68B8CB9E278}"/>
              </a:ext>
            </a:extLst>
          </p:cNvPr>
          <p:cNvSpPr/>
          <p:nvPr/>
        </p:nvSpPr>
        <p:spPr>
          <a:xfrm>
            <a:off x="4997991" y="3401519"/>
            <a:ext cx="2132358" cy="2606282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584200" dist="203200" dir="5400000" sx="92000" sy="92000" algn="t" rotWithShape="0">
              <a:srgbClr val="18286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6D60D6-E9AC-4B10-B7F6-EB044B0D057A}"/>
              </a:ext>
            </a:extLst>
          </p:cNvPr>
          <p:cNvSpPr txBox="1"/>
          <p:nvPr/>
        </p:nvSpPr>
        <p:spPr>
          <a:xfrm>
            <a:off x="5602505" y="4324563"/>
            <a:ext cx="92333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hangingPunct="0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汉仪典雅体简" panose="00020600040101010101" pitchFamily="18" charset="-122"/>
                <a:sym typeface="思源黑体 CN Normal" panose="020B0400000000000000" pitchFamily="34" charset="-122"/>
              </a:rPr>
              <a:t>成果展示</a:t>
            </a:r>
          </a:p>
        </p:txBody>
      </p:sp>
      <p:sp>
        <p:nvSpPr>
          <p:cNvPr id="23" name="矩形: 圆角 37">
            <a:extLst>
              <a:ext uri="{FF2B5EF4-FFF2-40B4-BE49-F238E27FC236}">
                <a16:creationId xmlns:a16="http://schemas.microsoft.com/office/drawing/2014/main" id="{7600D02F-8818-46A9-9918-A7B9B4AA445E}"/>
              </a:ext>
            </a:extLst>
          </p:cNvPr>
          <p:cNvSpPr/>
          <p:nvPr/>
        </p:nvSpPr>
        <p:spPr>
          <a:xfrm>
            <a:off x="7391725" y="3401519"/>
            <a:ext cx="2132358" cy="2606282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584200" dist="203200" dir="5400000" sx="92000" sy="92000" algn="t" rotWithShape="0">
              <a:srgbClr val="18286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86BC5A5-7ADA-49F8-B647-0FA4E98A1007}"/>
              </a:ext>
            </a:extLst>
          </p:cNvPr>
          <p:cNvSpPr txBox="1"/>
          <p:nvPr/>
        </p:nvSpPr>
        <p:spPr>
          <a:xfrm>
            <a:off x="7996239" y="4324563"/>
            <a:ext cx="92333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hangingPunct="0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汉仪典雅体简" panose="00020600040101010101" pitchFamily="18" charset="-122"/>
                <a:sym typeface="思源黑体 CN Normal" panose="020B0400000000000000" pitchFamily="34" charset="-122"/>
              </a:rPr>
              <a:t>成果展示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CBB675A-DC00-414A-8658-C1D7AB0A9239}"/>
              </a:ext>
            </a:extLst>
          </p:cNvPr>
          <p:cNvCxnSpPr>
            <a:cxnSpLocks/>
          </p:cNvCxnSpPr>
          <p:nvPr/>
        </p:nvCxnSpPr>
        <p:spPr>
          <a:xfrm>
            <a:off x="3506939" y="4703410"/>
            <a:ext cx="326992" cy="0"/>
          </a:xfrm>
          <a:prstGeom prst="line">
            <a:avLst/>
          </a:prstGeom>
          <a:ln w="25400">
            <a:solidFill>
              <a:srgbClr val="1828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A65D816-F07E-4279-B9DA-39088906D24B}"/>
              </a:ext>
            </a:extLst>
          </p:cNvPr>
          <p:cNvCxnSpPr>
            <a:cxnSpLocks/>
          </p:cNvCxnSpPr>
          <p:nvPr/>
        </p:nvCxnSpPr>
        <p:spPr>
          <a:xfrm>
            <a:off x="5900674" y="4703410"/>
            <a:ext cx="326992" cy="0"/>
          </a:xfrm>
          <a:prstGeom prst="line">
            <a:avLst/>
          </a:prstGeom>
          <a:ln w="25400">
            <a:solidFill>
              <a:srgbClr val="1828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F8E3065-D4BC-4D2D-80E0-FFAA3BC2167F}"/>
              </a:ext>
            </a:extLst>
          </p:cNvPr>
          <p:cNvCxnSpPr>
            <a:cxnSpLocks/>
          </p:cNvCxnSpPr>
          <p:nvPr/>
        </p:nvCxnSpPr>
        <p:spPr>
          <a:xfrm>
            <a:off x="8294408" y="4703410"/>
            <a:ext cx="326992" cy="0"/>
          </a:xfrm>
          <a:prstGeom prst="line">
            <a:avLst/>
          </a:prstGeom>
          <a:ln w="25400">
            <a:solidFill>
              <a:srgbClr val="1828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131">
            <a:extLst>
              <a:ext uri="{FF2B5EF4-FFF2-40B4-BE49-F238E27FC236}">
                <a16:creationId xmlns:a16="http://schemas.microsoft.com/office/drawing/2014/main" id="{7BF3E3D4-EFC2-44E4-AAF8-16D68C0E7B7F}"/>
              </a:ext>
            </a:extLst>
          </p:cNvPr>
          <p:cNvSpPr/>
          <p:nvPr/>
        </p:nvSpPr>
        <p:spPr>
          <a:xfrm>
            <a:off x="5024266" y="3401519"/>
            <a:ext cx="2106083" cy="73568"/>
          </a:xfrm>
          <a:custGeom>
            <a:avLst/>
            <a:gdLst>
              <a:gd name="connsiteX0" fmla="*/ 132400 w 2428882"/>
              <a:gd name="connsiteY0" fmla="*/ 0 h 84844"/>
              <a:gd name="connsiteX1" fmla="*/ 2296482 w 2428882"/>
              <a:gd name="connsiteY1" fmla="*/ 0 h 84844"/>
              <a:gd name="connsiteX2" fmla="*/ 2400817 w 2428882"/>
              <a:gd name="connsiteY2" fmla="*/ 43217 h 84844"/>
              <a:gd name="connsiteX3" fmla="*/ 2428882 w 2428882"/>
              <a:gd name="connsiteY3" fmla="*/ 84844 h 84844"/>
              <a:gd name="connsiteX4" fmla="*/ 0 w 2428882"/>
              <a:gd name="connsiteY4" fmla="*/ 84844 h 84844"/>
              <a:gd name="connsiteX5" fmla="*/ 28066 w 2428882"/>
              <a:gd name="connsiteY5" fmla="*/ 43217 h 84844"/>
              <a:gd name="connsiteX6" fmla="*/ 132400 w 2428882"/>
              <a:gd name="connsiteY6" fmla="*/ 0 h 84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8882" h="84844">
                <a:moveTo>
                  <a:pt x="132400" y="0"/>
                </a:moveTo>
                <a:lnTo>
                  <a:pt x="2296482" y="0"/>
                </a:lnTo>
                <a:cubicBezTo>
                  <a:pt x="2337227" y="0"/>
                  <a:pt x="2374115" y="16515"/>
                  <a:pt x="2400817" y="43217"/>
                </a:cubicBezTo>
                <a:lnTo>
                  <a:pt x="2428882" y="84844"/>
                </a:lnTo>
                <a:lnTo>
                  <a:pt x="0" y="84844"/>
                </a:lnTo>
                <a:lnTo>
                  <a:pt x="28066" y="43217"/>
                </a:lnTo>
                <a:cubicBezTo>
                  <a:pt x="54767" y="16515"/>
                  <a:pt x="91655" y="0"/>
                  <a:pt x="132400" y="0"/>
                </a:cubicBezTo>
                <a:close/>
              </a:path>
            </a:pathLst>
          </a:custGeom>
          <a:solidFill>
            <a:srgbClr val="18286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9" name="任意多边形: 形状 132">
            <a:extLst>
              <a:ext uri="{FF2B5EF4-FFF2-40B4-BE49-F238E27FC236}">
                <a16:creationId xmlns:a16="http://schemas.microsoft.com/office/drawing/2014/main" id="{C46D1467-B60F-486E-9F94-87E7D174AEA2}"/>
              </a:ext>
            </a:extLst>
          </p:cNvPr>
          <p:cNvSpPr/>
          <p:nvPr/>
        </p:nvSpPr>
        <p:spPr>
          <a:xfrm>
            <a:off x="7418000" y="3401519"/>
            <a:ext cx="2106083" cy="73568"/>
          </a:xfrm>
          <a:custGeom>
            <a:avLst/>
            <a:gdLst>
              <a:gd name="connsiteX0" fmla="*/ 132400 w 2428882"/>
              <a:gd name="connsiteY0" fmla="*/ 0 h 84844"/>
              <a:gd name="connsiteX1" fmla="*/ 2296482 w 2428882"/>
              <a:gd name="connsiteY1" fmla="*/ 0 h 84844"/>
              <a:gd name="connsiteX2" fmla="*/ 2400817 w 2428882"/>
              <a:gd name="connsiteY2" fmla="*/ 43217 h 84844"/>
              <a:gd name="connsiteX3" fmla="*/ 2428882 w 2428882"/>
              <a:gd name="connsiteY3" fmla="*/ 84844 h 84844"/>
              <a:gd name="connsiteX4" fmla="*/ 0 w 2428882"/>
              <a:gd name="connsiteY4" fmla="*/ 84844 h 84844"/>
              <a:gd name="connsiteX5" fmla="*/ 28066 w 2428882"/>
              <a:gd name="connsiteY5" fmla="*/ 43217 h 84844"/>
              <a:gd name="connsiteX6" fmla="*/ 132400 w 2428882"/>
              <a:gd name="connsiteY6" fmla="*/ 0 h 84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8882" h="84844">
                <a:moveTo>
                  <a:pt x="132400" y="0"/>
                </a:moveTo>
                <a:lnTo>
                  <a:pt x="2296482" y="0"/>
                </a:lnTo>
                <a:cubicBezTo>
                  <a:pt x="2337227" y="0"/>
                  <a:pt x="2374115" y="16515"/>
                  <a:pt x="2400817" y="43217"/>
                </a:cubicBezTo>
                <a:lnTo>
                  <a:pt x="2428882" y="84844"/>
                </a:lnTo>
                <a:lnTo>
                  <a:pt x="0" y="84844"/>
                </a:lnTo>
                <a:lnTo>
                  <a:pt x="28066" y="43217"/>
                </a:lnTo>
                <a:cubicBezTo>
                  <a:pt x="54767" y="16515"/>
                  <a:pt x="91655" y="0"/>
                  <a:pt x="132400" y="0"/>
                </a:cubicBezTo>
                <a:close/>
              </a:path>
            </a:pathLst>
          </a:custGeom>
          <a:solidFill>
            <a:srgbClr val="18286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0" name="下箭头 29"/>
          <p:cNvSpPr/>
          <p:nvPr/>
        </p:nvSpPr>
        <p:spPr>
          <a:xfrm>
            <a:off x="3496806" y="2548048"/>
            <a:ext cx="536105" cy="661729"/>
          </a:xfrm>
          <a:prstGeom prst="downArrow">
            <a:avLst/>
          </a:prstGeom>
          <a:gradFill>
            <a:gsLst>
              <a:gs pos="2000">
                <a:srgbClr val="182863">
                  <a:alpha val="67000"/>
                </a:srgbClr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5920993" y="2548048"/>
            <a:ext cx="536105" cy="661729"/>
          </a:xfrm>
          <a:prstGeom prst="downArrow">
            <a:avLst/>
          </a:prstGeom>
          <a:gradFill>
            <a:gsLst>
              <a:gs pos="2000">
                <a:srgbClr val="182863">
                  <a:alpha val="67000"/>
                </a:srgbClr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下箭头 31"/>
          <p:cNvSpPr/>
          <p:nvPr/>
        </p:nvSpPr>
        <p:spPr>
          <a:xfrm>
            <a:off x="8168638" y="2548048"/>
            <a:ext cx="536105" cy="661729"/>
          </a:xfrm>
          <a:prstGeom prst="downArrow">
            <a:avLst/>
          </a:prstGeom>
          <a:gradFill>
            <a:gsLst>
              <a:gs pos="2000">
                <a:srgbClr val="182863">
                  <a:alpha val="67000"/>
                </a:srgbClr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5EA3FD6-FE6A-4101-B6E4-749D8C7F8CA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547538" y="3709630"/>
            <a:ext cx="245792" cy="358294"/>
            <a:chOff x="2528983" y="2863369"/>
            <a:chExt cx="246812" cy="359780"/>
          </a:xfrm>
          <a:solidFill>
            <a:srgbClr val="182863"/>
          </a:solidFill>
        </p:grpSpPr>
        <p:sp>
          <p:nvSpPr>
            <p:cNvPr id="34" name="AutoShape 113">
              <a:extLst>
                <a:ext uri="{FF2B5EF4-FFF2-40B4-BE49-F238E27FC236}">
                  <a16:creationId xmlns:a16="http://schemas.microsoft.com/office/drawing/2014/main" id="{21FA06BA-DA5B-41E7-8E6C-35C6C07DAFD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2528983" y="2863369"/>
              <a:ext cx="246812" cy="35978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思源黑体 CN Light" panose="020B0300000000000000" pitchFamily="34" charset="-122"/>
                <a:ea typeface="思源黑体 CN Light"/>
                <a:cs typeface="+mn-cs"/>
                <a:sym typeface="+mn-lt"/>
              </a:endParaRPr>
            </a:p>
          </p:txBody>
        </p:sp>
        <p:sp>
          <p:nvSpPr>
            <p:cNvPr id="35" name="AutoShape 114">
              <a:extLst>
                <a:ext uri="{FF2B5EF4-FFF2-40B4-BE49-F238E27FC236}">
                  <a16:creationId xmlns:a16="http://schemas.microsoft.com/office/drawing/2014/main" id="{DA8A3D8B-6AAA-412A-9164-41D5D5B2996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思源黑体 CN Light" panose="020B0300000000000000" pitchFamily="34" charset="-122"/>
                <a:ea typeface="思源黑体 CN Light"/>
                <a:cs typeface="+mn-cs"/>
                <a:sym typeface="+mn-lt"/>
              </a:endParaRPr>
            </a:p>
          </p:txBody>
        </p:sp>
      </p:grpSp>
      <p:grpSp>
        <p:nvGrpSpPr>
          <p:cNvPr id="36" name="Group 112">
            <a:extLst>
              <a:ext uri="{FF2B5EF4-FFF2-40B4-BE49-F238E27FC236}">
                <a16:creationId xmlns:a16="http://schemas.microsoft.com/office/drawing/2014/main" id="{8859F41B-5B85-4FDB-A9B8-00F8CC09D95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945892" y="3732248"/>
            <a:ext cx="358293" cy="335672"/>
            <a:chOff x="5368132" y="3540125"/>
            <a:chExt cx="465138" cy="435769"/>
          </a:xfrm>
          <a:solidFill>
            <a:srgbClr val="182863"/>
          </a:solidFill>
        </p:grpSpPr>
        <p:sp>
          <p:nvSpPr>
            <p:cNvPr id="37" name="AutoShape 110">
              <a:extLst>
                <a:ext uri="{FF2B5EF4-FFF2-40B4-BE49-F238E27FC236}">
                  <a16:creationId xmlns:a16="http://schemas.microsoft.com/office/drawing/2014/main" id="{6D709675-6CD9-49D6-ADFE-177E2CF1500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5426868" y="3598069"/>
              <a:ext cx="347663" cy="2325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思源黑体 CN Light" panose="020B0300000000000000" pitchFamily="34" charset="-122"/>
                <a:ea typeface="思源黑体 CN Light"/>
                <a:cs typeface="+mn-cs"/>
                <a:sym typeface="+mn-lt"/>
              </a:endParaRPr>
            </a:p>
          </p:txBody>
        </p:sp>
        <p:sp>
          <p:nvSpPr>
            <p:cNvPr id="38" name="AutoShape 111">
              <a:extLst>
                <a:ext uri="{FF2B5EF4-FFF2-40B4-BE49-F238E27FC236}">
                  <a16:creationId xmlns:a16="http://schemas.microsoft.com/office/drawing/2014/main" id="{215E4D6A-08AB-40E4-85C7-52718E6E64A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5368132" y="3540125"/>
              <a:ext cx="465138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思源黑体 CN Light" panose="020B0300000000000000" pitchFamily="34" charset="-122"/>
                <a:ea typeface="思源黑体 CN Light"/>
                <a:cs typeface="+mn-cs"/>
                <a:sym typeface="+mn-lt"/>
              </a:endParaRPr>
            </a:p>
          </p:txBody>
        </p:sp>
      </p:grpSp>
      <p:sp>
        <p:nvSpPr>
          <p:cNvPr id="39" name="AutoShape 37">
            <a:extLst>
              <a:ext uri="{FF2B5EF4-FFF2-40B4-BE49-F238E27FC236}">
                <a16:creationId xmlns:a16="http://schemas.microsoft.com/office/drawing/2014/main" id="{C60977D8-3A8D-4137-9B59-1514159CD59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273852" y="3740157"/>
            <a:ext cx="325676" cy="324094"/>
          </a:xfrm>
          <a:custGeom>
            <a:avLst/>
            <a:gdLst>
              <a:gd name="T0" fmla="+- 0 10849 98"/>
              <a:gd name="T1" fmla="*/ T0 w 21502"/>
              <a:gd name="T2" fmla="*/ 10800 h 21600"/>
              <a:gd name="T3" fmla="+- 0 10849 98"/>
              <a:gd name="T4" fmla="*/ T3 w 21502"/>
              <a:gd name="T5" fmla="*/ 10800 h 21600"/>
              <a:gd name="T6" fmla="+- 0 10849 98"/>
              <a:gd name="T7" fmla="*/ T6 w 21502"/>
              <a:gd name="T8" fmla="*/ 10800 h 21600"/>
              <a:gd name="T9" fmla="+- 0 10849 98"/>
              <a:gd name="T10" fmla="*/ T9 w 21502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02" h="21600">
                <a:moveTo>
                  <a:pt x="19917" y="7880"/>
                </a:moveTo>
                <a:lnTo>
                  <a:pt x="18875" y="8932"/>
                </a:lnTo>
                <a:cubicBezTo>
                  <a:pt x="18730" y="9079"/>
                  <a:pt x="18497" y="9079"/>
                  <a:pt x="18353" y="8932"/>
                </a:cubicBezTo>
                <a:lnTo>
                  <a:pt x="17048" y="7617"/>
                </a:lnTo>
                <a:lnTo>
                  <a:pt x="15991" y="10290"/>
                </a:lnTo>
                <a:lnTo>
                  <a:pt x="16080" y="10064"/>
                </a:lnTo>
                <a:cubicBezTo>
                  <a:pt x="13859" y="7826"/>
                  <a:pt x="11601" y="7544"/>
                  <a:pt x="9565" y="7291"/>
                </a:cubicBezTo>
                <a:cubicBezTo>
                  <a:pt x="8910" y="7210"/>
                  <a:pt x="8276" y="7126"/>
                  <a:pt x="7652" y="6990"/>
                </a:cubicBezTo>
                <a:lnTo>
                  <a:pt x="13918" y="4456"/>
                </a:lnTo>
                <a:lnTo>
                  <a:pt x="12652" y="3179"/>
                </a:lnTo>
                <a:cubicBezTo>
                  <a:pt x="12508" y="3033"/>
                  <a:pt x="12508" y="2798"/>
                  <a:pt x="12652" y="2652"/>
                </a:cubicBezTo>
                <a:lnTo>
                  <a:pt x="13695" y="1598"/>
                </a:lnTo>
                <a:cubicBezTo>
                  <a:pt x="13840" y="1453"/>
                  <a:pt x="14073" y="1453"/>
                  <a:pt x="14217" y="1598"/>
                </a:cubicBezTo>
                <a:lnTo>
                  <a:pt x="19917" y="7353"/>
                </a:lnTo>
                <a:cubicBezTo>
                  <a:pt x="20062" y="7499"/>
                  <a:pt x="20062" y="7734"/>
                  <a:pt x="19917" y="7880"/>
                </a:cubicBezTo>
                <a:moveTo>
                  <a:pt x="12292" y="19639"/>
                </a:moveTo>
                <a:cubicBezTo>
                  <a:pt x="12200" y="19872"/>
                  <a:pt x="11999" y="20044"/>
                  <a:pt x="11756" y="20095"/>
                </a:cubicBezTo>
                <a:cubicBezTo>
                  <a:pt x="11700" y="20106"/>
                  <a:pt x="11643" y="20111"/>
                  <a:pt x="11587" y="20110"/>
                </a:cubicBezTo>
                <a:cubicBezTo>
                  <a:pt x="11400" y="20105"/>
                  <a:pt x="11219" y="20030"/>
                  <a:pt x="11084" y="19892"/>
                </a:cubicBezTo>
                <a:lnTo>
                  <a:pt x="1692" y="10517"/>
                </a:lnTo>
                <a:cubicBezTo>
                  <a:pt x="1519" y="10343"/>
                  <a:pt x="1443" y="10094"/>
                  <a:pt x="1488" y="9852"/>
                </a:cubicBezTo>
                <a:cubicBezTo>
                  <a:pt x="1533" y="9610"/>
                  <a:pt x="1695" y="9407"/>
                  <a:pt x="1917" y="9308"/>
                </a:cubicBezTo>
                <a:lnTo>
                  <a:pt x="6505" y="7453"/>
                </a:lnTo>
                <a:cubicBezTo>
                  <a:pt x="9597" y="8490"/>
                  <a:pt x="12689" y="7491"/>
                  <a:pt x="15781" y="10821"/>
                </a:cubicBezTo>
                <a:cubicBezTo>
                  <a:pt x="15781" y="10821"/>
                  <a:pt x="12292" y="19639"/>
                  <a:pt x="12292" y="19639"/>
                </a:cubicBezTo>
                <a:close/>
                <a:moveTo>
                  <a:pt x="15260" y="545"/>
                </a:moveTo>
                <a:cubicBezTo>
                  <a:pt x="14912" y="193"/>
                  <a:pt x="14449" y="0"/>
                  <a:pt x="13956" y="0"/>
                </a:cubicBezTo>
                <a:cubicBezTo>
                  <a:pt x="13463" y="0"/>
                  <a:pt x="13000" y="193"/>
                  <a:pt x="12651" y="546"/>
                </a:cubicBezTo>
                <a:lnTo>
                  <a:pt x="11610" y="1598"/>
                </a:lnTo>
                <a:cubicBezTo>
                  <a:pt x="11261" y="1949"/>
                  <a:pt x="11068" y="2417"/>
                  <a:pt x="11068" y="2915"/>
                </a:cubicBezTo>
                <a:cubicBezTo>
                  <a:pt x="11068" y="3265"/>
                  <a:pt x="11164" y="3601"/>
                  <a:pt x="11342" y="3893"/>
                </a:cubicBezTo>
                <a:lnTo>
                  <a:pt x="1324" y="7944"/>
                </a:lnTo>
                <a:cubicBezTo>
                  <a:pt x="654" y="8241"/>
                  <a:pt x="173" y="8851"/>
                  <a:pt x="38" y="9575"/>
                </a:cubicBezTo>
                <a:cubicBezTo>
                  <a:pt x="-98" y="10302"/>
                  <a:pt x="130" y="11048"/>
                  <a:pt x="654" y="11576"/>
                </a:cubicBezTo>
                <a:lnTo>
                  <a:pt x="10041" y="20946"/>
                </a:lnTo>
                <a:cubicBezTo>
                  <a:pt x="10445" y="21354"/>
                  <a:pt x="10982" y="21586"/>
                  <a:pt x="11549" y="21599"/>
                </a:cubicBezTo>
                <a:cubicBezTo>
                  <a:pt x="11562" y="21599"/>
                  <a:pt x="11593" y="21599"/>
                  <a:pt x="11605" y="21599"/>
                </a:cubicBezTo>
                <a:cubicBezTo>
                  <a:pt x="11754" y="21599"/>
                  <a:pt x="11906" y="21584"/>
                  <a:pt x="12056" y="21553"/>
                </a:cubicBezTo>
                <a:cubicBezTo>
                  <a:pt x="12789" y="21399"/>
                  <a:pt x="13390" y="20888"/>
                  <a:pt x="13662" y="20191"/>
                </a:cubicBezTo>
                <a:lnTo>
                  <a:pt x="17604" y="10229"/>
                </a:lnTo>
                <a:cubicBezTo>
                  <a:pt x="17902" y="10426"/>
                  <a:pt x="18250" y="10532"/>
                  <a:pt x="18613" y="10532"/>
                </a:cubicBezTo>
                <a:cubicBezTo>
                  <a:pt x="19107" y="10532"/>
                  <a:pt x="19570" y="10338"/>
                  <a:pt x="19918" y="9986"/>
                </a:cubicBezTo>
                <a:lnTo>
                  <a:pt x="20957" y="8937"/>
                </a:lnTo>
                <a:cubicBezTo>
                  <a:pt x="21308" y="8585"/>
                  <a:pt x="21502" y="8116"/>
                  <a:pt x="21502" y="7617"/>
                </a:cubicBezTo>
                <a:cubicBezTo>
                  <a:pt x="21502" y="7117"/>
                  <a:pt x="21308" y="6648"/>
                  <a:pt x="20961" y="6300"/>
                </a:cubicBezTo>
                <a:cubicBezTo>
                  <a:pt x="20961" y="6300"/>
                  <a:pt x="15260" y="545"/>
                  <a:pt x="15260" y="545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/>
        </p:spPr>
        <p:txBody>
          <a:bodyPr lIns="19050" tIns="19050" rIns="19050" bIns="1905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86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思源黑体 CN Light" panose="020B0300000000000000" pitchFamily="34" charset="-122"/>
              <a:ea typeface="思源黑体 CN Light"/>
              <a:cs typeface="+mn-cs"/>
              <a:sym typeface="+mn-lt"/>
            </a:endParaRPr>
          </a:p>
        </p:txBody>
      </p:sp>
      <p:sp>
        <p:nvSpPr>
          <p:cNvPr id="40" name="Rectangle 16">
            <a:extLst>
              <a:ext uri="{FF2B5EF4-FFF2-40B4-BE49-F238E27FC236}">
                <a16:creationId xmlns:a16="http://schemas.microsoft.com/office/drawing/2014/main" id="{BF38783A-7284-4E89-8632-F58EF8AA63E2}"/>
              </a:ext>
            </a:extLst>
          </p:cNvPr>
          <p:cNvSpPr/>
          <p:nvPr/>
        </p:nvSpPr>
        <p:spPr>
          <a:xfrm>
            <a:off x="2895188" y="4948426"/>
            <a:ext cx="155049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{{slide_15_title}}</a:t>
            </a:r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BF38783A-7284-4E89-8632-F58EF8AA63E2}"/>
              </a:ext>
            </a:extLst>
          </p:cNvPr>
          <p:cNvSpPr/>
          <p:nvPr/>
        </p:nvSpPr>
        <p:spPr>
          <a:xfrm>
            <a:off x="5288924" y="4948426"/>
            <a:ext cx="155049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{{slide_15_subtitle}}</a:t>
            </a: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BF38783A-7284-4E89-8632-F58EF8AA63E2}"/>
              </a:ext>
            </a:extLst>
          </p:cNvPr>
          <p:cNvSpPr/>
          <p:nvPr/>
        </p:nvSpPr>
        <p:spPr>
          <a:xfrm>
            <a:off x="7695795" y="4948426"/>
            <a:ext cx="155049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{{slide_15_body_1}}</a:t>
            </a:r>
          </a:p>
        </p:txBody>
      </p:sp>
    </p:spTree>
    <p:extLst>
      <p:ext uri="{BB962C8B-B14F-4D97-AF65-F5344CB8AC3E}">
        <p14:creationId xmlns:p14="http://schemas.microsoft.com/office/powerpoint/2010/main" val="254698007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/>
      <p:bldP spid="21" grpId="0" animBg="1"/>
      <p:bldP spid="22" grpId="0"/>
      <p:bldP spid="23" grpId="0" animBg="1"/>
      <p:bldP spid="24" grpId="0"/>
      <p:bldP spid="28" grpId="0" animBg="1"/>
      <p:bldP spid="29" grpId="0" animBg="1"/>
      <p:bldP spid="30" grpId="0" animBg="1"/>
      <p:bldP spid="31" grpId="0" animBg="1"/>
      <p:bldP spid="32" grpId="0" animBg="1"/>
      <p:bldP spid="39" grpId="0" animBg="1"/>
      <p:bldP spid="40" grpId="0"/>
      <p:bldP spid="41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A20DA89-FB8D-43C2-AD74-16A8E905AD6D}"/>
              </a:ext>
            </a:extLst>
          </p:cNvPr>
          <p:cNvSpPr/>
          <p:nvPr/>
        </p:nvSpPr>
        <p:spPr>
          <a:xfrm>
            <a:off x="1424363" y="1932866"/>
            <a:ext cx="3792543" cy="442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{{slide_16_title}}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C3718C-4E6C-4A64-B3D6-128F7AACCC14}"/>
              </a:ext>
            </a:extLst>
          </p:cNvPr>
          <p:cNvSpPr/>
          <p:nvPr/>
        </p:nvSpPr>
        <p:spPr>
          <a:xfrm>
            <a:off x="1415480" y="2414896"/>
            <a:ext cx="9501085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{{slide_16_body_1}}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ADEB52-0534-4F8E-9456-677058F1091B}"/>
              </a:ext>
            </a:extLst>
          </p:cNvPr>
          <p:cNvSpPr/>
          <p:nvPr/>
        </p:nvSpPr>
        <p:spPr>
          <a:xfrm>
            <a:off x="1615853" y="4285507"/>
            <a:ext cx="1518296" cy="337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成果及展示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461106-3B3C-4501-91FE-83480E9A7CE9}"/>
              </a:ext>
            </a:extLst>
          </p:cNvPr>
          <p:cNvSpPr/>
          <p:nvPr/>
        </p:nvSpPr>
        <p:spPr>
          <a:xfrm>
            <a:off x="4084125" y="4285507"/>
            <a:ext cx="1518296" cy="337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成果及展示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44C272-D578-4176-9530-0C98272B66EF}"/>
              </a:ext>
            </a:extLst>
          </p:cNvPr>
          <p:cNvSpPr/>
          <p:nvPr/>
        </p:nvSpPr>
        <p:spPr>
          <a:xfrm>
            <a:off x="1615853" y="5581651"/>
            <a:ext cx="1518296" cy="337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成果及展示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FD13DB-BE92-4F66-80B3-8C75E05EE9CA}"/>
              </a:ext>
            </a:extLst>
          </p:cNvPr>
          <p:cNvSpPr/>
          <p:nvPr/>
        </p:nvSpPr>
        <p:spPr>
          <a:xfrm>
            <a:off x="4084125" y="5581651"/>
            <a:ext cx="1518296" cy="337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成果及展示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9A59416-EBA0-48A2-A3E4-C17B5546591E}"/>
              </a:ext>
            </a:extLst>
          </p:cNvPr>
          <p:cNvSpPr/>
          <p:nvPr/>
        </p:nvSpPr>
        <p:spPr>
          <a:xfrm>
            <a:off x="4533219" y="3537610"/>
            <a:ext cx="620109" cy="620109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Shape 1832">
            <a:extLst>
              <a:ext uri="{FF2B5EF4-FFF2-40B4-BE49-F238E27FC236}">
                <a16:creationId xmlns:a16="http://schemas.microsoft.com/office/drawing/2014/main" id="{F08419D7-403D-4A8D-A957-FD09286C8495}"/>
              </a:ext>
            </a:extLst>
          </p:cNvPr>
          <p:cNvSpPr/>
          <p:nvPr/>
        </p:nvSpPr>
        <p:spPr>
          <a:xfrm>
            <a:off x="4652040" y="3658742"/>
            <a:ext cx="382467" cy="3778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1" h="21600" extrusionOk="0">
                <a:moveTo>
                  <a:pt x="13328" y="12913"/>
                </a:moveTo>
                <a:cubicBezTo>
                  <a:pt x="20681" y="12913"/>
                  <a:pt x="20681" y="12913"/>
                  <a:pt x="20681" y="12913"/>
                </a:cubicBezTo>
                <a:cubicBezTo>
                  <a:pt x="21140" y="12913"/>
                  <a:pt x="21600" y="13148"/>
                  <a:pt x="21370" y="13852"/>
                </a:cubicBezTo>
                <a:cubicBezTo>
                  <a:pt x="20681" y="19957"/>
                  <a:pt x="20681" y="19957"/>
                  <a:pt x="20681" y="19957"/>
                </a:cubicBezTo>
                <a:cubicBezTo>
                  <a:pt x="20451" y="20426"/>
                  <a:pt x="19991" y="20896"/>
                  <a:pt x="19532" y="20896"/>
                </a:cubicBezTo>
                <a:cubicBezTo>
                  <a:pt x="12179" y="20896"/>
                  <a:pt x="12179" y="20896"/>
                  <a:pt x="12179" y="20896"/>
                </a:cubicBezTo>
                <a:cubicBezTo>
                  <a:pt x="11719" y="20896"/>
                  <a:pt x="11260" y="20426"/>
                  <a:pt x="11489" y="19957"/>
                </a:cubicBezTo>
                <a:cubicBezTo>
                  <a:pt x="12409" y="13852"/>
                  <a:pt x="12409" y="13852"/>
                  <a:pt x="12409" y="13852"/>
                </a:cubicBezTo>
                <a:cubicBezTo>
                  <a:pt x="12409" y="13148"/>
                  <a:pt x="12868" y="12913"/>
                  <a:pt x="13328" y="12913"/>
                </a:cubicBezTo>
                <a:close/>
                <a:moveTo>
                  <a:pt x="10570" y="0"/>
                </a:moveTo>
                <a:cubicBezTo>
                  <a:pt x="7813" y="0"/>
                  <a:pt x="5055" y="1174"/>
                  <a:pt x="3217" y="3052"/>
                </a:cubicBezTo>
                <a:cubicBezTo>
                  <a:pt x="1379" y="5165"/>
                  <a:pt x="0" y="7748"/>
                  <a:pt x="0" y="10800"/>
                </a:cubicBezTo>
                <a:cubicBezTo>
                  <a:pt x="0" y="13617"/>
                  <a:pt x="1379" y="16435"/>
                  <a:pt x="3217" y="18313"/>
                </a:cubicBezTo>
                <a:cubicBezTo>
                  <a:pt x="5055" y="20191"/>
                  <a:pt x="7813" y="21600"/>
                  <a:pt x="10570" y="21600"/>
                </a:cubicBezTo>
                <a:cubicBezTo>
                  <a:pt x="10800" y="21600"/>
                  <a:pt x="10800" y="21600"/>
                  <a:pt x="11030" y="21365"/>
                </a:cubicBezTo>
                <a:cubicBezTo>
                  <a:pt x="10570" y="21130"/>
                  <a:pt x="10340" y="20426"/>
                  <a:pt x="10340" y="19722"/>
                </a:cubicBezTo>
                <a:cubicBezTo>
                  <a:pt x="10570" y="19252"/>
                  <a:pt x="10570" y="19252"/>
                  <a:pt x="10570" y="19252"/>
                </a:cubicBezTo>
                <a:cubicBezTo>
                  <a:pt x="8272" y="19252"/>
                  <a:pt x="6204" y="18313"/>
                  <a:pt x="4596" y="16904"/>
                </a:cubicBezTo>
                <a:cubicBezTo>
                  <a:pt x="3217" y="15261"/>
                  <a:pt x="2298" y="13148"/>
                  <a:pt x="2298" y="10800"/>
                </a:cubicBezTo>
                <a:cubicBezTo>
                  <a:pt x="2298" y="8452"/>
                  <a:pt x="3217" y="6104"/>
                  <a:pt x="4596" y="4696"/>
                </a:cubicBezTo>
                <a:cubicBezTo>
                  <a:pt x="6204" y="3052"/>
                  <a:pt x="8272" y="2113"/>
                  <a:pt x="10570" y="2113"/>
                </a:cubicBezTo>
                <a:cubicBezTo>
                  <a:pt x="12868" y="2113"/>
                  <a:pt x="15166" y="3052"/>
                  <a:pt x="16545" y="4696"/>
                </a:cubicBezTo>
                <a:cubicBezTo>
                  <a:pt x="18153" y="6104"/>
                  <a:pt x="19072" y="8452"/>
                  <a:pt x="19072" y="10800"/>
                </a:cubicBezTo>
                <a:cubicBezTo>
                  <a:pt x="19072" y="11035"/>
                  <a:pt x="19072" y="11504"/>
                  <a:pt x="19072" y="11739"/>
                </a:cubicBezTo>
                <a:cubicBezTo>
                  <a:pt x="20681" y="11739"/>
                  <a:pt x="20681" y="11739"/>
                  <a:pt x="20681" y="11739"/>
                </a:cubicBezTo>
                <a:cubicBezTo>
                  <a:pt x="20911" y="11739"/>
                  <a:pt x="20911" y="11739"/>
                  <a:pt x="21140" y="11739"/>
                </a:cubicBezTo>
                <a:cubicBezTo>
                  <a:pt x="21140" y="11504"/>
                  <a:pt x="21140" y="11035"/>
                  <a:pt x="21140" y="10800"/>
                </a:cubicBezTo>
                <a:cubicBezTo>
                  <a:pt x="21140" y="7748"/>
                  <a:pt x="19991" y="5165"/>
                  <a:pt x="18153" y="3052"/>
                </a:cubicBezTo>
                <a:cubicBezTo>
                  <a:pt x="16085" y="1174"/>
                  <a:pt x="13557" y="0"/>
                  <a:pt x="10570" y="0"/>
                </a:cubicBezTo>
                <a:close/>
                <a:moveTo>
                  <a:pt x="10800" y="9626"/>
                </a:moveTo>
                <a:cubicBezTo>
                  <a:pt x="10570" y="9626"/>
                  <a:pt x="10340" y="9626"/>
                  <a:pt x="10340" y="9626"/>
                </a:cubicBezTo>
                <a:cubicBezTo>
                  <a:pt x="9421" y="7983"/>
                  <a:pt x="8272" y="6104"/>
                  <a:pt x="7123" y="4461"/>
                </a:cubicBezTo>
                <a:cubicBezTo>
                  <a:pt x="6894" y="4696"/>
                  <a:pt x="6664" y="4930"/>
                  <a:pt x="6204" y="4930"/>
                </a:cubicBezTo>
                <a:cubicBezTo>
                  <a:pt x="7123" y="7043"/>
                  <a:pt x="8272" y="8687"/>
                  <a:pt x="9421" y="10330"/>
                </a:cubicBezTo>
                <a:cubicBezTo>
                  <a:pt x="9191" y="10565"/>
                  <a:pt x="9191" y="11035"/>
                  <a:pt x="9191" y="11270"/>
                </a:cubicBezTo>
                <a:cubicBezTo>
                  <a:pt x="9191" y="12209"/>
                  <a:pt x="9881" y="12913"/>
                  <a:pt x="10800" y="12913"/>
                </a:cubicBezTo>
                <a:cubicBezTo>
                  <a:pt x="11719" y="12913"/>
                  <a:pt x="12409" y="12209"/>
                  <a:pt x="12409" y="11270"/>
                </a:cubicBezTo>
                <a:cubicBezTo>
                  <a:pt x="12409" y="11270"/>
                  <a:pt x="12409" y="11035"/>
                  <a:pt x="12409" y="11035"/>
                </a:cubicBezTo>
                <a:cubicBezTo>
                  <a:pt x="13328" y="10096"/>
                  <a:pt x="14247" y="9157"/>
                  <a:pt x="14936" y="7748"/>
                </a:cubicBezTo>
                <a:cubicBezTo>
                  <a:pt x="14706" y="7513"/>
                  <a:pt x="14477" y="7278"/>
                  <a:pt x="14247" y="7043"/>
                </a:cubicBezTo>
                <a:cubicBezTo>
                  <a:pt x="13098" y="7983"/>
                  <a:pt x="12179" y="8922"/>
                  <a:pt x="11489" y="9861"/>
                </a:cubicBezTo>
                <a:cubicBezTo>
                  <a:pt x="11260" y="9626"/>
                  <a:pt x="11030" y="9626"/>
                  <a:pt x="10800" y="9626"/>
                </a:cubicBezTo>
                <a:close/>
                <a:moveTo>
                  <a:pt x="19991" y="19487"/>
                </a:moveTo>
                <a:cubicBezTo>
                  <a:pt x="20221" y="17609"/>
                  <a:pt x="20221" y="17609"/>
                  <a:pt x="20221" y="17609"/>
                </a:cubicBezTo>
                <a:cubicBezTo>
                  <a:pt x="20221" y="17609"/>
                  <a:pt x="20221" y="17374"/>
                  <a:pt x="20221" y="17374"/>
                </a:cubicBezTo>
                <a:cubicBezTo>
                  <a:pt x="19991" y="17374"/>
                  <a:pt x="19991" y="17374"/>
                  <a:pt x="19991" y="17374"/>
                </a:cubicBezTo>
                <a:cubicBezTo>
                  <a:pt x="19762" y="17374"/>
                  <a:pt x="19532" y="17374"/>
                  <a:pt x="19532" y="17374"/>
                </a:cubicBezTo>
                <a:cubicBezTo>
                  <a:pt x="19762" y="16670"/>
                  <a:pt x="19762" y="16670"/>
                  <a:pt x="19762" y="16670"/>
                </a:cubicBezTo>
                <a:cubicBezTo>
                  <a:pt x="19072" y="16670"/>
                  <a:pt x="19072" y="16670"/>
                  <a:pt x="19072" y="16670"/>
                </a:cubicBezTo>
                <a:cubicBezTo>
                  <a:pt x="18613" y="19487"/>
                  <a:pt x="18613" y="19487"/>
                  <a:pt x="18613" y="19487"/>
                </a:cubicBezTo>
                <a:cubicBezTo>
                  <a:pt x="19072" y="19487"/>
                  <a:pt x="19072" y="19487"/>
                  <a:pt x="19072" y="19487"/>
                </a:cubicBezTo>
                <a:cubicBezTo>
                  <a:pt x="19532" y="17843"/>
                  <a:pt x="19532" y="17843"/>
                  <a:pt x="19532" y="17843"/>
                </a:cubicBezTo>
                <a:cubicBezTo>
                  <a:pt x="19532" y="17609"/>
                  <a:pt x="19532" y="17609"/>
                  <a:pt x="19532" y="17609"/>
                </a:cubicBezTo>
                <a:cubicBezTo>
                  <a:pt x="19762" y="17609"/>
                  <a:pt x="19762" y="17609"/>
                  <a:pt x="19762" y="17843"/>
                </a:cubicBezTo>
                <a:cubicBezTo>
                  <a:pt x="19302" y="19487"/>
                  <a:pt x="19302" y="19487"/>
                  <a:pt x="19302" y="19487"/>
                </a:cubicBezTo>
                <a:cubicBezTo>
                  <a:pt x="19991" y="19487"/>
                  <a:pt x="19991" y="19487"/>
                  <a:pt x="19991" y="19487"/>
                </a:cubicBezTo>
                <a:close/>
                <a:moveTo>
                  <a:pt x="14936" y="19487"/>
                </a:moveTo>
                <a:cubicBezTo>
                  <a:pt x="15166" y="18783"/>
                  <a:pt x="15166" y="18783"/>
                  <a:pt x="15166" y="18783"/>
                </a:cubicBezTo>
                <a:cubicBezTo>
                  <a:pt x="13787" y="18783"/>
                  <a:pt x="13787" y="18783"/>
                  <a:pt x="13787" y="18783"/>
                </a:cubicBezTo>
                <a:cubicBezTo>
                  <a:pt x="15396" y="16200"/>
                  <a:pt x="15396" y="16200"/>
                  <a:pt x="15396" y="16200"/>
                </a:cubicBezTo>
                <a:cubicBezTo>
                  <a:pt x="15626" y="15965"/>
                  <a:pt x="15626" y="15730"/>
                  <a:pt x="15626" y="15496"/>
                </a:cubicBezTo>
                <a:cubicBezTo>
                  <a:pt x="15855" y="15026"/>
                  <a:pt x="15855" y="14557"/>
                  <a:pt x="15626" y="14322"/>
                </a:cubicBezTo>
                <a:cubicBezTo>
                  <a:pt x="15396" y="14087"/>
                  <a:pt x="15166" y="13852"/>
                  <a:pt x="14706" y="13852"/>
                </a:cubicBezTo>
                <a:cubicBezTo>
                  <a:pt x="13787" y="13852"/>
                  <a:pt x="13328" y="14322"/>
                  <a:pt x="13098" y="15026"/>
                </a:cubicBezTo>
                <a:cubicBezTo>
                  <a:pt x="12868" y="15965"/>
                  <a:pt x="12868" y="15965"/>
                  <a:pt x="12868" y="15965"/>
                </a:cubicBezTo>
                <a:cubicBezTo>
                  <a:pt x="14017" y="15965"/>
                  <a:pt x="14017" y="15965"/>
                  <a:pt x="14017" y="15965"/>
                </a:cubicBezTo>
                <a:cubicBezTo>
                  <a:pt x="14247" y="15026"/>
                  <a:pt x="14247" y="15026"/>
                  <a:pt x="14247" y="15026"/>
                </a:cubicBezTo>
                <a:cubicBezTo>
                  <a:pt x="14247" y="14791"/>
                  <a:pt x="14247" y="14791"/>
                  <a:pt x="14477" y="14791"/>
                </a:cubicBezTo>
                <a:cubicBezTo>
                  <a:pt x="14706" y="14791"/>
                  <a:pt x="14706" y="15026"/>
                  <a:pt x="14706" y="15261"/>
                </a:cubicBezTo>
                <a:cubicBezTo>
                  <a:pt x="14477" y="15730"/>
                  <a:pt x="14477" y="15965"/>
                  <a:pt x="14247" y="16200"/>
                </a:cubicBezTo>
                <a:cubicBezTo>
                  <a:pt x="12409" y="18783"/>
                  <a:pt x="12409" y="18783"/>
                  <a:pt x="12409" y="18783"/>
                </a:cubicBezTo>
                <a:cubicBezTo>
                  <a:pt x="12409" y="19487"/>
                  <a:pt x="12409" y="19487"/>
                  <a:pt x="12409" y="19487"/>
                </a:cubicBezTo>
                <a:cubicBezTo>
                  <a:pt x="14936" y="19487"/>
                  <a:pt x="14936" y="19487"/>
                  <a:pt x="14936" y="19487"/>
                </a:cubicBezTo>
                <a:close/>
                <a:moveTo>
                  <a:pt x="18613" y="18783"/>
                </a:moveTo>
                <a:cubicBezTo>
                  <a:pt x="18613" y="17843"/>
                  <a:pt x="18613" y="17843"/>
                  <a:pt x="18613" y="17843"/>
                </a:cubicBezTo>
                <a:cubicBezTo>
                  <a:pt x="18153" y="17843"/>
                  <a:pt x="18153" y="17843"/>
                  <a:pt x="18153" y="17843"/>
                </a:cubicBezTo>
                <a:cubicBezTo>
                  <a:pt x="18843" y="14087"/>
                  <a:pt x="18843" y="14087"/>
                  <a:pt x="18843" y="14087"/>
                </a:cubicBezTo>
                <a:cubicBezTo>
                  <a:pt x="17234" y="14087"/>
                  <a:pt x="17234" y="14087"/>
                  <a:pt x="17234" y="14087"/>
                </a:cubicBezTo>
                <a:cubicBezTo>
                  <a:pt x="15396" y="17843"/>
                  <a:pt x="15396" y="17843"/>
                  <a:pt x="15396" y="17843"/>
                </a:cubicBezTo>
                <a:cubicBezTo>
                  <a:pt x="15166" y="18783"/>
                  <a:pt x="15166" y="18783"/>
                  <a:pt x="15166" y="18783"/>
                </a:cubicBezTo>
                <a:cubicBezTo>
                  <a:pt x="16774" y="18783"/>
                  <a:pt x="16774" y="18783"/>
                  <a:pt x="16774" y="18783"/>
                </a:cubicBezTo>
                <a:cubicBezTo>
                  <a:pt x="16774" y="19487"/>
                  <a:pt x="16774" y="19487"/>
                  <a:pt x="16774" y="19487"/>
                </a:cubicBezTo>
                <a:cubicBezTo>
                  <a:pt x="17923" y="19487"/>
                  <a:pt x="17923" y="19487"/>
                  <a:pt x="17923" y="19487"/>
                </a:cubicBezTo>
                <a:cubicBezTo>
                  <a:pt x="17923" y="18783"/>
                  <a:pt x="17923" y="18783"/>
                  <a:pt x="17923" y="18783"/>
                </a:cubicBezTo>
                <a:cubicBezTo>
                  <a:pt x="18613" y="18783"/>
                  <a:pt x="18613" y="18783"/>
                  <a:pt x="18613" y="18783"/>
                </a:cubicBezTo>
                <a:close/>
                <a:moveTo>
                  <a:pt x="17004" y="17843"/>
                </a:moveTo>
                <a:cubicBezTo>
                  <a:pt x="17234" y="15730"/>
                  <a:pt x="17234" y="15730"/>
                  <a:pt x="17234" y="15730"/>
                </a:cubicBezTo>
                <a:cubicBezTo>
                  <a:pt x="16545" y="17843"/>
                  <a:pt x="16545" y="17843"/>
                  <a:pt x="16545" y="17843"/>
                </a:cubicBezTo>
                <a:lnTo>
                  <a:pt x="17004" y="17843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7D7D7D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B0D1817-295A-4190-91E1-32CD25AA8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003" y="3105485"/>
            <a:ext cx="4197481" cy="2795285"/>
          </a:xfrm>
          <a:prstGeom prst="rect">
            <a:avLst/>
          </a:prstGeom>
          <a:effectLst>
            <a:outerShdw blurRad="127000" dist="38100" dir="2700000" algn="ctr" rotWithShape="0">
              <a:schemeClr val="accent1">
                <a:alpha val="20000"/>
              </a:schemeClr>
            </a:outerShdw>
          </a:effectLst>
        </p:spPr>
      </p:pic>
      <p:sp>
        <p:nvSpPr>
          <p:cNvPr id="15" name="半闭框 14">
            <a:extLst>
              <a:ext uri="{FF2B5EF4-FFF2-40B4-BE49-F238E27FC236}">
                <a16:creationId xmlns:a16="http://schemas.microsoft.com/office/drawing/2014/main" id="{19B1325E-4473-46CF-A553-690CB32DAB2C}"/>
              </a:ext>
            </a:extLst>
          </p:cNvPr>
          <p:cNvSpPr/>
          <p:nvPr/>
        </p:nvSpPr>
        <p:spPr>
          <a:xfrm>
            <a:off x="6422648" y="2925656"/>
            <a:ext cx="358226" cy="358226"/>
          </a:xfrm>
          <a:prstGeom prst="halfFram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FB7D3972-9EC7-477E-AA44-70C88938C354}"/>
              </a:ext>
            </a:extLst>
          </p:cNvPr>
          <p:cNvSpPr/>
          <p:nvPr/>
        </p:nvSpPr>
        <p:spPr>
          <a:xfrm rot="16200000" flipV="1">
            <a:off x="10612886" y="5694794"/>
            <a:ext cx="358226" cy="358226"/>
          </a:xfrm>
          <a:prstGeom prst="halfFram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55E4815-9426-4B87-880D-327C2BD9B018}"/>
              </a:ext>
            </a:extLst>
          </p:cNvPr>
          <p:cNvSpPr/>
          <p:nvPr/>
        </p:nvSpPr>
        <p:spPr>
          <a:xfrm>
            <a:off x="2064947" y="3537610"/>
            <a:ext cx="620109" cy="620109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4EB3DC3-E6DB-4D18-AF3B-E2C1357CAD41}"/>
              </a:ext>
            </a:extLst>
          </p:cNvPr>
          <p:cNvGrpSpPr/>
          <p:nvPr/>
        </p:nvGrpSpPr>
        <p:grpSpPr>
          <a:xfrm>
            <a:off x="2195888" y="3672262"/>
            <a:ext cx="358226" cy="350805"/>
            <a:chOff x="9149704" y="2603015"/>
            <a:chExt cx="627003" cy="614015"/>
          </a:xfrm>
        </p:grpSpPr>
        <p:sp>
          <p:nvSpPr>
            <p:cNvPr id="19" name="图形 102">
              <a:extLst>
                <a:ext uri="{FF2B5EF4-FFF2-40B4-BE49-F238E27FC236}">
                  <a16:creationId xmlns:a16="http://schemas.microsoft.com/office/drawing/2014/main" id="{67AD2488-C4AE-415C-87D4-654D7ACCBB9A}"/>
                </a:ext>
              </a:extLst>
            </p:cNvPr>
            <p:cNvSpPr/>
            <p:nvPr/>
          </p:nvSpPr>
          <p:spPr>
            <a:xfrm>
              <a:off x="9440311" y="2786895"/>
              <a:ext cx="336396" cy="430135"/>
            </a:xfrm>
            <a:custGeom>
              <a:avLst/>
              <a:gdLst>
                <a:gd name="connsiteX0" fmla="*/ 330537 w 336396"/>
                <a:gd name="connsiteY0" fmla="*/ 347434 h 430135"/>
                <a:gd name="connsiteX1" fmla="*/ 243767 w 336396"/>
                <a:gd name="connsiteY1" fmla="*/ 172099 h 430135"/>
                <a:gd name="connsiteX2" fmla="*/ 225045 w 336396"/>
                <a:gd name="connsiteY2" fmla="*/ 91591 h 430135"/>
                <a:gd name="connsiteX3" fmla="*/ 225045 w 336396"/>
                <a:gd name="connsiteY3" fmla="*/ 18207 h 430135"/>
                <a:gd name="connsiteX4" fmla="*/ 248333 w 336396"/>
                <a:gd name="connsiteY4" fmla="*/ 18207 h 430135"/>
                <a:gd name="connsiteX5" fmla="*/ 257500 w 336396"/>
                <a:gd name="connsiteY5" fmla="*/ 9177 h 430135"/>
                <a:gd name="connsiteX6" fmla="*/ 248480 w 336396"/>
                <a:gd name="connsiteY6" fmla="*/ 0 h 430135"/>
                <a:gd name="connsiteX7" fmla="*/ 248333 w 336396"/>
                <a:gd name="connsiteY7" fmla="*/ 0 h 430135"/>
                <a:gd name="connsiteX8" fmla="*/ 88051 w 336396"/>
                <a:gd name="connsiteY8" fmla="*/ 0 h 430135"/>
                <a:gd name="connsiteX9" fmla="*/ 78883 w 336396"/>
                <a:gd name="connsiteY9" fmla="*/ 9030 h 430135"/>
                <a:gd name="connsiteX10" fmla="*/ 87903 w 336396"/>
                <a:gd name="connsiteY10" fmla="*/ 18207 h 430135"/>
                <a:gd name="connsiteX11" fmla="*/ 88051 w 336396"/>
                <a:gd name="connsiteY11" fmla="*/ 18207 h 430135"/>
                <a:gd name="connsiteX12" fmla="*/ 111346 w 336396"/>
                <a:gd name="connsiteY12" fmla="*/ 18207 h 430135"/>
                <a:gd name="connsiteX13" fmla="*/ 111346 w 336396"/>
                <a:gd name="connsiteY13" fmla="*/ 91591 h 430135"/>
                <a:gd name="connsiteX14" fmla="*/ 92634 w 336396"/>
                <a:gd name="connsiteY14" fmla="*/ 172060 h 430135"/>
                <a:gd name="connsiteX15" fmla="*/ 5870 w 336396"/>
                <a:gd name="connsiteY15" fmla="*/ 347449 h 430135"/>
                <a:gd name="connsiteX16" fmla="*/ 8616 w 336396"/>
                <a:gd name="connsiteY16" fmla="*/ 402509 h 430135"/>
                <a:gd name="connsiteX17" fmla="*/ 58769 w 336396"/>
                <a:gd name="connsiteY17" fmla="*/ 430134 h 430135"/>
                <a:gd name="connsiteX18" fmla="*/ 277607 w 336396"/>
                <a:gd name="connsiteY18" fmla="*/ 430134 h 430135"/>
                <a:gd name="connsiteX19" fmla="*/ 327759 w 336396"/>
                <a:gd name="connsiteY19" fmla="*/ 402509 h 430135"/>
                <a:gd name="connsiteX20" fmla="*/ 330537 w 336396"/>
                <a:gd name="connsiteY20" fmla="*/ 347433 h 430135"/>
                <a:gd name="connsiteX21" fmla="*/ 91676 w 336396"/>
                <a:gd name="connsiteY21" fmla="*/ 308822 h 430135"/>
                <a:gd name="connsiteX22" fmla="*/ 82260 w 336396"/>
                <a:gd name="connsiteY22" fmla="*/ 327217 h 430135"/>
                <a:gd name="connsiteX23" fmla="*/ 69941 w 336396"/>
                <a:gd name="connsiteY23" fmla="*/ 330912 h 430135"/>
                <a:gd name="connsiteX24" fmla="*/ 66089 w 336396"/>
                <a:gd name="connsiteY24" fmla="*/ 318891 h 430135"/>
                <a:gd name="connsiteX25" fmla="*/ 75505 w 336396"/>
                <a:gd name="connsiteY25" fmla="*/ 300504 h 430135"/>
                <a:gd name="connsiteX26" fmla="*/ 87858 w 336396"/>
                <a:gd name="connsiteY26" fmla="*/ 296920 h 430135"/>
                <a:gd name="connsiteX27" fmla="*/ 91676 w 336396"/>
                <a:gd name="connsiteY27" fmla="*/ 308822 h 430135"/>
                <a:gd name="connsiteX28" fmla="*/ 139357 w 336396"/>
                <a:gd name="connsiteY28" fmla="*/ 215762 h 430135"/>
                <a:gd name="connsiteX29" fmla="*/ 108161 w 336396"/>
                <a:gd name="connsiteY29" fmla="*/ 276658 h 430135"/>
                <a:gd name="connsiteX30" fmla="*/ 95897 w 336396"/>
                <a:gd name="connsiteY30" fmla="*/ 280608 h 430135"/>
                <a:gd name="connsiteX31" fmla="*/ 91951 w 336396"/>
                <a:gd name="connsiteY31" fmla="*/ 268332 h 430135"/>
                <a:gd name="connsiteX32" fmla="*/ 123147 w 336396"/>
                <a:gd name="connsiteY32" fmla="*/ 207436 h 430135"/>
                <a:gd name="connsiteX33" fmla="*/ 135410 w 336396"/>
                <a:gd name="connsiteY33" fmla="*/ 203486 h 430135"/>
                <a:gd name="connsiteX34" fmla="*/ 139357 w 336396"/>
                <a:gd name="connsiteY34" fmla="*/ 215762 h 430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36396" h="430135">
                  <a:moveTo>
                    <a:pt x="330537" y="347434"/>
                  </a:moveTo>
                  <a:lnTo>
                    <a:pt x="243767" y="172099"/>
                  </a:lnTo>
                  <a:cubicBezTo>
                    <a:pt x="231432" y="147059"/>
                    <a:pt x="225026" y="119510"/>
                    <a:pt x="225045" y="91591"/>
                  </a:cubicBezTo>
                  <a:lnTo>
                    <a:pt x="225045" y="18207"/>
                  </a:lnTo>
                  <a:lnTo>
                    <a:pt x="248333" y="18207"/>
                  </a:lnTo>
                  <a:cubicBezTo>
                    <a:pt x="253355" y="18248"/>
                    <a:pt x="257460" y="14205"/>
                    <a:pt x="257500" y="9177"/>
                  </a:cubicBezTo>
                  <a:cubicBezTo>
                    <a:pt x="257541" y="4150"/>
                    <a:pt x="253503" y="41"/>
                    <a:pt x="248480" y="0"/>
                  </a:cubicBezTo>
                  <a:cubicBezTo>
                    <a:pt x="248431" y="0"/>
                    <a:pt x="248382" y="0"/>
                    <a:pt x="248333" y="0"/>
                  </a:cubicBezTo>
                  <a:lnTo>
                    <a:pt x="88051" y="0"/>
                  </a:lnTo>
                  <a:cubicBezTo>
                    <a:pt x="83028" y="-41"/>
                    <a:pt x="78924" y="4002"/>
                    <a:pt x="78883" y="9030"/>
                  </a:cubicBezTo>
                  <a:cubicBezTo>
                    <a:pt x="78842" y="14057"/>
                    <a:pt x="82881" y="18166"/>
                    <a:pt x="87903" y="18207"/>
                  </a:cubicBezTo>
                  <a:cubicBezTo>
                    <a:pt x="87952" y="18207"/>
                    <a:pt x="88001" y="18207"/>
                    <a:pt x="88051" y="18207"/>
                  </a:cubicBezTo>
                  <a:lnTo>
                    <a:pt x="111346" y="18207"/>
                  </a:lnTo>
                  <a:lnTo>
                    <a:pt x="111346" y="91591"/>
                  </a:lnTo>
                  <a:cubicBezTo>
                    <a:pt x="111365" y="119497"/>
                    <a:pt x="104962" y="147032"/>
                    <a:pt x="92634" y="172060"/>
                  </a:cubicBezTo>
                  <a:lnTo>
                    <a:pt x="5870" y="347449"/>
                  </a:lnTo>
                  <a:cubicBezTo>
                    <a:pt x="-2841" y="365032"/>
                    <a:pt x="-1801" y="385882"/>
                    <a:pt x="8616" y="402509"/>
                  </a:cubicBezTo>
                  <a:cubicBezTo>
                    <a:pt x="19406" y="419812"/>
                    <a:pt x="38393" y="430270"/>
                    <a:pt x="58769" y="430134"/>
                  </a:cubicBezTo>
                  <a:lnTo>
                    <a:pt x="277607" y="430134"/>
                  </a:lnTo>
                  <a:cubicBezTo>
                    <a:pt x="297986" y="430284"/>
                    <a:pt x="316979" y="419822"/>
                    <a:pt x="327759" y="402509"/>
                  </a:cubicBezTo>
                  <a:cubicBezTo>
                    <a:pt x="338191" y="385883"/>
                    <a:pt x="339243" y="365026"/>
                    <a:pt x="330537" y="347433"/>
                  </a:cubicBezTo>
                  <a:close/>
                  <a:moveTo>
                    <a:pt x="91676" y="308822"/>
                  </a:moveTo>
                  <a:lnTo>
                    <a:pt x="82260" y="327217"/>
                  </a:lnTo>
                  <a:cubicBezTo>
                    <a:pt x="79878" y="331643"/>
                    <a:pt x="74362" y="333297"/>
                    <a:pt x="69941" y="330912"/>
                  </a:cubicBezTo>
                  <a:cubicBezTo>
                    <a:pt x="65639" y="328592"/>
                    <a:pt x="63938" y="323283"/>
                    <a:pt x="66089" y="318891"/>
                  </a:cubicBezTo>
                  <a:lnTo>
                    <a:pt x="75505" y="300504"/>
                  </a:lnTo>
                  <a:cubicBezTo>
                    <a:pt x="77928" y="296099"/>
                    <a:pt x="83458" y="294495"/>
                    <a:pt x="87858" y="296920"/>
                  </a:cubicBezTo>
                  <a:cubicBezTo>
                    <a:pt x="92080" y="299247"/>
                    <a:pt x="93755" y="304468"/>
                    <a:pt x="91676" y="308822"/>
                  </a:cubicBezTo>
                  <a:close/>
                  <a:moveTo>
                    <a:pt x="139357" y="215762"/>
                  </a:moveTo>
                  <a:lnTo>
                    <a:pt x="108161" y="276658"/>
                  </a:lnTo>
                  <a:cubicBezTo>
                    <a:pt x="105864" y="281139"/>
                    <a:pt x="100373" y="282907"/>
                    <a:pt x="95897" y="280608"/>
                  </a:cubicBezTo>
                  <a:cubicBezTo>
                    <a:pt x="91421" y="278309"/>
                    <a:pt x="89654" y="272813"/>
                    <a:pt x="91951" y="268332"/>
                  </a:cubicBezTo>
                  <a:lnTo>
                    <a:pt x="123147" y="207436"/>
                  </a:lnTo>
                  <a:cubicBezTo>
                    <a:pt x="125444" y="202955"/>
                    <a:pt x="130934" y="201187"/>
                    <a:pt x="135410" y="203486"/>
                  </a:cubicBezTo>
                  <a:cubicBezTo>
                    <a:pt x="139887" y="205785"/>
                    <a:pt x="141654" y="211281"/>
                    <a:pt x="139357" y="215762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 lang="zh-CN" altLang="en-US" b="1" kern="0" dirty="0">
                <a:solidFill>
                  <a:srgbClr val="7D7D7D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图形 102">
              <a:extLst>
                <a:ext uri="{FF2B5EF4-FFF2-40B4-BE49-F238E27FC236}">
                  <a16:creationId xmlns:a16="http://schemas.microsoft.com/office/drawing/2014/main" id="{20EA54AF-5496-4C8E-BA45-376C84F5C79C}"/>
                </a:ext>
              </a:extLst>
            </p:cNvPr>
            <p:cNvSpPr/>
            <p:nvPr/>
          </p:nvSpPr>
          <p:spPr>
            <a:xfrm>
              <a:off x="9149704" y="2603015"/>
              <a:ext cx="372020" cy="586681"/>
            </a:xfrm>
            <a:custGeom>
              <a:avLst/>
              <a:gdLst>
                <a:gd name="connsiteX0" fmla="*/ 332460 w 372020"/>
                <a:gd name="connsiteY0" fmla="*/ 234722 h 586681"/>
                <a:gd name="connsiteX1" fmla="*/ 306929 w 372020"/>
                <a:gd name="connsiteY1" fmla="*/ 124885 h 586681"/>
                <a:gd name="connsiteX2" fmla="*/ 306929 w 372020"/>
                <a:gd name="connsiteY2" fmla="*/ 24836 h 586681"/>
                <a:gd name="connsiteX3" fmla="*/ 338690 w 372020"/>
                <a:gd name="connsiteY3" fmla="*/ 24836 h 586681"/>
                <a:gd name="connsiteX4" fmla="*/ 351181 w 372020"/>
                <a:gd name="connsiteY4" fmla="*/ 12505 h 586681"/>
                <a:gd name="connsiteX5" fmla="*/ 338862 w 372020"/>
                <a:gd name="connsiteY5" fmla="*/ 0 h 586681"/>
                <a:gd name="connsiteX6" fmla="*/ 338690 w 372020"/>
                <a:gd name="connsiteY6" fmla="*/ 0 h 586681"/>
                <a:gd name="connsiteX7" fmla="*/ 120087 w 372020"/>
                <a:gd name="connsiteY7" fmla="*/ 0 h 586681"/>
                <a:gd name="connsiteX8" fmla="*/ 107769 w 372020"/>
                <a:gd name="connsiteY8" fmla="*/ 12505 h 586681"/>
                <a:gd name="connsiteX9" fmla="*/ 120087 w 372020"/>
                <a:gd name="connsiteY9" fmla="*/ 24836 h 586681"/>
                <a:gd name="connsiteX10" fmla="*/ 151849 w 372020"/>
                <a:gd name="connsiteY10" fmla="*/ 24836 h 586681"/>
                <a:gd name="connsiteX11" fmla="*/ 151849 w 372020"/>
                <a:gd name="connsiteY11" fmla="*/ 124886 h 586681"/>
                <a:gd name="connsiteX12" fmla="*/ 126317 w 372020"/>
                <a:gd name="connsiteY12" fmla="*/ 234676 h 586681"/>
                <a:gd name="connsiteX13" fmla="*/ 7997 w 372020"/>
                <a:gd name="connsiteY13" fmla="*/ 473883 h 586681"/>
                <a:gd name="connsiteX14" fmla="*/ 11763 w 372020"/>
                <a:gd name="connsiteY14" fmla="*/ 548980 h 586681"/>
                <a:gd name="connsiteX15" fmla="*/ 80166 w 372020"/>
                <a:gd name="connsiteY15" fmla="*/ 586681 h 586681"/>
                <a:gd name="connsiteX16" fmla="*/ 272257 w 372020"/>
                <a:gd name="connsiteY16" fmla="*/ 586681 h 586681"/>
                <a:gd name="connsiteX17" fmla="*/ 274226 w 372020"/>
                <a:gd name="connsiteY17" fmla="*/ 520390 h 586681"/>
                <a:gd name="connsiteX18" fmla="*/ 360981 w 372020"/>
                <a:gd name="connsiteY18" fmla="*/ 344945 h 586681"/>
                <a:gd name="connsiteX19" fmla="*/ 372020 w 372020"/>
                <a:gd name="connsiteY19" fmla="*/ 314658 h 586681"/>
                <a:gd name="connsiteX20" fmla="*/ 125031 w 372020"/>
                <a:gd name="connsiteY20" fmla="*/ 421203 h 586681"/>
                <a:gd name="connsiteX21" fmla="*/ 112194 w 372020"/>
                <a:gd name="connsiteY21" fmla="*/ 446282 h 586681"/>
                <a:gd name="connsiteX22" fmla="*/ 101170 w 372020"/>
                <a:gd name="connsiteY22" fmla="*/ 453022 h 586681"/>
                <a:gd name="connsiteX23" fmla="*/ 95498 w 372020"/>
                <a:gd name="connsiteY23" fmla="*/ 451639 h 586681"/>
                <a:gd name="connsiteX24" fmla="*/ 90129 w 372020"/>
                <a:gd name="connsiteY24" fmla="*/ 434967 h 586681"/>
                <a:gd name="connsiteX25" fmla="*/ 90147 w 372020"/>
                <a:gd name="connsiteY25" fmla="*/ 434932 h 586681"/>
                <a:gd name="connsiteX26" fmla="*/ 103014 w 372020"/>
                <a:gd name="connsiteY26" fmla="*/ 409845 h 586681"/>
                <a:gd name="connsiteX27" fmla="*/ 119711 w 372020"/>
                <a:gd name="connsiteY27" fmla="*/ 404488 h 586681"/>
                <a:gd name="connsiteX28" fmla="*/ 125062 w 372020"/>
                <a:gd name="connsiteY28" fmla="*/ 421203 h 586681"/>
                <a:gd name="connsiteX29" fmla="*/ 190090 w 372020"/>
                <a:gd name="connsiteY29" fmla="*/ 294267 h 586681"/>
                <a:gd name="connsiteX30" fmla="*/ 147541 w 372020"/>
                <a:gd name="connsiteY30" fmla="*/ 377320 h 586681"/>
                <a:gd name="connsiteX31" fmla="*/ 136518 w 372020"/>
                <a:gd name="connsiteY31" fmla="*/ 384083 h 586681"/>
                <a:gd name="connsiteX32" fmla="*/ 124100 w 372020"/>
                <a:gd name="connsiteY32" fmla="*/ 371694 h 586681"/>
                <a:gd name="connsiteX33" fmla="*/ 125462 w 372020"/>
                <a:gd name="connsiteY33" fmla="*/ 366017 h 586681"/>
                <a:gd name="connsiteX34" fmla="*/ 167989 w 372020"/>
                <a:gd name="connsiteY34" fmla="*/ 282917 h 586681"/>
                <a:gd name="connsiteX35" fmla="*/ 184737 w 372020"/>
                <a:gd name="connsiteY35" fmla="*/ 277617 h 586681"/>
                <a:gd name="connsiteX36" fmla="*/ 190092 w 372020"/>
                <a:gd name="connsiteY36" fmla="*/ 294267 h 58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72020" h="586681">
                  <a:moveTo>
                    <a:pt x="332460" y="234722"/>
                  </a:moveTo>
                  <a:cubicBezTo>
                    <a:pt x="315636" y="200559"/>
                    <a:pt x="306900" y="162975"/>
                    <a:pt x="306929" y="124885"/>
                  </a:cubicBezTo>
                  <a:lnTo>
                    <a:pt x="306929" y="24836"/>
                  </a:lnTo>
                  <a:lnTo>
                    <a:pt x="338690" y="24836"/>
                  </a:lnTo>
                  <a:cubicBezTo>
                    <a:pt x="345541" y="24884"/>
                    <a:pt x="351133" y="19363"/>
                    <a:pt x="351181" y="12505"/>
                  </a:cubicBezTo>
                  <a:cubicBezTo>
                    <a:pt x="351228" y="5646"/>
                    <a:pt x="345713" y="48"/>
                    <a:pt x="338862" y="0"/>
                  </a:cubicBezTo>
                  <a:cubicBezTo>
                    <a:pt x="338805" y="0"/>
                    <a:pt x="338747" y="0"/>
                    <a:pt x="338690" y="0"/>
                  </a:cubicBezTo>
                  <a:lnTo>
                    <a:pt x="120087" y="0"/>
                  </a:lnTo>
                  <a:cubicBezTo>
                    <a:pt x="113236" y="48"/>
                    <a:pt x="107721" y="5646"/>
                    <a:pt x="107769" y="12505"/>
                  </a:cubicBezTo>
                  <a:cubicBezTo>
                    <a:pt x="107816" y="19295"/>
                    <a:pt x="113303" y="24789"/>
                    <a:pt x="120087" y="24836"/>
                  </a:cubicBezTo>
                  <a:lnTo>
                    <a:pt x="151849" y="24836"/>
                  </a:lnTo>
                  <a:lnTo>
                    <a:pt x="151849" y="124886"/>
                  </a:lnTo>
                  <a:cubicBezTo>
                    <a:pt x="151872" y="162959"/>
                    <a:pt x="143136" y="200527"/>
                    <a:pt x="126317" y="234676"/>
                  </a:cubicBezTo>
                  <a:lnTo>
                    <a:pt x="7997" y="473883"/>
                  </a:lnTo>
                  <a:cubicBezTo>
                    <a:pt x="-3877" y="497868"/>
                    <a:pt x="-2451" y="526306"/>
                    <a:pt x="11763" y="548980"/>
                  </a:cubicBezTo>
                  <a:cubicBezTo>
                    <a:pt x="26444" y="572543"/>
                    <a:pt x="52006" y="586681"/>
                    <a:pt x="80166" y="586681"/>
                  </a:cubicBezTo>
                  <a:lnTo>
                    <a:pt x="272257" y="586681"/>
                  </a:lnTo>
                  <a:cubicBezTo>
                    <a:pt x="263625" y="565333"/>
                    <a:pt x="263822" y="541518"/>
                    <a:pt x="274226" y="520390"/>
                  </a:cubicBezTo>
                  <a:lnTo>
                    <a:pt x="360981" y="344945"/>
                  </a:lnTo>
                  <a:cubicBezTo>
                    <a:pt x="365675" y="335249"/>
                    <a:pt x="369374" y="325102"/>
                    <a:pt x="372020" y="314658"/>
                  </a:cubicBezTo>
                  <a:close/>
                  <a:moveTo>
                    <a:pt x="125031" y="421203"/>
                  </a:moveTo>
                  <a:lnTo>
                    <a:pt x="112194" y="446282"/>
                  </a:lnTo>
                  <a:cubicBezTo>
                    <a:pt x="110077" y="450424"/>
                    <a:pt x="105818" y="453028"/>
                    <a:pt x="101170" y="453022"/>
                  </a:cubicBezTo>
                  <a:cubicBezTo>
                    <a:pt x="99196" y="453027"/>
                    <a:pt x="97249" y="452553"/>
                    <a:pt x="95498" y="451639"/>
                  </a:cubicBezTo>
                  <a:cubicBezTo>
                    <a:pt x="89416" y="448519"/>
                    <a:pt x="87012" y="441055"/>
                    <a:pt x="90129" y="434967"/>
                  </a:cubicBezTo>
                  <a:cubicBezTo>
                    <a:pt x="90135" y="434955"/>
                    <a:pt x="90141" y="434944"/>
                    <a:pt x="90147" y="434932"/>
                  </a:cubicBezTo>
                  <a:lnTo>
                    <a:pt x="103014" y="409845"/>
                  </a:lnTo>
                  <a:cubicBezTo>
                    <a:pt x="106147" y="403750"/>
                    <a:pt x="113622" y="401352"/>
                    <a:pt x="119711" y="404488"/>
                  </a:cubicBezTo>
                  <a:cubicBezTo>
                    <a:pt x="125799" y="407625"/>
                    <a:pt x="128195" y="415108"/>
                    <a:pt x="125062" y="421203"/>
                  </a:cubicBezTo>
                  <a:close/>
                  <a:moveTo>
                    <a:pt x="190090" y="294267"/>
                  </a:moveTo>
                  <a:lnTo>
                    <a:pt x="147541" y="377320"/>
                  </a:lnTo>
                  <a:cubicBezTo>
                    <a:pt x="145418" y="381459"/>
                    <a:pt x="141166" y="384068"/>
                    <a:pt x="136518" y="384083"/>
                  </a:cubicBezTo>
                  <a:cubicBezTo>
                    <a:pt x="129671" y="384095"/>
                    <a:pt x="124111" y="378548"/>
                    <a:pt x="124100" y="371694"/>
                  </a:cubicBezTo>
                  <a:cubicBezTo>
                    <a:pt x="124096" y="369720"/>
                    <a:pt x="124563" y="367774"/>
                    <a:pt x="125462" y="366017"/>
                  </a:cubicBezTo>
                  <a:lnTo>
                    <a:pt x="167989" y="282917"/>
                  </a:lnTo>
                  <a:cubicBezTo>
                    <a:pt x="171152" y="276824"/>
                    <a:pt x="178650" y="274451"/>
                    <a:pt x="184737" y="277617"/>
                  </a:cubicBezTo>
                  <a:cubicBezTo>
                    <a:pt x="190779" y="280760"/>
                    <a:pt x="193167" y="288186"/>
                    <a:pt x="190092" y="29426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 lang="zh-CN" altLang="en-US" b="1" kern="0" dirty="0">
                <a:solidFill>
                  <a:srgbClr val="7D7D7D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1" name="椭圆 20">
            <a:extLst>
              <a:ext uri="{FF2B5EF4-FFF2-40B4-BE49-F238E27FC236}">
                <a16:creationId xmlns:a16="http://schemas.microsoft.com/office/drawing/2014/main" id="{3E6F8C93-8303-440B-92FC-EFAE1EAFB859}"/>
              </a:ext>
            </a:extLst>
          </p:cNvPr>
          <p:cNvSpPr/>
          <p:nvPr/>
        </p:nvSpPr>
        <p:spPr>
          <a:xfrm>
            <a:off x="4533219" y="4833754"/>
            <a:ext cx="620109" cy="620109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图形 72">
            <a:extLst>
              <a:ext uri="{FF2B5EF4-FFF2-40B4-BE49-F238E27FC236}">
                <a16:creationId xmlns:a16="http://schemas.microsoft.com/office/drawing/2014/main" id="{BEFF895E-05EC-498B-B6B0-29F03A6CEFEB}"/>
              </a:ext>
            </a:extLst>
          </p:cNvPr>
          <p:cNvSpPr/>
          <p:nvPr/>
        </p:nvSpPr>
        <p:spPr>
          <a:xfrm>
            <a:off x="4700945" y="4934002"/>
            <a:ext cx="284657" cy="419612"/>
          </a:xfrm>
          <a:custGeom>
            <a:avLst/>
            <a:gdLst>
              <a:gd name="connsiteX0" fmla="*/ 426916 w 475996"/>
              <a:gd name="connsiteY0" fmla="*/ 316173 h 701664"/>
              <a:gd name="connsiteX1" fmla="*/ 242001 w 475996"/>
              <a:gd name="connsiteY1" fmla="*/ 5983 h 701664"/>
              <a:gd name="connsiteX2" fmla="*/ 242494 w 475996"/>
              <a:gd name="connsiteY2" fmla="*/ 0 h 701664"/>
              <a:gd name="connsiteX3" fmla="*/ 65409 w 475996"/>
              <a:gd name="connsiteY3" fmla="*/ 629473 h 701664"/>
              <a:gd name="connsiteX4" fmla="*/ 426916 w 475996"/>
              <a:gd name="connsiteY4" fmla="*/ 316173 h 701664"/>
              <a:gd name="connsiteX5" fmla="*/ 188389 w 475996"/>
              <a:gd name="connsiteY5" fmla="*/ 645582 h 701664"/>
              <a:gd name="connsiteX6" fmla="*/ 60475 w 475996"/>
              <a:gd name="connsiteY6" fmla="*/ 498686 h 701664"/>
              <a:gd name="connsiteX7" fmla="*/ 131331 w 475996"/>
              <a:gd name="connsiteY7" fmla="*/ 305539 h 701664"/>
              <a:gd name="connsiteX8" fmla="*/ 130791 w 475996"/>
              <a:gd name="connsiteY8" fmla="*/ 307105 h 701664"/>
              <a:gd name="connsiteX9" fmla="*/ 133406 w 475996"/>
              <a:gd name="connsiteY9" fmla="*/ 537990 h 701664"/>
              <a:gd name="connsiteX10" fmla="*/ 245266 w 475996"/>
              <a:gd name="connsiteY10" fmla="*/ 589848 h 701664"/>
              <a:gd name="connsiteX11" fmla="*/ 188389 w 475996"/>
              <a:gd name="connsiteY11" fmla="*/ 645582 h 7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5996" h="701664">
                <a:moveTo>
                  <a:pt x="426916" y="316173"/>
                </a:moveTo>
                <a:cubicBezTo>
                  <a:pt x="377964" y="240133"/>
                  <a:pt x="257765" y="54497"/>
                  <a:pt x="242001" y="5983"/>
                </a:cubicBezTo>
                <a:lnTo>
                  <a:pt x="242494" y="0"/>
                </a:lnTo>
                <a:cubicBezTo>
                  <a:pt x="202853" y="184877"/>
                  <a:pt x="-140784" y="441103"/>
                  <a:pt x="65409" y="629473"/>
                </a:cubicBezTo>
                <a:cubicBezTo>
                  <a:pt x="282573" y="827813"/>
                  <a:pt x="598347" y="582486"/>
                  <a:pt x="426916" y="316173"/>
                </a:cubicBezTo>
                <a:close/>
                <a:moveTo>
                  <a:pt x="188389" y="645582"/>
                </a:moveTo>
                <a:cubicBezTo>
                  <a:pt x="122670" y="635331"/>
                  <a:pt x="65339" y="561428"/>
                  <a:pt x="60475" y="498686"/>
                </a:cubicBezTo>
                <a:cubicBezTo>
                  <a:pt x="54297" y="419027"/>
                  <a:pt x="93985" y="353152"/>
                  <a:pt x="131331" y="305539"/>
                </a:cubicBezTo>
                <a:lnTo>
                  <a:pt x="130791" y="307105"/>
                </a:lnTo>
                <a:cubicBezTo>
                  <a:pt x="105449" y="355885"/>
                  <a:pt x="72512" y="456108"/>
                  <a:pt x="133406" y="537990"/>
                </a:cubicBezTo>
                <a:cubicBezTo>
                  <a:pt x="155991" y="568343"/>
                  <a:pt x="230982" y="562791"/>
                  <a:pt x="245266" y="589848"/>
                </a:cubicBezTo>
                <a:cubicBezTo>
                  <a:pt x="267036" y="631078"/>
                  <a:pt x="227341" y="651674"/>
                  <a:pt x="188389" y="645582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/>
          <a:lstStyle/>
          <a:p>
            <a:endParaRPr lang="zh-CN" altLang="en-US" b="1" kern="0" dirty="0">
              <a:solidFill>
                <a:srgbClr val="7D7D7D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E3F163F-430D-4755-A32F-3B749DE5A3BC}"/>
              </a:ext>
            </a:extLst>
          </p:cNvPr>
          <p:cNvSpPr/>
          <p:nvPr/>
        </p:nvSpPr>
        <p:spPr>
          <a:xfrm>
            <a:off x="2064947" y="4833754"/>
            <a:ext cx="620109" cy="620109"/>
          </a:xfrm>
          <a:prstGeom prst="ellipse">
            <a:avLst/>
          </a:prstGeom>
          <a:solidFill>
            <a:srgbClr val="182863"/>
          </a:solidFill>
          <a:ln>
            <a:noFill/>
          </a:ln>
          <a:effectLst>
            <a:outerShdw blurRad="203200" dist="127000" dir="5400000" sx="87000" sy="87000" algn="t" rotWithShape="0">
              <a:schemeClr val="accent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2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图形 96">
            <a:extLst>
              <a:ext uri="{FF2B5EF4-FFF2-40B4-BE49-F238E27FC236}">
                <a16:creationId xmlns:a16="http://schemas.microsoft.com/office/drawing/2014/main" id="{9DEEEE66-9CFE-4713-908C-35C99DD20C9B}"/>
              </a:ext>
            </a:extLst>
          </p:cNvPr>
          <p:cNvSpPr/>
          <p:nvPr/>
        </p:nvSpPr>
        <p:spPr>
          <a:xfrm>
            <a:off x="2195888" y="4973251"/>
            <a:ext cx="358226" cy="341114"/>
          </a:xfrm>
          <a:custGeom>
            <a:avLst/>
            <a:gdLst>
              <a:gd name="connsiteX0" fmla="*/ 437277 w 584728"/>
              <a:gd name="connsiteY0" fmla="*/ 376270 h 556797"/>
              <a:gd name="connsiteX1" fmla="*/ 401807 w 584728"/>
              <a:gd name="connsiteY1" fmla="*/ 413741 h 556797"/>
              <a:gd name="connsiteX2" fmla="*/ 310232 w 584728"/>
              <a:gd name="connsiteY2" fmla="*/ 395762 h 556797"/>
              <a:gd name="connsiteX3" fmla="*/ 288093 w 584728"/>
              <a:gd name="connsiteY3" fmla="*/ 317121 h 556797"/>
              <a:gd name="connsiteX4" fmla="*/ 223123 w 584728"/>
              <a:gd name="connsiteY4" fmla="*/ 257907 h 556797"/>
              <a:gd name="connsiteX5" fmla="*/ 264391 w 584728"/>
              <a:gd name="connsiteY5" fmla="*/ 140947 h 556797"/>
              <a:gd name="connsiteX6" fmla="*/ 298125 w 584728"/>
              <a:gd name="connsiteY6" fmla="*/ 130882 h 556797"/>
              <a:gd name="connsiteX7" fmla="*/ 322116 w 584728"/>
              <a:gd name="connsiteY7" fmla="*/ 34101 h 556797"/>
              <a:gd name="connsiteX8" fmla="*/ 225348 w 584728"/>
              <a:gd name="connsiteY8" fmla="*/ 10146 h 556797"/>
              <a:gd name="connsiteX9" fmla="*/ 192366 w 584728"/>
              <a:gd name="connsiteY9" fmla="*/ 58303 h 556797"/>
              <a:gd name="connsiteX10" fmla="*/ 104166 w 584728"/>
              <a:gd name="connsiteY10" fmla="*/ 63703 h 556797"/>
              <a:gd name="connsiteX11" fmla="*/ 86789 w 584728"/>
              <a:gd name="connsiteY11" fmla="*/ 42668 h 556797"/>
              <a:gd name="connsiteX12" fmla="*/ 10431 w 584728"/>
              <a:gd name="connsiteY12" fmla="*/ 54785 h 556797"/>
              <a:gd name="connsiteX13" fmla="*/ 22555 w 584728"/>
              <a:gd name="connsiteY13" fmla="*/ 131168 h 556797"/>
              <a:gd name="connsiteX14" fmla="*/ 98904 w 584728"/>
              <a:gd name="connsiteY14" fmla="*/ 119006 h 556797"/>
              <a:gd name="connsiteX15" fmla="*/ 109110 w 584728"/>
              <a:gd name="connsiteY15" fmla="*/ 91343 h 556797"/>
              <a:gd name="connsiteX16" fmla="*/ 193044 w 584728"/>
              <a:gd name="connsiteY16" fmla="*/ 86203 h 556797"/>
              <a:gd name="connsiteX17" fmla="*/ 201363 w 584728"/>
              <a:gd name="connsiteY17" fmla="*/ 106887 h 556797"/>
              <a:gd name="connsiteX18" fmla="*/ 229101 w 584728"/>
              <a:gd name="connsiteY18" fmla="*/ 132914 h 556797"/>
              <a:gd name="connsiteX19" fmla="*/ 189156 w 584728"/>
              <a:gd name="connsiteY19" fmla="*/ 246135 h 556797"/>
              <a:gd name="connsiteX20" fmla="*/ 76252 w 584728"/>
              <a:gd name="connsiteY20" fmla="*/ 264614 h 556797"/>
              <a:gd name="connsiteX21" fmla="*/ 23762 w 584728"/>
              <a:gd name="connsiteY21" fmla="*/ 476470 h 556797"/>
              <a:gd name="connsiteX22" fmla="*/ 235602 w 584728"/>
              <a:gd name="connsiteY22" fmla="*/ 528961 h 556797"/>
              <a:gd name="connsiteX23" fmla="*/ 305137 w 584728"/>
              <a:gd name="connsiteY23" fmla="*/ 435980 h 556797"/>
              <a:gd name="connsiteX24" fmla="*/ 390534 w 584728"/>
              <a:gd name="connsiteY24" fmla="*/ 452759 h 556797"/>
              <a:gd name="connsiteX25" fmla="*/ 404188 w 584728"/>
              <a:gd name="connsiteY25" fmla="*/ 509725 h 556797"/>
              <a:gd name="connsiteX26" fmla="*/ 537676 w 584728"/>
              <a:gd name="connsiteY26" fmla="*/ 542804 h 556797"/>
              <a:gd name="connsiteX27" fmla="*/ 570757 w 584728"/>
              <a:gd name="connsiteY27" fmla="*/ 409341 h 556797"/>
              <a:gd name="connsiteX28" fmla="*/ 437277 w 584728"/>
              <a:gd name="connsiteY28" fmla="*/ 376269 h 556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84728" h="556797">
                <a:moveTo>
                  <a:pt x="437277" y="376270"/>
                </a:moveTo>
                <a:cubicBezTo>
                  <a:pt x="421680" y="385647"/>
                  <a:pt x="409780" y="398772"/>
                  <a:pt x="401807" y="413741"/>
                </a:cubicBezTo>
                <a:lnTo>
                  <a:pt x="310232" y="395762"/>
                </a:lnTo>
                <a:cubicBezTo>
                  <a:pt x="310083" y="368925"/>
                  <a:pt x="302954" y="341791"/>
                  <a:pt x="288093" y="317121"/>
                </a:cubicBezTo>
                <a:cubicBezTo>
                  <a:pt x="272016" y="290474"/>
                  <a:pt x="249174" y="270469"/>
                  <a:pt x="223123" y="257907"/>
                </a:cubicBezTo>
                <a:lnTo>
                  <a:pt x="264391" y="140947"/>
                </a:lnTo>
                <a:cubicBezTo>
                  <a:pt x="275936" y="140512"/>
                  <a:pt x="287530" y="137271"/>
                  <a:pt x="298125" y="130882"/>
                </a:cubicBezTo>
                <a:cubicBezTo>
                  <a:pt x="331478" y="110773"/>
                  <a:pt x="342213" y="67446"/>
                  <a:pt x="322116" y="34101"/>
                </a:cubicBezTo>
                <a:cubicBezTo>
                  <a:pt x="302011" y="763"/>
                  <a:pt x="258676" y="-9975"/>
                  <a:pt x="225348" y="10146"/>
                </a:cubicBezTo>
                <a:cubicBezTo>
                  <a:pt x="207178" y="21066"/>
                  <a:pt x="195774" y="38935"/>
                  <a:pt x="192366" y="58303"/>
                </a:cubicBezTo>
                <a:lnTo>
                  <a:pt x="104166" y="63703"/>
                </a:lnTo>
                <a:cubicBezTo>
                  <a:pt x="100257" y="55328"/>
                  <a:pt x="94276" y="48088"/>
                  <a:pt x="86789" y="42668"/>
                </a:cubicBezTo>
                <a:cubicBezTo>
                  <a:pt x="62360" y="24929"/>
                  <a:pt x="28154" y="30350"/>
                  <a:pt x="10431" y="54785"/>
                </a:cubicBezTo>
                <a:cubicBezTo>
                  <a:pt x="-7300" y="79244"/>
                  <a:pt x="-1884" y="113416"/>
                  <a:pt x="22555" y="131168"/>
                </a:cubicBezTo>
                <a:cubicBezTo>
                  <a:pt x="47001" y="148900"/>
                  <a:pt x="81165" y="143440"/>
                  <a:pt x="98904" y="119006"/>
                </a:cubicBezTo>
                <a:cubicBezTo>
                  <a:pt x="105041" y="110604"/>
                  <a:pt x="108324" y="101007"/>
                  <a:pt x="109110" y="91343"/>
                </a:cubicBezTo>
                <a:lnTo>
                  <a:pt x="193044" y="86203"/>
                </a:lnTo>
                <a:cubicBezTo>
                  <a:pt x="194665" y="93324"/>
                  <a:pt x="197394" y="100308"/>
                  <a:pt x="201363" y="106887"/>
                </a:cubicBezTo>
                <a:cubicBezTo>
                  <a:pt x="208294" y="118412"/>
                  <a:pt x="218019" y="127128"/>
                  <a:pt x="229101" y="132914"/>
                </a:cubicBezTo>
                <a:lnTo>
                  <a:pt x="189156" y="246135"/>
                </a:lnTo>
                <a:cubicBezTo>
                  <a:pt x="151891" y="237915"/>
                  <a:pt x="111524" y="243368"/>
                  <a:pt x="76252" y="264614"/>
                </a:cubicBezTo>
                <a:cubicBezTo>
                  <a:pt x="3253" y="308615"/>
                  <a:pt x="-20243" y="403478"/>
                  <a:pt x="23762" y="476470"/>
                </a:cubicBezTo>
                <a:cubicBezTo>
                  <a:pt x="67751" y="549445"/>
                  <a:pt x="162602" y="572950"/>
                  <a:pt x="235602" y="528961"/>
                </a:cubicBezTo>
                <a:cubicBezTo>
                  <a:pt x="271420" y="507368"/>
                  <a:pt x="295296" y="473501"/>
                  <a:pt x="305137" y="435980"/>
                </a:cubicBezTo>
                <a:lnTo>
                  <a:pt x="390534" y="452759"/>
                </a:lnTo>
                <a:cubicBezTo>
                  <a:pt x="389170" y="472046"/>
                  <a:pt x="393461" y="491926"/>
                  <a:pt x="404188" y="509725"/>
                </a:cubicBezTo>
                <a:cubicBezTo>
                  <a:pt x="431934" y="555756"/>
                  <a:pt x="491678" y="570551"/>
                  <a:pt x="537676" y="542804"/>
                </a:cubicBezTo>
                <a:cubicBezTo>
                  <a:pt x="583666" y="515083"/>
                  <a:pt x="598478" y="455339"/>
                  <a:pt x="570757" y="409341"/>
                </a:cubicBezTo>
                <a:cubicBezTo>
                  <a:pt x="543027" y="363335"/>
                  <a:pt x="483276" y="348556"/>
                  <a:pt x="437277" y="376269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rot="0" spcFirstLastPara="0" vertOverflow="overflow" horzOverflow="overflow" vert="horz" wrap="square" lIns="45719" tIns="45720" rIns="45719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kern="0" dirty="0">
              <a:solidFill>
                <a:srgbClr val="7D7D7D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602005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5" grpId="0" animBg="1"/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19" b="4353"/>
          <a:stretch/>
        </p:blipFill>
        <p:spPr>
          <a:xfrm>
            <a:off x="0" y="0"/>
            <a:ext cx="12191999" cy="2594360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5147172" y="3872005"/>
            <a:ext cx="6086628" cy="95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{{slide_17_title}}</a:t>
            </a:r>
          </a:p>
        </p:txBody>
      </p:sp>
      <p:sp>
        <p:nvSpPr>
          <p:cNvPr id="9" name="Rectangle 3"/>
          <p:cNvSpPr>
            <a:spLocks/>
          </p:cNvSpPr>
          <p:nvPr/>
        </p:nvSpPr>
        <p:spPr bwMode="auto">
          <a:xfrm>
            <a:off x="5214166" y="4842749"/>
            <a:ext cx="60912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r>
              <a:t>{{slide_17_body_1}}</a:t>
            </a:r>
          </a:p>
        </p:txBody>
      </p:sp>
      <p:sp>
        <p:nvSpPr>
          <p:cNvPr id="13" name="矩形 12"/>
          <p:cNvSpPr/>
          <p:nvPr/>
        </p:nvSpPr>
        <p:spPr>
          <a:xfrm>
            <a:off x="673603" y="3694316"/>
            <a:ext cx="452623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3800" dirty="0">
                <a:ln w="25400">
                  <a:solidFill>
                    <a:srgbClr val="182863"/>
                  </a:solidFill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  <a:endParaRPr lang="zh-CN" altLang="en-US" sz="13800" dirty="0">
              <a:ln w="25400">
                <a:solidFill>
                  <a:srgbClr val="182863"/>
                </a:solidFill>
              </a:ln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1" y="1"/>
            <a:ext cx="12192000" cy="2594359"/>
          </a:xfrm>
          <a:prstGeom prst="rect">
            <a:avLst/>
          </a:prstGeom>
          <a:gradFill>
            <a:gsLst>
              <a:gs pos="0">
                <a:srgbClr val="182863"/>
              </a:gs>
              <a:gs pos="100000">
                <a:srgbClr val="182863">
                  <a:alpha val="3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83390" y="4630699"/>
            <a:ext cx="2701636" cy="404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30">
            <a:extLst>
              <a:ext uri="{FF2B5EF4-FFF2-40B4-BE49-F238E27FC236}">
                <a16:creationId xmlns:a16="http://schemas.microsoft.com/office/drawing/2014/main" id="{BA8EA202-F87D-45AF-91DB-F2B3A7B8F57B}"/>
              </a:ext>
            </a:extLst>
          </p:cNvPr>
          <p:cNvSpPr txBox="1"/>
          <p:nvPr/>
        </p:nvSpPr>
        <p:spPr>
          <a:xfrm>
            <a:off x="1890618" y="4712789"/>
            <a:ext cx="207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228600"/>
            <a:r>
              <a:rPr lang="en-US" altLang="zh-CN" sz="12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B0604020202020204" pitchFamily="34" charset="0"/>
              </a:rPr>
              <a:t>PART THREE</a:t>
            </a:r>
            <a:endParaRPr lang="zh-CN" altLang="en-US" sz="1200" dirty="0">
              <a:solidFill>
                <a:srgbClr val="18286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B060402020202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556229" y="3988674"/>
            <a:ext cx="0" cy="1592318"/>
          </a:xfrm>
          <a:prstGeom prst="line">
            <a:avLst/>
          </a:prstGeom>
          <a:ln w="19050">
            <a:gradFill>
              <a:gsLst>
                <a:gs pos="50000">
                  <a:srgbClr val="182863"/>
                </a:gs>
                <a:gs pos="0">
                  <a:srgbClr val="182863">
                    <a:alpha val="0"/>
                  </a:srgbClr>
                </a:gs>
                <a:gs pos="100000">
                  <a:srgbClr val="182863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82719" y="989724"/>
            <a:ext cx="4638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{{slide_17_subtitle}}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82719" y="579222"/>
            <a:ext cx="2481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>
                <a:gradFill>
                  <a:gsLst>
                    <a:gs pos="35000">
                      <a:schemeClr val="bg1">
                        <a:alpha val="74000"/>
                      </a:schemeClr>
                    </a:gs>
                    <a:gs pos="86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FUTURE</a:t>
            </a:r>
            <a:endParaRPr lang="zh-CN" altLang="en-US" sz="2800" spc="300" dirty="0">
              <a:gradFill>
                <a:gsLst>
                  <a:gs pos="35000">
                    <a:schemeClr val="bg1">
                      <a:alpha val="74000"/>
                    </a:schemeClr>
                  </a:gs>
                  <a:gs pos="86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388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4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1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7" grpId="0" animBg="1"/>
      <p:bldP spid="5" grpId="0" animBg="1"/>
      <p:bldP spid="6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2">
            <a:extLst>
              <a:ext uri="{FF2B5EF4-FFF2-40B4-BE49-F238E27FC236}">
                <a16:creationId xmlns:a16="http://schemas.microsoft.com/office/drawing/2014/main" id="{418809E5-A1ED-4917-98A1-66EDA784048B}"/>
              </a:ext>
            </a:extLst>
          </p:cNvPr>
          <p:cNvSpPr/>
          <p:nvPr/>
        </p:nvSpPr>
        <p:spPr>
          <a:xfrm rot="2700000">
            <a:off x="5128991" y="4102008"/>
            <a:ext cx="1737812" cy="1737812"/>
          </a:xfrm>
          <a:prstGeom prst="roundRect">
            <a:avLst/>
          </a:prstGeom>
          <a:solidFill>
            <a:srgbClr val="3E5EA5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矩形: 圆角 5">
            <a:extLst>
              <a:ext uri="{FF2B5EF4-FFF2-40B4-BE49-F238E27FC236}">
                <a16:creationId xmlns:a16="http://schemas.microsoft.com/office/drawing/2014/main" id="{75CF28B3-69E7-4956-8822-80BB37BAFDA8}"/>
              </a:ext>
            </a:extLst>
          </p:cNvPr>
          <p:cNvSpPr/>
          <p:nvPr/>
        </p:nvSpPr>
        <p:spPr>
          <a:xfrm>
            <a:off x="5128992" y="4102008"/>
            <a:ext cx="1737812" cy="1737812"/>
          </a:xfrm>
          <a:prstGeom prst="roundRect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81C090A-3D1A-4108-B331-8F38EA9C4AF6}"/>
              </a:ext>
            </a:extLst>
          </p:cNvPr>
          <p:cNvSpPr/>
          <p:nvPr/>
        </p:nvSpPr>
        <p:spPr>
          <a:xfrm rot="16200000">
            <a:off x="2867823" y="4631003"/>
            <a:ext cx="943991" cy="943991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DB386D1-7E46-44AE-B4A1-D32CA9B5D4A6}"/>
              </a:ext>
            </a:extLst>
          </p:cNvPr>
          <p:cNvSpPr/>
          <p:nvPr/>
        </p:nvSpPr>
        <p:spPr>
          <a:xfrm rot="18360000">
            <a:off x="3375471" y="3011957"/>
            <a:ext cx="943991" cy="943991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1A51035-DC25-4515-8DCC-060C8FA8C284}"/>
              </a:ext>
            </a:extLst>
          </p:cNvPr>
          <p:cNvSpPr/>
          <p:nvPr/>
        </p:nvSpPr>
        <p:spPr>
          <a:xfrm rot="20520000">
            <a:off x="4704512" y="1916832"/>
            <a:ext cx="943991" cy="943991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E9F432D-AF9A-4ACE-ACDA-689F43BEAF8D}"/>
              </a:ext>
            </a:extLst>
          </p:cNvPr>
          <p:cNvSpPr/>
          <p:nvPr/>
        </p:nvSpPr>
        <p:spPr>
          <a:xfrm rot="1080000">
            <a:off x="6347296" y="1916832"/>
            <a:ext cx="943991" cy="943991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C925737-EE87-46B9-AF4D-9B8AE44CFB1C}"/>
              </a:ext>
            </a:extLst>
          </p:cNvPr>
          <p:cNvSpPr/>
          <p:nvPr/>
        </p:nvSpPr>
        <p:spPr>
          <a:xfrm rot="3240000">
            <a:off x="7676336" y="3011957"/>
            <a:ext cx="943991" cy="943991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866878A-E3FA-47D4-A3BC-9E4A9F3EC1A5}"/>
              </a:ext>
            </a:extLst>
          </p:cNvPr>
          <p:cNvSpPr/>
          <p:nvPr/>
        </p:nvSpPr>
        <p:spPr>
          <a:xfrm rot="5400000">
            <a:off x="8183984" y="4631003"/>
            <a:ext cx="943991" cy="943991"/>
          </a:xfrm>
          <a:prstGeom prst="ellipse">
            <a:avLst/>
          </a:pr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F93FF71-1E9B-40AC-BC4A-3C7510A9CC42}"/>
              </a:ext>
            </a:extLst>
          </p:cNvPr>
          <p:cNvSpPr/>
          <p:nvPr/>
        </p:nvSpPr>
        <p:spPr>
          <a:xfrm rot="16200000">
            <a:off x="4017064" y="5272699"/>
            <a:ext cx="133400" cy="1334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CF86081-DF8D-4F88-86FE-A3E0DD325A32}"/>
              </a:ext>
            </a:extLst>
          </p:cNvPr>
          <p:cNvSpPr/>
          <p:nvPr/>
        </p:nvSpPr>
        <p:spPr>
          <a:xfrm rot="16200000">
            <a:off x="4253818" y="5303689"/>
            <a:ext cx="71421" cy="714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C3CA66E-2F1C-4B84-AD46-14E99721137C}"/>
              </a:ext>
            </a:extLst>
          </p:cNvPr>
          <p:cNvSpPr/>
          <p:nvPr/>
        </p:nvSpPr>
        <p:spPr>
          <a:xfrm rot="16200000">
            <a:off x="4407994" y="5323766"/>
            <a:ext cx="31267" cy="312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A7A389E-F17D-4F43-B7B6-BAF51A39A12B}"/>
              </a:ext>
            </a:extLst>
          </p:cNvPr>
          <p:cNvSpPr/>
          <p:nvPr/>
        </p:nvSpPr>
        <p:spPr>
          <a:xfrm rot="18360000">
            <a:off x="4345773" y="4016886"/>
            <a:ext cx="133400" cy="1334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6A8C4E6-0DEA-4534-B9C6-ED2E8C344FA8}"/>
              </a:ext>
            </a:extLst>
          </p:cNvPr>
          <p:cNvSpPr/>
          <p:nvPr/>
        </p:nvSpPr>
        <p:spPr>
          <a:xfrm rot="18360000">
            <a:off x="4543229" y="4168821"/>
            <a:ext cx="71421" cy="714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8740030-9557-439B-932C-100D7D1EA9F6}"/>
              </a:ext>
            </a:extLst>
          </p:cNvPr>
          <p:cNvSpPr/>
          <p:nvPr/>
        </p:nvSpPr>
        <p:spPr>
          <a:xfrm rot="18360000">
            <a:off x="4671795" y="4267721"/>
            <a:ext cx="31267" cy="312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033F02C-AB2B-4089-B1E4-153BAF5EC4EC}"/>
              </a:ext>
            </a:extLst>
          </p:cNvPr>
          <p:cNvSpPr/>
          <p:nvPr/>
        </p:nvSpPr>
        <p:spPr>
          <a:xfrm rot="19971605">
            <a:off x="5369925" y="3148923"/>
            <a:ext cx="133401" cy="13340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7FBE3F-477A-4F83-ADD0-ED5068DA9DBE}"/>
              </a:ext>
            </a:extLst>
          </p:cNvPr>
          <p:cNvSpPr/>
          <p:nvPr/>
        </p:nvSpPr>
        <p:spPr>
          <a:xfrm rot="19971605">
            <a:off x="5494778" y="3363023"/>
            <a:ext cx="71421" cy="714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CE60ADA-3039-409E-A3BB-589D3D834549}"/>
              </a:ext>
            </a:extLst>
          </p:cNvPr>
          <p:cNvSpPr/>
          <p:nvPr/>
        </p:nvSpPr>
        <p:spPr>
          <a:xfrm rot="19971605">
            <a:off x="5576026" y="3502435"/>
            <a:ext cx="31267" cy="312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D6A3337-5F45-4057-A510-A6D1A18D5AF7}"/>
              </a:ext>
            </a:extLst>
          </p:cNvPr>
          <p:cNvSpPr/>
          <p:nvPr/>
        </p:nvSpPr>
        <p:spPr>
          <a:xfrm rot="1808571">
            <a:off x="6584168" y="3150315"/>
            <a:ext cx="133401" cy="13340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09A405C-D0FD-441F-A670-AA8CB3DBC93A}"/>
              </a:ext>
            </a:extLst>
          </p:cNvPr>
          <p:cNvSpPr/>
          <p:nvPr/>
        </p:nvSpPr>
        <p:spPr>
          <a:xfrm rot="1808571">
            <a:off x="6511831" y="3359247"/>
            <a:ext cx="71421" cy="714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59008EA-A4C9-48C2-99D1-4BC42950DCF3}"/>
              </a:ext>
            </a:extLst>
          </p:cNvPr>
          <p:cNvSpPr/>
          <p:nvPr/>
        </p:nvSpPr>
        <p:spPr>
          <a:xfrm rot="1808571">
            <a:off x="6464569" y="3495290"/>
            <a:ext cx="31267" cy="312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6EDD15A-77DF-46CF-BA2F-96048697A67E}"/>
              </a:ext>
            </a:extLst>
          </p:cNvPr>
          <p:cNvSpPr/>
          <p:nvPr/>
        </p:nvSpPr>
        <p:spPr>
          <a:xfrm rot="3240000">
            <a:off x="7538055" y="4003075"/>
            <a:ext cx="133400" cy="1334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67185C3-CFAE-4FB3-B379-15B7546826C1}"/>
              </a:ext>
            </a:extLst>
          </p:cNvPr>
          <p:cNvSpPr/>
          <p:nvPr/>
        </p:nvSpPr>
        <p:spPr>
          <a:xfrm rot="3240000">
            <a:off x="7402578" y="4155010"/>
            <a:ext cx="71421" cy="714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A02618A-FCAF-410E-A757-07600CBD8AA2}"/>
              </a:ext>
            </a:extLst>
          </p:cNvPr>
          <p:cNvSpPr/>
          <p:nvPr/>
        </p:nvSpPr>
        <p:spPr>
          <a:xfrm rot="3240000">
            <a:off x="7314166" y="4253909"/>
            <a:ext cx="31267" cy="312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20EEF10-05F5-4898-BEC3-BB2822C3234A}"/>
              </a:ext>
            </a:extLst>
          </p:cNvPr>
          <p:cNvSpPr/>
          <p:nvPr/>
        </p:nvSpPr>
        <p:spPr>
          <a:xfrm rot="5400000">
            <a:off x="7837883" y="5272699"/>
            <a:ext cx="133402" cy="13340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835C19FD-2A3B-425B-9C53-DE31C3306E2A}"/>
              </a:ext>
            </a:extLst>
          </p:cNvPr>
          <p:cNvSpPr/>
          <p:nvPr/>
        </p:nvSpPr>
        <p:spPr>
          <a:xfrm rot="5400000">
            <a:off x="7663106" y="5303689"/>
            <a:ext cx="71421" cy="714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86F736A-76B5-42C0-8FCE-5FB4E1BE30D8}"/>
              </a:ext>
            </a:extLst>
          </p:cNvPr>
          <p:cNvSpPr/>
          <p:nvPr/>
        </p:nvSpPr>
        <p:spPr>
          <a:xfrm rot="5400000">
            <a:off x="7549083" y="5323766"/>
            <a:ext cx="31267" cy="312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66CB026-A7B4-4907-9CF7-05E04F9203EE}"/>
              </a:ext>
            </a:extLst>
          </p:cNvPr>
          <p:cNvSpPr txBox="1"/>
          <p:nvPr/>
        </p:nvSpPr>
        <p:spPr>
          <a:xfrm>
            <a:off x="5493151" y="4561651"/>
            <a:ext cx="982600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问题分析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120E3B-009E-4765-A6D3-698E4264AABE}"/>
              </a:ext>
            </a:extLst>
          </p:cNvPr>
          <p:cNvSpPr/>
          <p:nvPr/>
        </p:nvSpPr>
        <p:spPr>
          <a:xfrm>
            <a:off x="1687258" y="3359014"/>
            <a:ext cx="1652560" cy="49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CB8848C-A36B-47FE-9AAB-8C6AD0561586}"/>
              </a:ext>
            </a:extLst>
          </p:cNvPr>
          <p:cNvSpPr txBox="1"/>
          <p:nvPr/>
        </p:nvSpPr>
        <p:spPr>
          <a:xfrm>
            <a:off x="2539599" y="3105972"/>
            <a:ext cx="80021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E8FCDD-2141-4ED8-B23A-796A559ABE0E}"/>
              </a:ext>
            </a:extLst>
          </p:cNvPr>
          <p:cNvSpPr/>
          <p:nvPr/>
        </p:nvSpPr>
        <p:spPr>
          <a:xfrm>
            <a:off x="1343472" y="4913220"/>
            <a:ext cx="1494729" cy="49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824F28A-052E-4530-8E43-E1202C9A875A}"/>
              </a:ext>
            </a:extLst>
          </p:cNvPr>
          <p:cNvSpPr txBox="1"/>
          <p:nvPr/>
        </p:nvSpPr>
        <p:spPr>
          <a:xfrm>
            <a:off x="2037982" y="4660179"/>
            <a:ext cx="80021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43784FF-0659-4417-A1E8-F3568D1D20FC}"/>
              </a:ext>
            </a:extLst>
          </p:cNvPr>
          <p:cNvSpPr/>
          <p:nvPr/>
        </p:nvSpPr>
        <p:spPr>
          <a:xfrm>
            <a:off x="2452320" y="2252926"/>
            <a:ext cx="2051588" cy="49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{{slide_18_title}}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E11F9C7-E121-4EFB-9C12-225685747E17}"/>
              </a:ext>
            </a:extLst>
          </p:cNvPr>
          <p:cNvSpPr txBox="1"/>
          <p:nvPr/>
        </p:nvSpPr>
        <p:spPr>
          <a:xfrm>
            <a:off x="3703689" y="1999885"/>
            <a:ext cx="80021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297C807-458A-42F3-B8FF-283BF666FA15}"/>
              </a:ext>
            </a:extLst>
          </p:cNvPr>
          <p:cNvSpPr/>
          <p:nvPr/>
        </p:nvSpPr>
        <p:spPr>
          <a:xfrm flipH="1">
            <a:off x="8953118" y="3353957"/>
            <a:ext cx="1652559" cy="49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E7ADB19-1938-4DA9-A607-F65129F66434}"/>
              </a:ext>
            </a:extLst>
          </p:cNvPr>
          <p:cNvSpPr txBox="1"/>
          <p:nvPr/>
        </p:nvSpPr>
        <p:spPr>
          <a:xfrm flipH="1">
            <a:off x="8953119" y="3111029"/>
            <a:ext cx="80021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4680342-F1F1-4F0F-91B5-3CAAB5F486A3}"/>
              </a:ext>
            </a:extLst>
          </p:cNvPr>
          <p:cNvSpPr/>
          <p:nvPr/>
        </p:nvSpPr>
        <p:spPr>
          <a:xfrm flipH="1">
            <a:off x="9260561" y="4912850"/>
            <a:ext cx="1652559" cy="49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9E98587-FC08-4810-AF1D-61F92B85377D}"/>
              </a:ext>
            </a:extLst>
          </p:cNvPr>
          <p:cNvSpPr txBox="1"/>
          <p:nvPr/>
        </p:nvSpPr>
        <p:spPr>
          <a:xfrm flipH="1">
            <a:off x="9257365" y="4660549"/>
            <a:ext cx="80021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D8B5444-2167-4AAC-B786-1FECE73D14E7}"/>
              </a:ext>
            </a:extLst>
          </p:cNvPr>
          <p:cNvSpPr/>
          <p:nvPr/>
        </p:nvSpPr>
        <p:spPr>
          <a:xfrm flipH="1">
            <a:off x="7689247" y="2241709"/>
            <a:ext cx="2011059" cy="49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{{slide_18_subtitle}}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EA2C74A-2314-4F05-940A-2C4E2880BAC9}"/>
              </a:ext>
            </a:extLst>
          </p:cNvPr>
          <p:cNvSpPr txBox="1"/>
          <p:nvPr/>
        </p:nvSpPr>
        <p:spPr>
          <a:xfrm flipH="1">
            <a:off x="7673767" y="2011101"/>
            <a:ext cx="80021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46" name="dollar-bag_17794">
            <a:extLst>
              <a:ext uri="{FF2B5EF4-FFF2-40B4-BE49-F238E27FC236}">
                <a16:creationId xmlns:a16="http://schemas.microsoft.com/office/drawing/2014/main" id="{AC2F0957-DB93-4731-BF56-A67476AD7CAF}"/>
              </a:ext>
            </a:extLst>
          </p:cNvPr>
          <p:cNvSpPr/>
          <p:nvPr/>
        </p:nvSpPr>
        <p:spPr>
          <a:xfrm>
            <a:off x="3160559" y="4843314"/>
            <a:ext cx="382559" cy="494047"/>
          </a:xfrm>
          <a:custGeom>
            <a:avLst/>
            <a:gdLst>
              <a:gd name="T0" fmla="*/ 3250 w 3635"/>
              <a:gd name="T1" fmla="*/ 2043 h 4701"/>
              <a:gd name="T2" fmla="*/ 2365 w 3635"/>
              <a:gd name="T3" fmla="*/ 1417 h 4701"/>
              <a:gd name="T4" fmla="*/ 2500 w 3635"/>
              <a:gd name="T5" fmla="*/ 1414 h 4701"/>
              <a:gd name="T6" fmla="*/ 3193 w 3635"/>
              <a:gd name="T7" fmla="*/ 1490 h 4701"/>
              <a:gd name="T8" fmla="*/ 3332 w 3635"/>
              <a:gd name="T9" fmla="*/ 1453 h 4701"/>
              <a:gd name="T10" fmla="*/ 2904 w 3635"/>
              <a:gd name="T11" fmla="*/ 1344 h 4701"/>
              <a:gd name="T12" fmla="*/ 2345 w 3635"/>
              <a:gd name="T13" fmla="*/ 1358 h 4701"/>
              <a:gd name="T14" fmla="*/ 2555 w 3635"/>
              <a:gd name="T15" fmla="*/ 1321 h 4701"/>
              <a:gd name="T16" fmla="*/ 3115 w 3635"/>
              <a:gd name="T17" fmla="*/ 1087 h 4701"/>
              <a:gd name="T18" fmla="*/ 3164 w 3635"/>
              <a:gd name="T19" fmla="*/ 986 h 4701"/>
              <a:gd name="T20" fmla="*/ 2816 w 3635"/>
              <a:gd name="T21" fmla="*/ 1081 h 4701"/>
              <a:gd name="T22" fmla="*/ 2629 w 3635"/>
              <a:gd name="T23" fmla="*/ 1209 h 4701"/>
              <a:gd name="T24" fmla="*/ 2181 w 3635"/>
              <a:gd name="T25" fmla="*/ 1292 h 4701"/>
              <a:gd name="T26" fmla="*/ 2603 w 3635"/>
              <a:gd name="T27" fmla="*/ 126 h 4701"/>
              <a:gd name="T28" fmla="*/ 2312 w 3635"/>
              <a:gd name="T29" fmla="*/ 78 h 4701"/>
              <a:gd name="T30" fmla="*/ 1847 w 3635"/>
              <a:gd name="T31" fmla="*/ 174 h 4701"/>
              <a:gd name="T32" fmla="*/ 1664 w 3635"/>
              <a:gd name="T33" fmla="*/ 170 h 4701"/>
              <a:gd name="T34" fmla="*/ 1483 w 3635"/>
              <a:gd name="T35" fmla="*/ 165 h 4701"/>
              <a:gd name="T36" fmla="*/ 893 w 3635"/>
              <a:gd name="T37" fmla="*/ 359 h 4701"/>
              <a:gd name="T38" fmla="*/ 1466 w 3635"/>
              <a:gd name="T39" fmla="*/ 1398 h 4701"/>
              <a:gd name="T40" fmla="*/ 115 w 3635"/>
              <a:gd name="T41" fmla="*/ 2775 h 4701"/>
              <a:gd name="T42" fmla="*/ 402 w 3635"/>
              <a:gd name="T43" fmla="*/ 4149 h 4701"/>
              <a:gd name="T44" fmla="*/ 1817 w 3635"/>
              <a:gd name="T45" fmla="*/ 4701 h 4701"/>
              <a:gd name="T46" fmla="*/ 3515 w 3635"/>
              <a:gd name="T47" fmla="*/ 3556 h 4701"/>
              <a:gd name="T48" fmla="*/ 3250 w 3635"/>
              <a:gd name="T49" fmla="*/ 2043 h 4701"/>
              <a:gd name="T50" fmla="*/ 1605 w 3635"/>
              <a:gd name="T51" fmla="*/ 329 h 4701"/>
              <a:gd name="T52" fmla="*/ 1781 w 3635"/>
              <a:gd name="T53" fmla="*/ 333 h 4701"/>
              <a:gd name="T54" fmla="*/ 1970 w 3635"/>
              <a:gd name="T55" fmla="*/ 338 h 4701"/>
              <a:gd name="T56" fmla="*/ 2287 w 3635"/>
              <a:gd name="T57" fmla="*/ 306 h 4701"/>
              <a:gd name="T58" fmla="*/ 2077 w 3635"/>
              <a:gd name="T59" fmla="*/ 444 h 4701"/>
              <a:gd name="T60" fmla="*/ 1157 w 3635"/>
              <a:gd name="T61" fmla="*/ 446 h 4701"/>
              <a:gd name="T62" fmla="*/ 1605 w 3635"/>
              <a:gd name="T63" fmla="*/ 329 h 4701"/>
              <a:gd name="T64" fmla="*/ 1874 w 3635"/>
              <a:gd name="T65" fmla="*/ 3776 h 4701"/>
              <a:gd name="T66" fmla="*/ 1874 w 3635"/>
              <a:gd name="T67" fmla="*/ 4034 h 4701"/>
              <a:gd name="T68" fmla="*/ 1717 w 3635"/>
              <a:gd name="T69" fmla="*/ 4034 h 4701"/>
              <a:gd name="T70" fmla="*/ 1717 w 3635"/>
              <a:gd name="T71" fmla="*/ 3786 h 4701"/>
              <a:gd name="T72" fmla="*/ 1340 w 3635"/>
              <a:gd name="T73" fmla="*/ 3677 h 4701"/>
              <a:gd name="T74" fmla="*/ 1400 w 3635"/>
              <a:gd name="T75" fmla="*/ 3510 h 4701"/>
              <a:gd name="T76" fmla="*/ 1755 w 3635"/>
              <a:gd name="T77" fmla="*/ 3617 h 4701"/>
              <a:gd name="T78" fmla="*/ 2034 w 3635"/>
              <a:gd name="T79" fmla="*/ 3374 h 4701"/>
              <a:gd name="T80" fmla="*/ 1769 w 3635"/>
              <a:gd name="T81" fmla="*/ 3079 h 4701"/>
              <a:gd name="T82" fmla="*/ 1360 w 3635"/>
              <a:gd name="T83" fmla="*/ 2647 h 4701"/>
              <a:gd name="T84" fmla="*/ 1732 w 3635"/>
              <a:gd name="T85" fmla="*/ 2248 h 4701"/>
              <a:gd name="T86" fmla="*/ 1732 w 3635"/>
              <a:gd name="T87" fmla="*/ 2000 h 4701"/>
              <a:gd name="T88" fmla="*/ 1889 w 3635"/>
              <a:gd name="T89" fmla="*/ 2000 h 4701"/>
              <a:gd name="T90" fmla="*/ 1888 w 3635"/>
              <a:gd name="T91" fmla="*/ 2240 h 4701"/>
              <a:gd name="T92" fmla="*/ 2211 w 3635"/>
              <a:gd name="T93" fmla="*/ 2327 h 4701"/>
              <a:gd name="T94" fmla="*/ 2149 w 3635"/>
              <a:gd name="T95" fmla="*/ 2491 h 4701"/>
              <a:gd name="T96" fmla="*/ 1836 w 3635"/>
              <a:gd name="T97" fmla="*/ 2404 h 4701"/>
              <a:gd name="T98" fmla="*/ 1589 w 3635"/>
              <a:gd name="T99" fmla="*/ 2620 h 4701"/>
              <a:gd name="T100" fmla="*/ 1881 w 3635"/>
              <a:gd name="T101" fmla="*/ 2902 h 4701"/>
              <a:gd name="T102" fmla="*/ 2265 w 3635"/>
              <a:gd name="T103" fmla="*/ 3354 h 4701"/>
              <a:gd name="T104" fmla="*/ 1874 w 3635"/>
              <a:gd name="T105" fmla="*/ 3776 h 4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635" h="4701">
                <a:moveTo>
                  <a:pt x="3250" y="2043"/>
                </a:moveTo>
                <a:cubicBezTo>
                  <a:pt x="3034" y="1723"/>
                  <a:pt x="2729" y="1509"/>
                  <a:pt x="2365" y="1417"/>
                </a:cubicBezTo>
                <a:cubicBezTo>
                  <a:pt x="2410" y="1417"/>
                  <a:pt x="2456" y="1416"/>
                  <a:pt x="2500" y="1414"/>
                </a:cubicBezTo>
                <a:cubicBezTo>
                  <a:pt x="2679" y="1408"/>
                  <a:pt x="3072" y="1316"/>
                  <a:pt x="3193" y="1490"/>
                </a:cubicBezTo>
                <a:cubicBezTo>
                  <a:pt x="3217" y="1524"/>
                  <a:pt x="3342" y="1468"/>
                  <a:pt x="3332" y="1453"/>
                </a:cubicBezTo>
                <a:cubicBezTo>
                  <a:pt x="3242" y="1324"/>
                  <a:pt x="3042" y="1341"/>
                  <a:pt x="2904" y="1344"/>
                </a:cubicBezTo>
                <a:cubicBezTo>
                  <a:pt x="2730" y="1349"/>
                  <a:pt x="2528" y="1384"/>
                  <a:pt x="2345" y="1358"/>
                </a:cubicBezTo>
                <a:cubicBezTo>
                  <a:pt x="2415" y="1351"/>
                  <a:pt x="2485" y="1340"/>
                  <a:pt x="2555" y="1321"/>
                </a:cubicBezTo>
                <a:cubicBezTo>
                  <a:pt x="2757" y="1266"/>
                  <a:pt x="2892" y="1086"/>
                  <a:pt x="3115" y="1087"/>
                </a:cubicBezTo>
                <a:cubicBezTo>
                  <a:pt x="3139" y="1081"/>
                  <a:pt x="3202" y="987"/>
                  <a:pt x="3164" y="986"/>
                </a:cubicBezTo>
                <a:cubicBezTo>
                  <a:pt x="3034" y="986"/>
                  <a:pt x="2929" y="1016"/>
                  <a:pt x="2816" y="1081"/>
                </a:cubicBezTo>
                <a:cubicBezTo>
                  <a:pt x="2751" y="1118"/>
                  <a:pt x="2692" y="1168"/>
                  <a:pt x="2629" y="1209"/>
                </a:cubicBezTo>
                <a:cubicBezTo>
                  <a:pt x="2499" y="1292"/>
                  <a:pt x="2336" y="1296"/>
                  <a:pt x="2181" y="1292"/>
                </a:cubicBezTo>
                <a:cubicBezTo>
                  <a:pt x="2457" y="910"/>
                  <a:pt x="2694" y="338"/>
                  <a:pt x="2603" y="126"/>
                </a:cubicBezTo>
                <a:cubicBezTo>
                  <a:pt x="2560" y="25"/>
                  <a:pt x="2452" y="0"/>
                  <a:pt x="2312" y="78"/>
                </a:cubicBezTo>
                <a:cubicBezTo>
                  <a:pt x="2162" y="163"/>
                  <a:pt x="1992" y="174"/>
                  <a:pt x="1847" y="174"/>
                </a:cubicBezTo>
                <a:cubicBezTo>
                  <a:pt x="1786" y="174"/>
                  <a:pt x="1724" y="172"/>
                  <a:pt x="1664" y="170"/>
                </a:cubicBezTo>
                <a:cubicBezTo>
                  <a:pt x="1603" y="167"/>
                  <a:pt x="1542" y="165"/>
                  <a:pt x="1483" y="165"/>
                </a:cubicBezTo>
                <a:cubicBezTo>
                  <a:pt x="1287" y="165"/>
                  <a:pt x="1064" y="188"/>
                  <a:pt x="893" y="359"/>
                </a:cubicBezTo>
                <a:cubicBezTo>
                  <a:pt x="759" y="498"/>
                  <a:pt x="939" y="1065"/>
                  <a:pt x="1466" y="1398"/>
                </a:cubicBezTo>
                <a:cubicBezTo>
                  <a:pt x="532" y="1536"/>
                  <a:pt x="256" y="2162"/>
                  <a:pt x="115" y="2775"/>
                </a:cubicBezTo>
                <a:cubicBezTo>
                  <a:pt x="0" y="3275"/>
                  <a:pt x="105" y="3776"/>
                  <a:pt x="402" y="4149"/>
                </a:cubicBezTo>
                <a:cubicBezTo>
                  <a:pt x="686" y="4505"/>
                  <a:pt x="1337" y="4701"/>
                  <a:pt x="1817" y="4701"/>
                </a:cubicBezTo>
                <a:cubicBezTo>
                  <a:pt x="2946" y="4701"/>
                  <a:pt x="3375" y="4232"/>
                  <a:pt x="3515" y="3556"/>
                </a:cubicBezTo>
                <a:cubicBezTo>
                  <a:pt x="3635" y="3033"/>
                  <a:pt x="3536" y="2467"/>
                  <a:pt x="3250" y="2043"/>
                </a:cubicBezTo>
                <a:close/>
                <a:moveTo>
                  <a:pt x="1605" y="329"/>
                </a:moveTo>
                <a:cubicBezTo>
                  <a:pt x="1663" y="329"/>
                  <a:pt x="1722" y="331"/>
                  <a:pt x="1781" y="333"/>
                </a:cubicBezTo>
                <a:cubicBezTo>
                  <a:pt x="1844" y="335"/>
                  <a:pt x="1907" y="338"/>
                  <a:pt x="1970" y="338"/>
                </a:cubicBezTo>
                <a:cubicBezTo>
                  <a:pt x="2064" y="338"/>
                  <a:pt x="2174" y="332"/>
                  <a:pt x="2287" y="306"/>
                </a:cubicBezTo>
                <a:cubicBezTo>
                  <a:pt x="2216" y="349"/>
                  <a:pt x="2145" y="396"/>
                  <a:pt x="2077" y="444"/>
                </a:cubicBezTo>
                <a:cubicBezTo>
                  <a:pt x="1745" y="672"/>
                  <a:pt x="1482" y="852"/>
                  <a:pt x="1157" y="446"/>
                </a:cubicBezTo>
                <a:cubicBezTo>
                  <a:pt x="1285" y="345"/>
                  <a:pt x="1447" y="329"/>
                  <a:pt x="1605" y="329"/>
                </a:cubicBezTo>
                <a:close/>
                <a:moveTo>
                  <a:pt x="1874" y="3776"/>
                </a:moveTo>
                <a:lnTo>
                  <a:pt x="1874" y="4034"/>
                </a:lnTo>
                <a:lnTo>
                  <a:pt x="1717" y="4034"/>
                </a:lnTo>
                <a:lnTo>
                  <a:pt x="1717" y="3786"/>
                </a:lnTo>
                <a:cubicBezTo>
                  <a:pt x="1574" y="3783"/>
                  <a:pt x="1427" y="3738"/>
                  <a:pt x="1340" y="3677"/>
                </a:cubicBezTo>
                <a:lnTo>
                  <a:pt x="1400" y="3510"/>
                </a:lnTo>
                <a:cubicBezTo>
                  <a:pt x="1487" y="3567"/>
                  <a:pt x="1616" y="3617"/>
                  <a:pt x="1755" y="3617"/>
                </a:cubicBezTo>
                <a:cubicBezTo>
                  <a:pt x="1930" y="3617"/>
                  <a:pt x="2034" y="3515"/>
                  <a:pt x="2034" y="3374"/>
                </a:cubicBezTo>
                <a:cubicBezTo>
                  <a:pt x="2034" y="3238"/>
                  <a:pt x="1953" y="3153"/>
                  <a:pt x="1769" y="3079"/>
                </a:cubicBezTo>
                <a:cubicBezTo>
                  <a:pt x="1517" y="2979"/>
                  <a:pt x="1360" y="2863"/>
                  <a:pt x="1360" y="2647"/>
                </a:cubicBezTo>
                <a:cubicBezTo>
                  <a:pt x="1360" y="2441"/>
                  <a:pt x="1506" y="2285"/>
                  <a:pt x="1732" y="2248"/>
                </a:cubicBezTo>
                <a:lnTo>
                  <a:pt x="1732" y="2000"/>
                </a:lnTo>
                <a:lnTo>
                  <a:pt x="1889" y="2000"/>
                </a:lnTo>
                <a:lnTo>
                  <a:pt x="1888" y="2240"/>
                </a:lnTo>
                <a:cubicBezTo>
                  <a:pt x="2035" y="2245"/>
                  <a:pt x="2136" y="2285"/>
                  <a:pt x="2211" y="2327"/>
                </a:cubicBezTo>
                <a:lnTo>
                  <a:pt x="2149" y="2491"/>
                </a:lnTo>
                <a:cubicBezTo>
                  <a:pt x="2097" y="2461"/>
                  <a:pt x="1995" y="2404"/>
                  <a:pt x="1836" y="2404"/>
                </a:cubicBezTo>
                <a:cubicBezTo>
                  <a:pt x="1645" y="2404"/>
                  <a:pt x="1589" y="2518"/>
                  <a:pt x="1589" y="2620"/>
                </a:cubicBezTo>
                <a:cubicBezTo>
                  <a:pt x="1589" y="2746"/>
                  <a:pt x="1665" y="2811"/>
                  <a:pt x="1881" y="2902"/>
                </a:cubicBezTo>
                <a:cubicBezTo>
                  <a:pt x="2136" y="3007"/>
                  <a:pt x="2265" y="3133"/>
                  <a:pt x="2265" y="3354"/>
                </a:cubicBezTo>
                <a:cubicBezTo>
                  <a:pt x="2265" y="3552"/>
                  <a:pt x="2129" y="3736"/>
                  <a:pt x="1874" y="37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47" name="dollar-bag_17794">
            <a:extLst>
              <a:ext uri="{FF2B5EF4-FFF2-40B4-BE49-F238E27FC236}">
                <a16:creationId xmlns:a16="http://schemas.microsoft.com/office/drawing/2014/main" id="{AC2F0957-DB93-4731-BF56-A67476AD7CAF}"/>
              </a:ext>
            </a:extLst>
          </p:cNvPr>
          <p:cNvSpPr/>
          <p:nvPr/>
        </p:nvSpPr>
        <p:spPr>
          <a:xfrm>
            <a:off x="3594779" y="3227374"/>
            <a:ext cx="494047" cy="470547"/>
          </a:xfrm>
          <a:custGeom>
            <a:avLst/>
            <a:gdLst>
              <a:gd name="connsiteX0" fmla="*/ 69048 w 609763"/>
              <a:gd name="connsiteY0" fmla="*/ 467002 h 580760"/>
              <a:gd name="connsiteX1" fmla="*/ 84749 w 609763"/>
              <a:gd name="connsiteY1" fmla="*/ 482703 h 580760"/>
              <a:gd name="connsiteX2" fmla="*/ 69048 w 609763"/>
              <a:gd name="connsiteY2" fmla="*/ 498404 h 580760"/>
              <a:gd name="connsiteX3" fmla="*/ 53347 w 609763"/>
              <a:gd name="connsiteY3" fmla="*/ 482703 h 580760"/>
              <a:gd name="connsiteX4" fmla="*/ 69048 w 609763"/>
              <a:gd name="connsiteY4" fmla="*/ 467002 h 580760"/>
              <a:gd name="connsiteX5" fmla="*/ 69048 w 609763"/>
              <a:gd name="connsiteY5" fmla="*/ 327212 h 580760"/>
              <a:gd name="connsiteX6" fmla="*/ 84749 w 609763"/>
              <a:gd name="connsiteY6" fmla="*/ 342913 h 580760"/>
              <a:gd name="connsiteX7" fmla="*/ 69048 w 609763"/>
              <a:gd name="connsiteY7" fmla="*/ 358614 h 580760"/>
              <a:gd name="connsiteX8" fmla="*/ 53347 w 609763"/>
              <a:gd name="connsiteY8" fmla="*/ 342913 h 580760"/>
              <a:gd name="connsiteX9" fmla="*/ 69048 w 609763"/>
              <a:gd name="connsiteY9" fmla="*/ 327212 h 580760"/>
              <a:gd name="connsiteX10" fmla="*/ 443351 w 609763"/>
              <a:gd name="connsiteY10" fmla="*/ 299768 h 580760"/>
              <a:gd name="connsiteX11" fmla="*/ 370388 w 609763"/>
              <a:gd name="connsiteY11" fmla="*/ 324702 h 580760"/>
              <a:gd name="connsiteX12" fmla="*/ 358882 w 609763"/>
              <a:gd name="connsiteY12" fmla="*/ 368686 h 580760"/>
              <a:gd name="connsiteX13" fmla="*/ 363653 w 609763"/>
              <a:gd name="connsiteY13" fmla="*/ 378772 h 580760"/>
              <a:gd name="connsiteX14" fmla="*/ 347096 w 609763"/>
              <a:gd name="connsiteY14" fmla="*/ 410429 h 580760"/>
              <a:gd name="connsiteX15" fmla="*/ 360285 w 609763"/>
              <a:gd name="connsiteY15" fmla="*/ 417153 h 580760"/>
              <a:gd name="connsiteX16" fmla="*/ 359163 w 609763"/>
              <a:gd name="connsiteY16" fmla="*/ 426118 h 580760"/>
              <a:gd name="connsiteX17" fmla="*/ 365056 w 609763"/>
              <a:gd name="connsiteY17" fmla="*/ 441526 h 580760"/>
              <a:gd name="connsiteX18" fmla="*/ 363933 w 609763"/>
              <a:gd name="connsiteY18" fmla="*/ 455534 h 580760"/>
              <a:gd name="connsiteX19" fmla="*/ 381332 w 609763"/>
              <a:gd name="connsiteY19" fmla="*/ 463658 h 580760"/>
              <a:gd name="connsiteX20" fmla="*/ 404063 w 609763"/>
              <a:gd name="connsiteY20" fmla="*/ 460016 h 580760"/>
              <a:gd name="connsiteX21" fmla="*/ 392277 w 609763"/>
              <a:gd name="connsiteY21" fmla="*/ 489993 h 580760"/>
              <a:gd name="connsiteX22" fmla="*/ 499476 w 609763"/>
              <a:gd name="connsiteY22" fmla="*/ 489993 h 580760"/>
              <a:gd name="connsiteX23" fmla="*/ 468888 w 609763"/>
              <a:gd name="connsiteY23" fmla="*/ 437884 h 580760"/>
              <a:gd name="connsiteX24" fmla="*/ 499196 w 609763"/>
              <a:gd name="connsiteY24" fmla="*/ 360842 h 580760"/>
              <a:gd name="connsiteX25" fmla="*/ 443351 w 609763"/>
              <a:gd name="connsiteY25" fmla="*/ 299768 h 580760"/>
              <a:gd name="connsiteX26" fmla="*/ 394522 w 609763"/>
              <a:gd name="connsiteY26" fmla="*/ 208438 h 580760"/>
              <a:gd name="connsiteX27" fmla="*/ 405466 w 609763"/>
              <a:gd name="connsiteY27" fmla="*/ 213481 h 580760"/>
              <a:gd name="connsiteX28" fmla="*/ 416972 w 609763"/>
              <a:gd name="connsiteY28" fmla="*/ 244578 h 580760"/>
              <a:gd name="connsiteX29" fmla="*/ 431845 w 609763"/>
              <a:gd name="connsiteY29" fmla="*/ 252702 h 580760"/>
              <a:gd name="connsiteX30" fmla="*/ 441106 w 609763"/>
              <a:gd name="connsiteY30" fmla="*/ 245699 h 580760"/>
              <a:gd name="connsiteX31" fmla="*/ 455137 w 609763"/>
              <a:gd name="connsiteY31" fmla="*/ 215162 h 580760"/>
              <a:gd name="connsiteX32" fmla="*/ 466082 w 609763"/>
              <a:gd name="connsiteY32" fmla="*/ 211240 h 580760"/>
              <a:gd name="connsiteX33" fmla="*/ 534555 w 609763"/>
              <a:gd name="connsiteY33" fmla="*/ 242617 h 580760"/>
              <a:gd name="connsiteX34" fmla="*/ 538764 w 609763"/>
              <a:gd name="connsiteY34" fmla="*/ 253823 h 580760"/>
              <a:gd name="connsiteX35" fmla="*/ 524733 w 609763"/>
              <a:gd name="connsiteY35" fmla="*/ 284080 h 580760"/>
              <a:gd name="connsiteX36" fmla="*/ 529223 w 609763"/>
              <a:gd name="connsiteY36" fmla="*/ 300329 h 580760"/>
              <a:gd name="connsiteX37" fmla="*/ 541009 w 609763"/>
              <a:gd name="connsiteY37" fmla="*/ 301729 h 580760"/>
              <a:gd name="connsiteX38" fmla="*/ 572439 w 609763"/>
              <a:gd name="connsiteY38" fmla="*/ 290243 h 580760"/>
              <a:gd name="connsiteX39" fmla="*/ 583103 w 609763"/>
              <a:gd name="connsiteY39" fmla="*/ 295286 h 580760"/>
              <a:gd name="connsiteX40" fmla="*/ 609201 w 609763"/>
              <a:gd name="connsiteY40" fmla="*/ 365885 h 580760"/>
              <a:gd name="connsiteX41" fmla="*/ 604431 w 609763"/>
              <a:gd name="connsiteY41" fmla="*/ 376530 h 580760"/>
              <a:gd name="connsiteX42" fmla="*/ 573001 w 609763"/>
              <a:gd name="connsiteY42" fmla="*/ 388297 h 580760"/>
              <a:gd name="connsiteX43" fmla="*/ 565143 w 609763"/>
              <a:gd name="connsiteY43" fmla="*/ 396982 h 580760"/>
              <a:gd name="connsiteX44" fmla="*/ 572159 w 609763"/>
              <a:gd name="connsiteY44" fmla="*/ 412110 h 580760"/>
              <a:gd name="connsiteX45" fmla="*/ 602466 w 609763"/>
              <a:gd name="connsiteY45" fmla="*/ 426118 h 580760"/>
              <a:gd name="connsiteX46" fmla="*/ 606395 w 609763"/>
              <a:gd name="connsiteY46" fmla="*/ 437044 h 580760"/>
              <a:gd name="connsiteX47" fmla="*/ 574965 w 609763"/>
              <a:gd name="connsiteY47" fmla="*/ 505681 h 580760"/>
              <a:gd name="connsiteX48" fmla="*/ 563740 w 609763"/>
              <a:gd name="connsiteY48" fmla="*/ 509604 h 580760"/>
              <a:gd name="connsiteX49" fmla="*/ 533432 w 609763"/>
              <a:gd name="connsiteY49" fmla="*/ 495596 h 580760"/>
              <a:gd name="connsiteX50" fmla="*/ 517156 w 609763"/>
              <a:gd name="connsiteY50" fmla="*/ 500358 h 580760"/>
              <a:gd name="connsiteX51" fmla="*/ 515753 w 609763"/>
              <a:gd name="connsiteY51" fmla="*/ 511845 h 580760"/>
              <a:gd name="connsiteX52" fmla="*/ 527258 w 609763"/>
              <a:gd name="connsiteY52" fmla="*/ 543222 h 580760"/>
              <a:gd name="connsiteX53" fmla="*/ 522488 w 609763"/>
              <a:gd name="connsiteY53" fmla="*/ 554148 h 580760"/>
              <a:gd name="connsiteX54" fmla="*/ 451489 w 609763"/>
              <a:gd name="connsiteY54" fmla="*/ 580202 h 580760"/>
              <a:gd name="connsiteX55" fmla="*/ 440825 w 609763"/>
              <a:gd name="connsiteY55" fmla="*/ 575160 h 580760"/>
              <a:gd name="connsiteX56" fmla="*/ 429320 w 609763"/>
              <a:gd name="connsiteY56" fmla="*/ 543782 h 580760"/>
              <a:gd name="connsiteX57" fmla="*/ 414727 w 609763"/>
              <a:gd name="connsiteY57" fmla="*/ 535658 h 580760"/>
              <a:gd name="connsiteX58" fmla="*/ 405186 w 609763"/>
              <a:gd name="connsiteY58" fmla="*/ 542942 h 580760"/>
              <a:gd name="connsiteX59" fmla="*/ 391154 w 609763"/>
              <a:gd name="connsiteY59" fmla="*/ 573198 h 580760"/>
              <a:gd name="connsiteX60" fmla="*/ 380210 w 609763"/>
              <a:gd name="connsiteY60" fmla="*/ 577401 h 580760"/>
              <a:gd name="connsiteX61" fmla="*/ 311456 w 609763"/>
              <a:gd name="connsiteY61" fmla="*/ 545743 h 580760"/>
              <a:gd name="connsiteX62" fmla="*/ 307527 w 609763"/>
              <a:gd name="connsiteY62" fmla="*/ 534537 h 580760"/>
              <a:gd name="connsiteX63" fmla="*/ 321559 w 609763"/>
              <a:gd name="connsiteY63" fmla="*/ 504561 h 580760"/>
              <a:gd name="connsiteX64" fmla="*/ 317069 w 609763"/>
              <a:gd name="connsiteY64" fmla="*/ 488312 h 580760"/>
              <a:gd name="connsiteX65" fmla="*/ 305282 w 609763"/>
              <a:gd name="connsiteY65" fmla="*/ 486631 h 580760"/>
              <a:gd name="connsiteX66" fmla="*/ 273852 w 609763"/>
              <a:gd name="connsiteY66" fmla="*/ 498397 h 580760"/>
              <a:gd name="connsiteX67" fmla="*/ 263188 w 609763"/>
              <a:gd name="connsiteY67" fmla="*/ 493355 h 580760"/>
              <a:gd name="connsiteX68" fmla="*/ 236809 w 609763"/>
              <a:gd name="connsiteY68" fmla="*/ 422756 h 580760"/>
              <a:gd name="connsiteX69" fmla="*/ 241861 w 609763"/>
              <a:gd name="connsiteY69" fmla="*/ 411830 h 580760"/>
              <a:gd name="connsiteX70" fmla="*/ 273291 w 609763"/>
              <a:gd name="connsiteY70" fmla="*/ 400344 h 580760"/>
              <a:gd name="connsiteX71" fmla="*/ 281429 w 609763"/>
              <a:gd name="connsiteY71" fmla="*/ 385776 h 580760"/>
              <a:gd name="connsiteX72" fmla="*/ 274133 w 609763"/>
              <a:gd name="connsiteY72" fmla="*/ 376530 h 580760"/>
              <a:gd name="connsiteX73" fmla="*/ 243825 w 609763"/>
              <a:gd name="connsiteY73" fmla="*/ 362523 h 580760"/>
              <a:gd name="connsiteX74" fmla="*/ 239896 w 609763"/>
              <a:gd name="connsiteY74" fmla="*/ 351317 h 580760"/>
              <a:gd name="connsiteX75" fmla="*/ 271327 w 609763"/>
              <a:gd name="connsiteY75" fmla="*/ 282959 h 580760"/>
              <a:gd name="connsiteX76" fmla="*/ 282552 w 609763"/>
              <a:gd name="connsiteY76" fmla="*/ 278757 h 580760"/>
              <a:gd name="connsiteX77" fmla="*/ 312859 w 609763"/>
              <a:gd name="connsiteY77" fmla="*/ 292764 h 580760"/>
              <a:gd name="connsiteX78" fmla="*/ 328855 w 609763"/>
              <a:gd name="connsiteY78" fmla="*/ 288282 h 580760"/>
              <a:gd name="connsiteX79" fmla="*/ 330539 w 609763"/>
              <a:gd name="connsiteY79" fmla="*/ 276796 h 580760"/>
              <a:gd name="connsiteX80" fmla="*/ 318752 w 609763"/>
              <a:gd name="connsiteY80" fmla="*/ 245418 h 580760"/>
              <a:gd name="connsiteX81" fmla="*/ 323804 w 609763"/>
              <a:gd name="connsiteY81" fmla="*/ 234492 h 580760"/>
              <a:gd name="connsiteX82" fmla="*/ 69048 w 609763"/>
              <a:gd name="connsiteY82" fmla="*/ 187422 h 580760"/>
              <a:gd name="connsiteX83" fmla="*/ 84749 w 609763"/>
              <a:gd name="connsiteY83" fmla="*/ 203123 h 580760"/>
              <a:gd name="connsiteX84" fmla="*/ 69048 w 609763"/>
              <a:gd name="connsiteY84" fmla="*/ 218824 h 580760"/>
              <a:gd name="connsiteX85" fmla="*/ 53347 w 609763"/>
              <a:gd name="connsiteY85" fmla="*/ 203123 h 580760"/>
              <a:gd name="connsiteX86" fmla="*/ 69048 w 609763"/>
              <a:gd name="connsiteY86" fmla="*/ 187422 h 580760"/>
              <a:gd name="connsiteX87" fmla="*/ 70434 w 609763"/>
              <a:gd name="connsiteY87" fmla="*/ 0 h 580760"/>
              <a:gd name="connsiteX88" fmla="*/ 409976 w 609763"/>
              <a:gd name="connsiteY88" fmla="*/ 0 h 580760"/>
              <a:gd name="connsiteX89" fmla="*/ 436635 w 609763"/>
              <a:gd name="connsiteY89" fmla="*/ 21853 h 580760"/>
              <a:gd name="connsiteX90" fmla="*/ 480130 w 609763"/>
              <a:gd name="connsiteY90" fmla="*/ 180149 h 580760"/>
              <a:gd name="connsiteX91" fmla="*/ 480410 w 609763"/>
              <a:gd name="connsiteY91" fmla="*/ 181270 h 580760"/>
              <a:gd name="connsiteX92" fmla="*/ 480410 w 609763"/>
              <a:gd name="connsiteY92" fmla="*/ 192196 h 580760"/>
              <a:gd name="connsiteX93" fmla="*/ 475920 w 609763"/>
              <a:gd name="connsiteY93" fmla="*/ 189955 h 580760"/>
              <a:gd name="connsiteX94" fmla="*/ 458522 w 609763"/>
              <a:gd name="connsiteY94" fmla="*/ 187713 h 580760"/>
              <a:gd name="connsiteX95" fmla="*/ 458522 w 609763"/>
              <a:gd name="connsiteY95" fmla="*/ 181270 h 580760"/>
              <a:gd name="connsiteX96" fmla="*/ 436635 w 609763"/>
              <a:gd name="connsiteY96" fmla="*/ 159697 h 580760"/>
              <a:gd name="connsiteX97" fmla="*/ 43775 w 609763"/>
              <a:gd name="connsiteY97" fmla="*/ 159697 h 580760"/>
              <a:gd name="connsiteX98" fmla="*/ 21888 w 609763"/>
              <a:gd name="connsiteY98" fmla="*/ 181270 h 580760"/>
              <a:gd name="connsiteX99" fmla="*/ 21888 w 609763"/>
              <a:gd name="connsiteY99" fmla="*/ 224977 h 580760"/>
              <a:gd name="connsiteX100" fmla="*/ 43775 w 609763"/>
              <a:gd name="connsiteY100" fmla="*/ 246830 h 580760"/>
              <a:gd name="connsiteX101" fmla="*/ 295486 w 609763"/>
              <a:gd name="connsiteY101" fmla="*/ 246830 h 580760"/>
              <a:gd name="connsiteX102" fmla="*/ 296889 w 609763"/>
              <a:gd name="connsiteY102" fmla="*/ 253274 h 580760"/>
              <a:gd name="connsiteX103" fmla="*/ 299976 w 609763"/>
              <a:gd name="connsiteY103" fmla="*/ 261118 h 580760"/>
              <a:gd name="connsiteX104" fmla="*/ 292119 w 609763"/>
              <a:gd name="connsiteY104" fmla="*/ 257756 h 580760"/>
              <a:gd name="connsiteX105" fmla="*/ 250307 w 609763"/>
              <a:gd name="connsiteY105" fmla="*/ 273166 h 580760"/>
              <a:gd name="connsiteX106" fmla="*/ 238241 w 609763"/>
              <a:gd name="connsiteY106" fmla="*/ 299222 h 580760"/>
              <a:gd name="connsiteX107" fmla="*/ 43775 w 609763"/>
              <a:gd name="connsiteY107" fmla="*/ 299222 h 580760"/>
              <a:gd name="connsiteX108" fmla="*/ 21888 w 609763"/>
              <a:gd name="connsiteY108" fmla="*/ 321075 h 580760"/>
              <a:gd name="connsiteX109" fmla="*/ 21888 w 609763"/>
              <a:gd name="connsiteY109" fmla="*/ 364781 h 580760"/>
              <a:gd name="connsiteX110" fmla="*/ 43775 w 609763"/>
              <a:gd name="connsiteY110" fmla="*/ 386634 h 580760"/>
              <a:gd name="connsiteX111" fmla="*/ 240486 w 609763"/>
              <a:gd name="connsiteY111" fmla="*/ 386634 h 580760"/>
              <a:gd name="connsiteX112" fmla="*/ 241889 w 609763"/>
              <a:gd name="connsiteY112" fmla="*/ 387195 h 580760"/>
              <a:gd name="connsiteX113" fmla="*/ 233751 w 609763"/>
              <a:gd name="connsiteY113" fmla="*/ 389997 h 580760"/>
              <a:gd name="connsiteX114" fmla="*/ 214950 w 609763"/>
              <a:gd name="connsiteY114" fmla="*/ 430621 h 580760"/>
              <a:gd name="connsiteX115" fmla="*/ 218317 w 609763"/>
              <a:gd name="connsiteY115" fmla="*/ 439026 h 580760"/>
              <a:gd name="connsiteX116" fmla="*/ 43775 w 609763"/>
              <a:gd name="connsiteY116" fmla="*/ 439026 h 580760"/>
              <a:gd name="connsiteX117" fmla="*/ 21888 w 609763"/>
              <a:gd name="connsiteY117" fmla="*/ 460879 h 580760"/>
              <a:gd name="connsiteX118" fmla="*/ 21888 w 609763"/>
              <a:gd name="connsiteY118" fmla="*/ 504586 h 580760"/>
              <a:gd name="connsiteX119" fmla="*/ 43775 w 609763"/>
              <a:gd name="connsiteY119" fmla="*/ 526439 h 580760"/>
              <a:gd name="connsiteX120" fmla="*/ 285945 w 609763"/>
              <a:gd name="connsiteY120" fmla="*/ 526439 h 580760"/>
              <a:gd name="connsiteX121" fmla="*/ 285103 w 609763"/>
              <a:gd name="connsiteY121" fmla="*/ 548012 h 580760"/>
              <a:gd name="connsiteX122" fmla="*/ 43775 w 609763"/>
              <a:gd name="connsiteY122" fmla="*/ 548012 h 580760"/>
              <a:gd name="connsiteX123" fmla="*/ 0 w 609763"/>
              <a:gd name="connsiteY123" fmla="*/ 504586 h 580760"/>
              <a:gd name="connsiteX124" fmla="*/ 0 w 609763"/>
              <a:gd name="connsiteY124" fmla="*/ 460879 h 580760"/>
              <a:gd name="connsiteX125" fmla="*/ 280 w 609763"/>
              <a:gd name="connsiteY125" fmla="*/ 459479 h 580760"/>
              <a:gd name="connsiteX126" fmla="*/ 11505 w 609763"/>
              <a:gd name="connsiteY126" fmla="*/ 394199 h 580760"/>
              <a:gd name="connsiteX127" fmla="*/ 0 w 609763"/>
              <a:gd name="connsiteY127" fmla="*/ 364781 h 580760"/>
              <a:gd name="connsiteX128" fmla="*/ 0 w 609763"/>
              <a:gd name="connsiteY128" fmla="*/ 321075 h 580760"/>
              <a:gd name="connsiteX129" fmla="*/ 280 w 609763"/>
              <a:gd name="connsiteY129" fmla="*/ 319954 h 580760"/>
              <a:gd name="connsiteX130" fmla="*/ 11505 w 609763"/>
              <a:gd name="connsiteY130" fmla="*/ 254394 h 580760"/>
              <a:gd name="connsiteX131" fmla="*/ 0 w 609763"/>
              <a:gd name="connsiteY131" fmla="*/ 224977 h 580760"/>
              <a:gd name="connsiteX132" fmla="*/ 0 w 609763"/>
              <a:gd name="connsiteY132" fmla="*/ 181270 h 580760"/>
              <a:gd name="connsiteX133" fmla="*/ 280 w 609763"/>
              <a:gd name="connsiteY133" fmla="*/ 180149 h 580760"/>
              <a:gd name="connsiteX134" fmla="*/ 43775 w 609763"/>
              <a:gd name="connsiteY134" fmla="*/ 21853 h 580760"/>
              <a:gd name="connsiteX135" fmla="*/ 70434 w 609763"/>
              <a:gd name="connsiteY135" fmla="*/ 0 h 58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609763" h="580760">
                <a:moveTo>
                  <a:pt x="69048" y="467002"/>
                </a:moveTo>
                <a:cubicBezTo>
                  <a:pt x="77719" y="467002"/>
                  <a:pt x="84749" y="474032"/>
                  <a:pt x="84749" y="482703"/>
                </a:cubicBezTo>
                <a:cubicBezTo>
                  <a:pt x="84749" y="491374"/>
                  <a:pt x="77719" y="498404"/>
                  <a:pt x="69048" y="498404"/>
                </a:cubicBezTo>
                <a:cubicBezTo>
                  <a:pt x="60377" y="498404"/>
                  <a:pt x="53347" y="491374"/>
                  <a:pt x="53347" y="482703"/>
                </a:cubicBezTo>
                <a:cubicBezTo>
                  <a:pt x="53347" y="474032"/>
                  <a:pt x="60377" y="467002"/>
                  <a:pt x="69048" y="467002"/>
                </a:cubicBezTo>
                <a:close/>
                <a:moveTo>
                  <a:pt x="69048" y="327212"/>
                </a:moveTo>
                <a:cubicBezTo>
                  <a:pt x="77719" y="327212"/>
                  <a:pt x="84749" y="334242"/>
                  <a:pt x="84749" y="342913"/>
                </a:cubicBezTo>
                <a:cubicBezTo>
                  <a:pt x="84749" y="351584"/>
                  <a:pt x="77719" y="358614"/>
                  <a:pt x="69048" y="358614"/>
                </a:cubicBezTo>
                <a:cubicBezTo>
                  <a:pt x="60377" y="358614"/>
                  <a:pt x="53347" y="351584"/>
                  <a:pt x="53347" y="342913"/>
                </a:cubicBezTo>
                <a:cubicBezTo>
                  <a:pt x="53347" y="334242"/>
                  <a:pt x="60377" y="327212"/>
                  <a:pt x="69048" y="327212"/>
                </a:cubicBezTo>
                <a:close/>
                <a:moveTo>
                  <a:pt x="443351" y="299768"/>
                </a:moveTo>
                <a:cubicBezTo>
                  <a:pt x="408273" y="295286"/>
                  <a:pt x="381894" y="303130"/>
                  <a:pt x="370388" y="324702"/>
                </a:cubicBezTo>
                <a:cubicBezTo>
                  <a:pt x="358882" y="346274"/>
                  <a:pt x="358040" y="365324"/>
                  <a:pt x="358882" y="368686"/>
                </a:cubicBezTo>
                <a:cubicBezTo>
                  <a:pt x="359724" y="372328"/>
                  <a:pt x="363653" y="378772"/>
                  <a:pt x="363653" y="378772"/>
                </a:cubicBezTo>
                <a:cubicBezTo>
                  <a:pt x="363653" y="378772"/>
                  <a:pt x="345973" y="405947"/>
                  <a:pt x="347096" y="410429"/>
                </a:cubicBezTo>
                <a:cubicBezTo>
                  <a:pt x="348218" y="414912"/>
                  <a:pt x="360285" y="417153"/>
                  <a:pt x="360285" y="417153"/>
                </a:cubicBezTo>
                <a:cubicBezTo>
                  <a:pt x="360285" y="417153"/>
                  <a:pt x="361408" y="420234"/>
                  <a:pt x="359163" y="426118"/>
                </a:cubicBezTo>
                <a:cubicBezTo>
                  <a:pt x="356918" y="432281"/>
                  <a:pt x="363372" y="439005"/>
                  <a:pt x="365056" y="441526"/>
                </a:cubicBezTo>
                <a:cubicBezTo>
                  <a:pt x="367020" y="444048"/>
                  <a:pt x="362530" y="451332"/>
                  <a:pt x="363933" y="455534"/>
                </a:cubicBezTo>
                <a:cubicBezTo>
                  <a:pt x="365617" y="459736"/>
                  <a:pt x="372913" y="464779"/>
                  <a:pt x="381332" y="463658"/>
                </a:cubicBezTo>
                <a:cubicBezTo>
                  <a:pt x="389470" y="462818"/>
                  <a:pt x="400415" y="460857"/>
                  <a:pt x="404063" y="460016"/>
                </a:cubicBezTo>
                <a:cubicBezTo>
                  <a:pt x="412482" y="479907"/>
                  <a:pt x="392277" y="489993"/>
                  <a:pt x="392277" y="489993"/>
                </a:cubicBezTo>
                <a:lnTo>
                  <a:pt x="499476" y="489993"/>
                </a:lnTo>
                <a:cubicBezTo>
                  <a:pt x="499476" y="489993"/>
                  <a:pt x="468327" y="465059"/>
                  <a:pt x="468888" y="437884"/>
                </a:cubicBezTo>
                <a:cubicBezTo>
                  <a:pt x="469169" y="422476"/>
                  <a:pt x="499476" y="403145"/>
                  <a:pt x="499196" y="360842"/>
                </a:cubicBezTo>
                <a:cubicBezTo>
                  <a:pt x="499196" y="339550"/>
                  <a:pt x="478429" y="304251"/>
                  <a:pt x="443351" y="299768"/>
                </a:cubicBezTo>
                <a:close/>
                <a:moveTo>
                  <a:pt x="394522" y="208438"/>
                </a:moveTo>
                <a:cubicBezTo>
                  <a:pt x="399012" y="206757"/>
                  <a:pt x="403782" y="208998"/>
                  <a:pt x="405466" y="213481"/>
                </a:cubicBezTo>
                <a:lnTo>
                  <a:pt x="416972" y="244578"/>
                </a:lnTo>
                <a:cubicBezTo>
                  <a:pt x="418656" y="249060"/>
                  <a:pt x="428478" y="252702"/>
                  <a:pt x="431845" y="252702"/>
                </a:cubicBezTo>
                <a:cubicBezTo>
                  <a:pt x="434932" y="252983"/>
                  <a:pt x="439141" y="249621"/>
                  <a:pt x="441106" y="245699"/>
                </a:cubicBezTo>
                <a:lnTo>
                  <a:pt x="455137" y="215162"/>
                </a:lnTo>
                <a:cubicBezTo>
                  <a:pt x="456821" y="211240"/>
                  <a:pt x="461872" y="209279"/>
                  <a:pt x="466082" y="211240"/>
                </a:cubicBezTo>
                <a:lnTo>
                  <a:pt x="534555" y="242617"/>
                </a:lnTo>
                <a:cubicBezTo>
                  <a:pt x="538764" y="244578"/>
                  <a:pt x="540728" y="249621"/>
                  <a:pt x="538764" y="253823"/>
                </a:cubicBezTo>
                <a:lnTo>
                  <a:pt x="524733" y="284080"/>
                </a:lnTo>
                <a:cubicBezTo>
                  <a:pt x="522768" y="288282"/>
                  <a:pt x="527258" y="297807"/>
                  <a:pt x="529223" y="300329"/>
                </a:cubicBezTo>
                <a:cubicBezTo>
                  <a:pt x="531468" y="302570"/>
                  <a:pt x="536519" y="303410"/>
                  <a:pt x="541009" y="301729"/>
                </a:cubicBezTo>
                <a:lnTo>
                  <a:pt x="572439" y="290243"/>
                </a:lnTo>
                <a:cubicBezTo>
                  <a:pt x="576649" y="288562"/>
                  <a:pt x="581700" y="290803"/>
                  <a:pt x="583103" y="295286"/>
                </a:cubicBezTo>
                <a:lnTo>
                  <a:pt x="609201" y="365885"/>
                </a:lnTo>
                <a:cubicBezTo>
                  <a:pt x="610885" y="370087"/>
                  <a:pt x="608640" y="375130"/>
                  <a:pt x="604431" y="376530"/>
                </a:cubicBezTo>
                <a:lnTo>
                  <a:pt x="573001" y="388297"/>
                </a:lnTo>
                <a:cubicBezTo>
                  <a:pt x="568511" y="389698"/>
                  <a:pt x="565143" y="393620"/>
                  <a:pt x="565143" y="396982"/>
                </a:cubicBezTo>
                <a:cubicBezTo>
                  <a:pt x="565143" y="400063"/>
                  <a:pt x="567949" y="410149"/>
                  <a:pt x="572159" y="412110"/>
                </a:cubicBezTo>
                <a:lnTo>
                  <a:pt x="602466" y="426118"/>
                </a:lnTo>
                <a:cubicBezTo>
                  <a:pt x="606676" y="428079"/>
                  <a:pt x="608360" y="433122"/>
                  <a:pt x="606395" y="437044"/>
                </a:cubicBezTo>
                <a:lnTo>
                  <a:pt x="574965" y="505681"/>
                </a:lnTo>
                <a:cubicBezTo>
                  <a:pt x="573001" y="509884"/>
                  <a:pt x="567949" y="511565"/>
                  <a:pt x="563740" y="509604"/>
                </a:cubicBezTo>
                <a:lnTo>
                  <a:pt x="533432" y="495596"/>
                </a:lnTo>
                <a:cubicBezTo>
                  <a:pt x="529223" y="493915"/>
                  <a:pt x="519681" y="498117"/>
                  <a:pt x="517156" y="500358"/>
                </a:cubicBezTo>
                <a:cubicBezTo>
                  <a:pt x="514911" y="502320"/>
                  <a:pt x="514069" y="507642"/>
                  <a:pt x="515753" y="511845"/>
                </a:cubicBezTo>
                <a:lnTo>
                  <a:pt x="527258" y="543222"/>
                </a:lnTo>
                <a:cubicBezTo>
                  <a:pt x="528942" y="547704"/>
                  <a:pt x="526697" y="552467"/>
                  <a:pt x="522488" y="554148"/>
                </a:cubicBezTo>
                <a:lnTo>
                  <a:pt x="451489" y="580202"/>
                </a:lnTo>
                <a:cubicBezTo>
                  <a:pt x="447280" y="581883"/>
                  <a:pt x="442228" y="579642"/>
                  <a:pt x="440825" y="575160"/>
                </a:cubicBezTo>
                <a:lnTo>
                  <a:pt x="429320" y="543782"/>
                </a:lnTo>
                <a:cubicBezTo>
                  <a:pt x="427636" y="539580"/>
                  <a:pt x="417814" y="535938"/>
                  <a:pt x="414727" y="535658"/>
                </a:cubicBezTo>
                <a:cubicBezTo>
                  <a:pt x="411359" y="535658"/>
                  <a:pt x="407150" y="538740"/>
                  <a:pt x="405186" y="542942"/>
                </a:cubicBezTo>
                <a:lnTo>
                  <a:pt x="391154" y="573198"/>
                </a:lnTo>
                <a:cubicBezTo>
                  <a:pt x="389470" y="577401"/>
                  <a:pt x="384419" y="579362"/>
                  <a:pt x="380210" y="577401"/>
                </a:cubicBezTo>
                <a:lnTo>
                  <a:pt x="311456" y="545743"/>
                </a:lnTo>
                <a:cubicBezTo>
                  <a:pt x="307527" y="543782"/>
                  <a:pt x="305563" y="538740"/>
                  <a:pt x="307527" y="534537"/>
                </a:cubicBezTo>
                <a:lnTo>
                  <a:pt x="321559" y="504561"/>
                </a:lnTo>
                <a:cubicBezTo>
                  <a:pt x="323523" y="500078"/>
                  <a:pt x="319033" y="490833"/>
                  <a:pt x="317069" y="488312"/>
                </a:cubicBezTo>
                <a:cubicBezTo>
                  <a:pt x="314824" y="485790"/>
                  <a:pt x="309492" y="485230"/>
                  <a:pt x="305282" y="486631"/>
                </a:cubicBezTo>
                <a:lnTo>
                  <a:pt x="273852" y="498397"/>
                </a:lnTo>
                <a:cubicBezTo>
                  <a:pt x="269643" y="500078"/>
                  <a:pt x="264591" y="497557"/>
                  <a:pt x="263188" y="493355"/>
                </a:cubicBezTo>
                <a:lnTo>
                  <a:pt x="236809" y="422756"/>
                </a:lnTo>
                <a:cubicBezTo>
                  <a:pt x="235406" y="418273"/>
                  <a:pt x="237651" y="413511"/>
                  <a:pt x="241861" y="411830"/>
                </a:cubicBezTo>
                <a:lnTo>
                  <a:pt x="273291" y="400344"/>
                </a:lnTo>
                <a:cubicBezTo>
                  <a:pt x="277500" y="398663"/>
                  <a:pt x="281148" y="388857"/>
                  <a:pt x="281429" y="385776"/>
                </a:cubicBezTo>
                <a:cubicBezTo>
                  <a:pt x="281710" y="382694"/>
                  <a:pt x="278342" y="378211"/>
                  <a:pt x="274133" y="376530"/>
                </a:cubicBezTo>
                <a:lnTo>
                  <a:pt x="243825" y="362523"/>
                </a:lnTo>
                <a:cubicBezTo>
                  <a:pt x="239616" y="360562"/>
                  <a:pt x="237932" y="355519"/>
                  <a:pt x="239896" y="351317"/>
                </a:cubicBezTo>
                <a:lnTo>
                  <a:pt x="271327" y="282959"/>
                </a:lnTo>
                <a:cubicBezTo>
                  <a:pt x="273291" y="278757"/>
                  <a:pt x="278342" y="277076"/>
                  <a:pt x="282552" y="278757"/>
                </a:cubicBezTo>
                <a:lnTo>
                  <a:pt x="312859" y="292764"/>
                </a:lnTo>
                <a:cubicBezTo>
                  <a:pt x="317069" y="294726"/>
                  <a:pt x="326610" y="290243"/>
                  <a:pt x="328855" y="288282"/>
                </a:cubicBezTo>
                <a:cubicBezTo>
                  <a:pt x="331381" y="286321"/>
                  <a:pt x="331942" y="280998"/>
                  <a:pt x="330539" y="276796"/>
                </a:cubicBezTo>
                <a:lnTo>
                  <a:pt x="318752" y="245418"/>
                </a:lnTo>
                <a:cubicBezTo>
                  <a:pt x="317349" y="240936"/>
                  <a:pt x="319594" y="236173"/>
                  <a:pt x="323804" y="234492"/>
                </a:cubicBezTo>
                <a:close/>
                <a:moveTo>
                  <a:pt x="69048" y="187422"/>
                </a:moveTo>
                <a:cubicBezTo>
                  <a:pt x="77719" y="187422"/>
                  <a:pt x="84749" y="194452"/>
                  <a:pt x="84749" y="203123"/>
                </a:cubicBezTo>
                <a:cubicBezTo>
                  <a:pt x="84749" y="211794"/>
                  <a:pt x="77719" y="218824"/>
                  <a:pt x="69048" y="218824"/>
                </a:cubicBezTo>
                <a:cubicBezTo>
                  <a:pt x="60377" y="218824"/>
                  <a:pt x="53347" y="211794"/>
                  <a:pt x="53347" y="203123"/>
                </a:cubicBezTo>
                <a:cubicBezTo>
                  <a:pt x="53347" y="194452"/>
                  <a:pt x="60377" y="187422"/>
                  <a:pt x="69048" y="187422"/>
                </a:cubicBezTo>
                <a:close/>
                <a:moveTo>
                  <a:pt x="70434" y="0"/>
                </a:moveTo>
                <a:lnTo>
                  <a:pt x="409976" y="0"/>
                </a:lnTo>
                <a:cubicBezTo>
                  <a:pt x="423165" y="0"/>
                  <a:pt x="435231" y="9806"/>
                  <a:pt x="436635" y="21853"/>
                </a:cubicBezTo>
                <a:lnTo>
                  <a:pt x="480130" y="180149"/>
                </a:lnTo>
                <a:cubicBezTo>
                  <a:pt x="480130" y="180429"/>
                  <a:pt x="480410" y="180989"/>
                  <a:pt x="480410" y="181270"/>
                </a:cubicBezTo>
                <a:lnTo>
                  <a:pt x="480410" y="192196"/>
                </a:lnTo>
                <a:lnTo>
                  <a:pt x="475920" y="189955"/>
                </a:lnTo>
                <a:cubicBezTo>
                  <a:pt x="470308" y="187433"/>
                  <a:pt x="464415" y="186873"/>
                  <a:pt x="458522" y="187713"/>
                </a:cubicBezTo>
                <a:lnTo>
                  <a:pt x="458522" y="181270"/>
                </a:lnTo>
                <a:cubicBezTo>
                  <a:pt x="458522" y="169502"/>
                  <a:pt x="448701" y="159697"/>
                  <a:pt x="436635" y="159697"/>
                </a:cubicBezTo>
                <a:lnTo>
                  <a:pt x="43775" y="159697"/>
                </a:lnTo>
                <a:cubicBezTo>
                  <a:pt x="31709" y="159697"/>
                  <a:pt x="21888" y="169502"/>
                  <a:pt x="21888" y="181270"/>
                </a:cubicBezTo>
                <a:lnTo>
                  <a:pt x="21888" y="224977"/>
                </a:lnTo>
                <a:cubicBezTo>
                  <a:pt x="21888" y="237024"/>
                  <a:pt x="31709" y="246830"/>
                  <a:pt x="43775" y="246830"/>
                </a:cubicBezTo>
                <a:lnTo>
                  <a:pt x="295486" y="246830"/>
                </a:lnTo>
                <a:cubicBezTo>
                  <a:pt x="295767" y="249071"/>
                  <a:pt x="296328" y="251312"/>
                  <a:pt x="296889" y="253274"/>
                </a:cubicBezTo>
                <a:lnTo>
                  <a:pt x="299976" y="261118"/>
                </a:lnTo>
                <a:lnTo>
                  <a:pt x="292119" y="257756"/>
                </a:lnTo>
                <a:cubicBezTo>
                  <a:pt x="276685" y="250752"/>
                  <a:pt x="257323" y="258037"/>
                  <a:pt x="250307" y="273166"/>
                </a:cubicBezTo>
                <a:lnTo>
                  <a:pt x="238241" y="299222"/>
                </a:lnTo>
                <a:lnTo>
                  <a:pt x="43775" y="299222"/>
                </a:lnTo>
                <a:cubicBezTo>
                  <a:pt x="31709" y="299222"/>
                  <a:pt x="21888" y="309027"/>
                  <a:pt x="21888" y="321075"/>
                </a:cubicBezTo>
                <a:lnTo>
                  <a:pt x="21888" y="364781"/>
                </a:lnTo>
                <a:cubicBezTo>
                  <a:pt x="21888" y="376829"/>
                  <a:pt x="31709" y="386634"/>
                  <a:pt x="43775" y="386634"/>
                </a:cubicBezTo>
                <a:lnTo>
                  <a:pt x="240486" y="386634"/>
                </a:lnTo>
                <a:lnTo>
                  <a:pt x="241889" y="387195"/>
                </a:lnTo>
                <a:lnTo>
                  <a:pt x="233751" y="389997"/>
                </a:lnTo>
                <a:cubicBezTo>
                  <a:pt x="217756" y="396160"/>
                  <a:pt x="209337" y="414091"/>
                  <a:pt x="214950" y="430621"/>
                </a:cubicBezTo>
                <a:lnTo>
                  <a:pt x="218317" y="439026"/>
                </a:lnTo>
                <a:lnTo>
                  <a:pt x="43775" y="439026"/>
                </a:lnTo>
                <a:cubicBezTo>
                  <a:pt x="31709" y="439026"/>
                  <a:pt x="21888" y="448832"/>
                  <a:pt x="21888" y="460879"/>
                </a:cubicBezTo>
                <a:lnTo>
                  <a:pt x="21888" y="504586"/>
                </a:lnTo>
                <a:cubicBezTo>
                  <a:pt x="21888" y="516633"/>
                  <a:pt x="31709" y="526439"/>
                  <a:pt x="43775" y="526439"/>
                </a:cubicBezTo>
                <a:lnTo>
                  <a:pt x="285945" y="526439"/>
                </a:lnTo>
                <a:cubicBezTo>
                  <a:pt x="283139" y="533163"/>
                  <a:pt x="282858" y="540728"/>
                  <a:pt x="285103" y="548012"/>
                </a:cubicBezTo>
                <a:lnTo>
                  <a:pt x="43775" y="548012"/>
                </a:lnTo>
                <a:cubicBezTo>
                  <a:pt x="19643" y="548012"/>
                  <a:pt x="0" y="528681"/>
                  <a:pt x="0" y="504586"/>
                </a:cubicBezTo>
                <a:lnTo>
                  <a:pt x="0" y="460879"/>
                </a:lnTo>
                <a:cubicBezTo>
                  <a:pt x="0" y="460319"/>
                  <a:pt x="280" y="460039"/>
                  <a:pt x="280" y="459479"/>
                </a:cubicBezTo>
                <a:lnTo>
                  <a:pt x="11505" y="394199"/>
                </a:lnTo>
                <a:cubicBezTo>
                  <a:pt x="4490" y="386354"/>
                  <a:pt x="0" y="375988"/>
                  <a:pt x="0" y="364781"/>
                </a:cubicBezTo>
                <a:lnTo>
                  <a:pt x="0" y="321075"/>
                </a:lnTo>
                <a:cubicBezTo>
                  <a:pt x="0" y="320795"/>
                  <a:pt x="280" y="320234"/>
                  <a:pt x="280" y="319954"/>
                </a:cubicBezTo>
                <a:lnTo>
                  <a:pt x="11505" y="254394"/>
                </a:lnTo>
                <a:cubicBezTo>
                  <a:pt x="4490" y="246550"/>
                  <a:pt x="0" y="236183"/>
                  <a:pt x="0" y="224977"/>
                </a:cubicBezTo>
                <a:lnTo>
                  <a:pt x="0" y="181270"/>
                </a:lnTo>
                <a:cubicBezTo>
                  <a:pt x="0" y="180989"/>
                  <a:pt x="280" y="180429"/>
                  <a:pt x="280" y="180149"/>
                </a:cubicBezTo>
                <a:lnTo>
                  <a:pt x="43775" y="21853"/>
                </a:lnTo>
                <a:cubicBezTo>
                  <a:pt x="45178" y="9806"/>
                  <a:pt x="56964" y="0"/>
                  <a:pt x="704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48" name="dollar-bag_17794">
            <a:extLst>
              <a:ext uri="{FF2B5EF4-FFF2-40B4-BE49-F238E27FC236}">
                <a16:creationId xmlns:a16="http://schemas.microsoft.com/office/drawing/2014/main" id="{AC2F0957-DB93-4731-BF56-A67476AD7CAF}"/>
              </a:ext>
            </a:extLst>
          </p:cNvPr>
          <p:cNvSpPr/>
          <p:nvPr/>
        </p:nvSpPr>
        <p:spPr>
          <a:xfrm>
            <a:off x="4929483" y="2206342"/>
            <a:ext cx="494047" cy="355771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037" h="437859">
                <a:moveTo>
                  <a:pt x="435614" y="275305"/>
                </a:moveTo>
                <a:cubicBezTo>
                  <a:pt x="437271" y="274359"/>
                  <a:pt x="439284" y="274596"/>
                  <a:pt x="440823" y="275778"/>
                </a:cubicBezTo>
                <a:cubicBezTo>
                  <a:pt x="448635" y="281809"/>
                  <a:pt x="457277" y="285948"/>
                  <a:pt x="466273" y="287959"/>
                </a:cubicBezTo>
                <a:cubicBezTo>
                  <a:pt x="467930" y="288313"/>
                  <a:pt x="469232" y="289496"/>
                  <a:pt x="469824" y="291033"/>
                </a:cubicBezTo>
                <a:lnTo>
                  <a:pt x="478939" y="315276"/>
                </a:lnTo>
                <a:lnTo>
                  <a:pt x="488172" y="291033"/>
                </a:lnTo>
                <a:cubicBezTo>
                  <a:pt x="488764" y="289496"/>
                  <a:pt x="490066" y="288313"/>
                  <a:pt x="491723" y="287959"/>
                </a:cubicBezTo>
                <a:cubicBezTo>
                  <a:pt x="500838" y="285948"/>
                  <a:pt x="509361" y="281809"/>
                  <a:pt x="517174" y="275778"/>
                </a:cubicBezTo>
                <a:cubicBezTo>
                  <a:pt x="518713" y="274596"/>
                  <a:pt x="520725" y="274359"/>
                  <a:pt x="522382" y="275305"/>
                </a:cubicBezTo>
                <a:cubicBezTo>
                  <a:pt x="529485" y="278971"/>
                  <a:pt x="564878" y="298247"/>
                  <a:pt x="573875" y="309954"/>
                </a:cubicBezTo>
                <a:cubicBezTo>
                  <a:pt x="591157" y="332423"/>
                  <a:pt x="603468" y="399829"/>
                  <a:pt x="607966" y="427738"/>
                </a:cubicBezTo>
                <a:cubicBezTo>
                  <a:pt x="608203" y="429157"/>
                  <a:pt x="607848" y="430694"/>
                  <a:pt x="606901" y="431758"/>
                </a:cubicBezTo>
                <a:cubicBezTo>
                  <a:pt x="605954" y="432823"/>
                  <a:pt x="604652" y="433414"/>
                  <a:pt x="603231" y="433414"/>
                </a:cubicBezTo>
                <a:lnTo>
                  <a:pt x="354765" y="433414"/>
                </a:lnTo>
                <a:cubicBezTo>
                  <a:pt x="353344" y="433414"/>
                  <a:pt x="352042" y="432823"/>
                  <a:pt x="351095" y="431758"/>
                </a:cubicBezTo>
                <a:cubicBezTo>
                  <a:pt x="350148" y="430694"/>
                  <a:pt x="349793" y="429157"/>
                  <a:pt x="350030" y="427738"/>
                </a:cubicBezTo>
                <a:cubicBezTo>
                  <a:pt x="354528" y="399829"/>
                  <a:pt x="366839" y="332423"/>
                  <a:pt x="384122" y="309954"/>
                </a:cubicBezTo>
                <a:cubicBezTo>
                  <a:pt x="393118" y="298247"/>
                  <a:pt x="428512" y="278971"/>
                  <a:pt x="435614" y="275305"/>
                </a:cubicBezTo>
                <a:close/>
                <a:moveTo>
                  <a:pt x="479051" y="123066"/>
                </a:moveTo>
                <a:cubicBezTo>
                  <a:pt x="542255" y="123066"/>
                  <a:pt x="548646" y="158180"/>
                  <a:pt x="548646" y="201334"/>
                </a:cubicBezTo>
                <a:cubicBezTo>
                  <a:pt x="548646" y="244607"/>
                  <a:pt x="517518" y="279721"/>
                  <a:pt x="479051" y="279721"/>
                </a:cubicBezTo>
                <a:cubicBezTo>
                  <a:pt x="440584" y="279721"/>
                  <a:pt x="409337" y="244607"/>
                  <a:pt x="409337" y="201334"/>
                </a:cubicBezTo>
                <a:cubicBezTo>
                  <a:pt x="409337" y="198852"/>
                  <a:pt x="409337" y="196369"/>
                  <a:pt x="409455" y="193886"/>
                </a:cubicBezTo>
                <a:cubicBezTo>
                  <a:pt x="405668" y="196723"/>
                  <a:pt x="402235" y="200389"/>
                  <a:pt x="400460" y="205000"/>
                </a:cubicBezTo>
                <a:cubicBezTo>
                  <a:pt x="397856" y="211502"/>
                  <a:pt x="399276" y="219305"/>
                  <a:pt x="404484" y="228173"/>
                </a:cubicBezTo>
                <a:cubicBezTo>
                  <a:pt x="406259" y="228646"/>
                  <a:pt x="407916" y="229710"/>
                  <a:pt x="408982" y="231365"/>
                </a:cubicBezTo>
                <a:lnTo>
                  <a:pt x="411822" y="235503"/>
                </a:lnTo>
                <a:cubicBezTo>
                  <a:pt x="413124" y="237276"/>
                  <a:pt x="413598" y="239405"/>
                  <a:pt x="413243" y="241651"/>
                </a:cubicBezTo>
                <a:cubicBezTo>
                  <a:pt x="412888" y="243779"/>
                  <a:pt x="411586" y="245671"/>
                  <a:pt x="409810" y="246853"/>
                </a:cubicBezTo>
                <a:cubicBezTo>
                  <a:pt x="408508" y="247799"/>
                  <a:pt x="406851" y="248390"/>
                  <a:pt x="405194" y="248390"/>
                </a:cubicBezTo>
                <a:cubicBezTo>
                  <a:pt x="402472" y="248390"/>
                  <a:pt x="399986" y="247090"/>
                  <a:pt x="398448" y="244843"/>
                </a:cubicBezTo>
                <a:lnTo>
                  <a:pt x="395489" y="240705"/>
                </a:lnTo>
                <a:cubicBezTo>
                  <a:pt x="394187" y="238695"/>
                  <a:pt x="393832" y="236331"/>
                  <a:pt x="394305" y="234202"/>
                </a:cubicBezTo>
                <a:cubicBezTo>
                  <a:pt x="387085" y="222143"/>
                  <a:pt x="385428" y="210793"/>
                  <a:pt x="389334" y="200625"/>
                </a:cubicBezTo>
                <a:cubicBezTo>
                  <a:pt x="393358" y="190221"/>
                  <a:pt x="402590" y="183482"/>
                  <a:pt x="410284" y="179344"/>
                </a:cubicBezTo>
                <a:cubicBezTo>
                  <a:pt x="413361" y="146830"/>
                  <a:pt x="426854" y="123066"/>
                  <a:pt x="479051" y="123066"/>
                </a:cubicBezTo>
                <a:close/>
                <a:moveTo>
                  <a:pt x="251377" y="87196"/>
                </a:moveTo>
                <a:cubicBezTo>
                  <a:pt x="255047" y="87078"/>
                  <a:pt x="258599" y="88970"/>
                  <a:pt x="260493" y="92162"/>
                </a:cubicBezTo>
                <a:lnTo>
                  <a:pt x="294826" y="150452"/>
                </a:lnTo>
                <a:lnTo>
                  <a:pt x="373554" y="150452"/>
                </a:lnTo>
                <a:cubicBezTo>
                  <a:pt x="379118" y="150452"/>
                  <a:pt x="383735" y="155063"/>
                  <a:pt x="383735" y="160738"/>
                </a:cubicBezTo>
                <a:cubicBezTo>
                  <a:pt x="383735" y="166414"/>
                  <a:pt x="379118" y="171025"/>
                  <a:pt x="373554" y="171025"/>
                </a:cubicBezTo>
                <a:lnTo>
                  <a:pt x="289025" y="171025"/>
                </a:lnTo>
                <a:cubicBezTo>
                  <a:pt x="285355" y="171025"/>
                  <a:pt x="281921" y="169015"/>
                  <a:pt x="280145" y="165941"/>
                </a:cubicBezTo>
                <a:lnTo>
                  <a:pt x="252206" y="118529"/>
                </a:lnTo>
                <a:lnTo>
                  <a:pt x="201773" y="214890"/>
                </a:lnTo>
                <a:cubicBezTo>
                  <a:pt x="200115" y="217964"/>
                  <a:pt x="197155" y="219974"/>
                  <a:pt x="193722" y="220329"/>
                </a:cubicBezTo>
                <a:cubicBezTo>
                  <a:pt x="193367" y="220329"/>
                  <a:pt x="193012" y="220447"/>
                  <a:pt x="192657" y="220447"/>
                </a:cubicBezTo>
                <a:cubicBezTo>
                  <a:pt x="189579" y="220447"/>
                  <a:pt x="186619" y="219028"/>
                  <a:pt x="184606" y="216545"/>
                </a:cubicBezTo>
                <a:lnTo>
                  <a:pt x="148261" y="171025"/>
                </a:lnTo>
                <a:lnTo>
                  <a:pt x="75926" y="171025"/>
                </a:lnTo>
                <a:cubicBezTo>
                  <a:pt x="70243" y="171025"/>
                  <a:pt x="65626" y="166414"/>
                  <a:pt x="65626" y="160738"/>
                </a:cubicBezTo>
                <a:cubicBezTo>
                  <a:pt x="65626" y="155063"/>
                  <a:pt x="70243" y="150452"/>
                  <a:pt x="75926" y="150452"/>
                </a:cubicBezTo>
                <a:lnTo>
                  <a:pt x="153233" y="150452"/>
                </a:lnTo>
                <a:cubicBezTo>
                  <a:pt x="156311" y="150452"/>
                  <a:pt x="159271" y="151871"/>
                  <a:pt x="161284" y="154354"/>
                </a:cubicBezTo>
                <a:lnTo>
                  <a:pt x="190881" y="191480"/>
                </a:lnTo>
                <a:lnTo>
                  <a:pt x="242498" y="92635"/>
                </a:lnTo>
                <a:cubicBezTo>
                  <a:pt x="244274" y="89325"/>
                  <a:pt x="247589" y="87315"/>
                  <a:pt x="251377" y="87196"/>
                </a:cubicBezTo>
                <a:close/>
                <a:moveTo>
                  <a:pt x="13735" y="0"/>
                </a:moveTo>
                <a:lnTo>
                  <a:pt x="495160" y="0"/>
                </a:lnTo>
                <a:cubicBezTo>
                  <a:pt x="502738" y="0"/>
                  <a:pt x="508776" y="6147"/>
                  <a:pt x="508776" y="13713"/>
                </a:cubicBezTo>
                <a:lnTo>
                  <a:pt x="508776" y="104618"/>
                </a:lnTo>
                <a:cubicBezTo>
                  <a:pt x="499186" y="102254"/>
                  <a:pt x="488411" y="101072"/>
                  <a:pt x="476452" y="101072"/>
                </a:cubicBezTo>
                <a:cubicBezTo>
                  <a:pt x="472308" y="101072"/>
                  <a:pt x="468282" y="101190"/>
                  <a:pt x="464375" y="101426"/>
                </a:cubicBezTo>
                <a:lnTo>
                  <a:pt x="464375" y="37946"/>
                </a:lnTo>
                <a:lnTo>
                  <a:pt x="44401" y="37946"/>
                </a:lnTo>
                <a:lnTo>
                  <a:pt x="44401" y="297896"/>
                </a:lnTo>
                <a:lnTo>
                  <a:pt x="203653" y="297896"/>
                </a:lnTo>
                <a:lnTo>
                  <a:pt x="305242" y="297896"/>
                </a:lnTo>
                <a:lnTo>
                  <a:pt x="362667" y="297896"/>
                </a:lnTo>
                <a:cubicBezTo>
                  <a:pt x="356037" y="306998"/>
                  <a:pt x="350117" y="320356"/>
                  <a:pt x="345025" y="335842"/>
                </a:cubicBezTo>
                <a:lnTo>
                  <a:pt x="325015" y="335842"/>
                </a:lnTo>
                <a:cubicBezTo>
                  <a:pt x="326673" y="345772"/>
                  <a:pt x="329515" y="359957"/>
                  <a:pt x="334132" y="375916"/>
                </a:cubicBezTo>
                <a:cubicBezTo>
                  <a:pt x="330343" y="392584"/>
                  <a:pt x="327265" y="409606"/>
                  <a:pt x="324778" y="424974"/>
                </a:cubicBezTo>
                <a:cubicBezTo>
                  <a:pt x="324068" y="429348"/>
                  <a:pt x="324542" y="433722"/>
                  <a:pt x="325844" y="437859"/>
                </a:cubicBezTo>
                <a:lnTo>
                  <a:pt x="171566" y="437859"/>
                </a:lnTo>
                <a:cubicBezTo>
                  <a:pt x="166829" y="437859"/>
                  <a:pt x="162567" y="435495"/>
                  <a:pt x="159962" y="431594"/>
                </a:cubicBezTo>
                <a:cubicBezTo>
                  <a:pt x="157476" y="427575"/>
                  <a:pt x="157120" y="422728"/>
                  <a:pt x="159133" y="418472"/>
                </a:cubicBezTo>
                <a:cubicBezTo>
                  <a:pt x="173815" y="386437"/>
                  <a:pt x="180801" y="354046"/>
                  <a:pt x="183761" y="335842"/>
                </a:cubicBezTo>
                <a:lnTo>
                  <a:pt x="13735" y="335842"/>
                </a:lnTo>
                <a:cubicBezTo>
                  <a:pt x="6157" y="335842"/>
                  <a:pt x="0" y="329695"/>
                  <a:pt x="0" y="322129"/>
                </a:cubicBezTo>
                <a:lnTo>
                  <a:pt x="0" y="13713"/>
                </a:lnTo>
                <a:cubicBezTo>
                  <a:pt x="0" y="6147"/>
                  <a:pt x="6157" y="0"/>
                  <a:pt x="137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49" name="dollar-bag_17794">
            <a:extLst>
              <a:ext uri="{FF2B5EF4-FFF2-40B4-BE49-F238E27FC236}">
                <a16:creationId xmlns:a16="http://schemas.microsoft.com/office/drawing/2014/main" id="{AC2F0957-DB93-4731-BF56-A67476AD7CAF}"/>
              </a:ext>
            </a:extLst>
          </p:cNvPr>
          <p:cNvSpPr/>
          <p:nvPr/>
        </p:nvSpPr>
        <p:spPr>
          <a:xfrm>
            <a:off x="6572268" y="2145768"/>
            <a:ext cx="494047" cy="420895"/>
          </a:xfrm>
          <a:custGeom>
            <a:avLst/>
            <a:gdLst>
              <a:gd name="T0" fmla="*/ 12330 w 12804"/>
              <a:gd name="T1" fmla="*/ 2371 h 10907"/>
              <a:gd name="T2" fmla="*/ 11382 w 12804"/>
              <a:gd name="T3" fmla="*/ 2371 h 10907"/>
              <a:gd name="T4" fmla="*/ 11382 w 12804"/>
              <a:gd name="T5" fmla="*/ 3319 h 10907"/>
              <a:gd name="T6" fmla="*/ 10907 w 12804"/>
              <a:gd name="T7" fmla="*/ 3793 h 10907"/>
              <a:gd name="T8" fmla="*/ 10433 w 12804"/>
              <a:gd name="T9" fmla="*/ 3319 h 10907"/>
              <a:gd name="T10" fmla="*/ 10433 w 12804"/>
              <a:gd name="T11" fmla="*/ 2371 h 10907"/>
              <a:gd name="T12" fmla="*/ 9485 w 12804"/>
              <a:gd name="T13" fmla="*/ 2371 h 10907"/>
              <a:gd name="T14" fmla="*/ 9010 w 12804"/>
              <a:gd name="T15" fmla="*/ 1897 h 10907"/>
              <a:gd name="T16" fmla="*/ 9485 w 12804"/>
              <a:gd name="T17" fmla="*/ 1422 h 10907"/>
              <a:gd name="T18" fmla="*/ 10433 w 12804"/>
              <a:gd name="T19" fmla="*/ 1422 h 10907"/>
              <a:gd name="T20" fmla="*/ 10433 w 12804"/>
              <a:gd name="T21" fmla="*/ 474 h 10907"/>
              <a:gd name="T22" fmla="*/ 10907 w 12804"/>
              <a:gd name="T23" fmla="*/ 0 h 10907"/>
              <a:gd name="T24" fmla="*/ 11382 w 12804"/>
              <a:gd name="T25" fmla="*/ 474 h 10907"/>
              <a:gd name="T26" fmla="*/ 11382 w 12804"/>
              <a:gd name="T27" fmla="*/ 1422 h 10907"/>
              <a:gd name="T28" fmla="*/ 12330 w 12804"/>
              <a:gd name="T29" fmla="*/ 1422 h 10907"/>
              <a:gd name="T30" fmla="*/ 12804 w 12804"/>
              <a:gd name="T31" fmla="*/ 1897 h 10907"/>
              <a:gd name="T32" fmla="*/ 12330 w 12804"/>
              <a:gd name="T33" fmla="*/ 2371 h 10907"/>
              <a:gd name="T34" fmla="*/ 9485 w 12804"/>
              <a:gd name="T35" fmla="*/ 4031 h 10907"/>
              <a:gd name="T36" fmla="*/ 8773 w 12804"/>
              <a:gd name="T37" fmla="*/ 4742 h 10907"/>
              <a:gd name="T38" fmla="*/ 8062 w 12804"/>
              <a:gd name="T39" fmla="*/ 4031 h 10907"/>
              <a:gd name="T40" fmla="*/ 8773 w 12804"/>
              <a:gd name="T41" fmla="*/ 3319 h 10907"/>
              <a:gd name="T42" fmla="*/ 9485 w 12804"/>
              <a:gd name="T43" fmla="*/ 4031 h 10907"/>
              <a:gd name="T44" fmla="*/ 7588 w 12804"/>
              <a:gd name="T45" fmla="*/ 2371 h 10907"/>
              <a:gd name="T46" fmla="*/ 948 w 12804"/>
              <a:gd name="T47" fmla="*/ 2371 h 10907"/>
              <a:gd name="T48" fmla="*/ 948 w 12804"/>
              <a:gd name="T49" fmla="*/ 8980 h 10907"/>
              <a:gd name="T50" fmla="*/ 3764 w 12804"/>
              <a:gd name="T51" fmla="*/ 4327 h 10907"/>
              <a:gd name="T52" fmla="*/ 6868 w 12804"/>
              <a:gd name="T53" fmla="*/ 9010 h 10907"/>
              <a:gd name="T54" fmla="*/ 8454 w 12804"/>
              <a:gd name="T55" fmla="*/ 6639 h 10907"/>
              <a:gd name="T56" fmla="*/ 9959 w 12804"/>
              <a:gd name="T57" fmla="*/ 8980 h 10907"/>
              <a:gd name="T58" fmla="*/ 10433 w 12804"/>
              <a:gd name="T59" fmla="*/ 8980 h 10907"/>
              <a:gd name="T60" fmla="*/ 10433 w 12804"/>
              <a:gd name="T61" fmla="*/ 6165 h 10907"/>
              <a:gd name="T62" fmla="*/ 10907 w 12804"/>
              <a:gd name="T63" fmla="*/ 5690 h 10907"/>
              <a:gd name="T64" fmla="*/ 11382 w 12804"/>
              <a:gd name="T65" fmla="*/ 6165 h 10907"/>
              <a:gd name="T66" fmla="*/ 11382 w 12804"/>
              <a:gd name="T67" fmla="*/ 9959 h 10907"/>
              <a:gd name="T68" fmla="*/ 10433 w 12804"/>
              <a:gd name="T69" fmla="*/ 10907 h 10907"/>
              <a:gd name="T70" fmla="*/ 948 w 12804"/>
              <a:gd name="T71" fmla="*/ 10907 h 10907"/>
              <a:gd name="T72" fmla="*/ 0 w 12804"/>
              <a:gd name="T73" fmla="*/ 9959 h 10907"/>
              <a:gd name="T74" fmla="*/ 0 w 12804"/>
              <a:gd name="T75" fmla="*/ 2371 h 10907"/>
              <a:gd name="T76" fmla="*/ 948 w 12804"/>
              <a:gd name="T77" fmla="*/ 1422 h 10907"/>
              <a:gd name="T78" fmla="*/ 7588 w 12804"/>
              <a:gd name="T79" fmla="*/ 1422 h 10907"/>
              <a:gd name="T80" fmla="*/ 8062 w 12804"/>
              <a:gd name="T81" fmla="*/ 1897 h 10907"/>
              <a:gd name="T82" fmla="*/ 7588 w 12804"/>
              <a:gd name="T83" fmla="*/ 2371 h 10907"/>
              <a:gd name="T84" fmla="*/ 7588 w 12804"/>
              <a:gd name="T85" fmla="*/ 2371 h 10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804" h="10907">
                <a:moveTo>
                  <a:pt x="12330" y="2371"/>
                </a:moveTo>
                <a:lnTo>
                  <a:pt x="11382" y="2371"/>
                </a:lnTo>
                <a:lnTo>
                  <a:pt x="11382" y="3319"/>
                </a:lnTo>
                <a:cubicBezTo>
                  <a:pt x="11382" y="3581"/>
                  <a:pt x="11169" y="3793"/>
                  <a:pt x="10907" y="3793"/>
                </a:cubicBezTo>
                <a:cubicBezTo>
                  <a:pt x="10646" y="3793"/>
                  <a:pt x="10433" y="3581"/>
                  <a:pt x="10433" y="3319"/>
                </a:cubicBezTo>
                <a:lnTo>
                  <a:pt x="10433" y="2371"/>
                </a:lnTo>
                <a:lnTo>
                  <a:pt x="9485" y="2371"/>
                </a:lnTo>
                <a:cubicBezTo>
                  <a:pt x="9223" y="2371"/>
                  <a:pt x="9010" y="2158"/>
                  <a:pt x="9010" y="1897"/>
                </a:cubicBezTo>
                <a:cubicBezTo>
                  <a:pt x="9010" y="1635"/>
                  <a:pt x="9223" y="1422"/>
                  <a:pt x="9485" y="1422"/>
                </a:cubicBezTo>
                <a:lnTo>
                  <a:pt x="10433" y="1422"/>
                </a:lnTo>
                <a:lnTo>
                  <a:pt x="10433" y="474"/>
                </a:lnTo>
                <a:cubicBezTo>
                  <a:pt x="10433" y="212"/>
                  <a:pt x="10646" y="0"/>
                  <a:pt x="10907" y="0"/>
                </a:cubicBezTo>
                <a:cubicBezTo>
                  <a:pt x="11169" y="0"/>
                  <a:pt x="11382" y="212"/>
                  <a:pt x="11382" y="474"/>
                </a:cubicBezTo>
                <a:lnTo>
                  <a:pt x="11382" y="1422"/>
                </a:lnTo>
                <a:lnTo>
                  <a:pt x="12330" y="1422"/>
                </a:lnTo>
                <a:cubicBezTo>
                  <a:pt x="12592" y="1422"/>
                  <a:pt x="12804" y="1635"/>
                  <a:pt x="12804" y="1897"/>
                </a:cubicBezTo>
                <a:cubicBezTo>
                  <a:pt x="12804" y="2158"/>
                  <a:pt x="12592" y="2371"/>
                  <a:pt x="12330" y="2371"/>
                </a:cubicBezTo>
                <a:close/>
                <a:moveTo>
                  <a:pt x="9485" y="4031"/>
                </a:moveTo>
                <a:cubicBezTo>
                  <a:pt x="9485" y="4423"/>
                  <a:pt x="9166" y="4742"/>
                  <a:pt x="8773" y="4742"/>
                </a:cubicBezTo>
                <a:cubicBezTo>
                  <a:pt x="8381" y="4742"/>
                  <a:pt x="8062" y="4423"/>
                  <a:pt x="8062" y="4031"/>
                </a:cubicBezTo>
                <a:cubicBezTo>
                  <a:pt x="8062" y="3638"/>
                  <a:pt x="8381" y="3319"/>
                  <a:pt x="8773" y="3319"/>
                </a:cubicBezTo>
                <a:cubicBezTo>
                  <a:pt x="9166" y="3319"/>
                  <a:pt x="9485" y="3638"/>
                  <a:pt x="9485" y="4031"/>
                </a:cubicBezTo>
                <a:close/>
                <a:moveTo>
                  <a:pt x="7588" y="2371"/>
                </a:moveTo>
                <a:lnTo>
                  <a:pt x="948" y="2371"/>
                </a:lnTo>
                <a:lnTo>
                  <a:pt x="948" y="8980"/>
                </a:lnTo>
                <a:cubicBezTo>
                  <a:pt x="949" y="8977"/>
                  <a:pt x="1987" y="4327"/>
                  <a:pt x="3764" y="4327"/>
                </a:cubicBezTo>
                <a:cubicBezTo>
                  <a:pt x="4935" y="4327"/>
                  <a:pt x="6126" y="7923"/>
                  <a:pt x="6868" y="9010"/>
                </a:cubicBezTo>
                <a:cubicBezTo>
                  <a:pt x="6868" y="9010"/>
                  <a:pt x="7450" y="6654"/>
                  <a:pt x="8454" y="6639"/>
                </a:cubicBezTo>
                <a:cubicBezTo>
                  <a:pt x="9447" y="6624"/>
                  <a:pt x="9959" y="8980"/>
                  <a:pt x="9959" y="8980"/>
                </a:cubicBezTo>
                <a:lnTo>
                  <a:pt x="10433" y="8980"/>
                </a:lnTo>
                <a:lnTo>
                  <a:pt x="10433" y="6165"/>
                </a:lnTo>
                <a:cubicBezTo>
                  <a:pt x="10433" y="5903"/>
                  <a:pt x="10646" y="5690"/>
                  <a:pt x="10907" y="5690"/>
                </a:cubicBezTo>
                <a:cubicBezTo>
                  <a:pt x="11169" y="5690"/>
                  <a:pt x="11382" y="5903"/>
                  <a:pt x="11382" y="6165"/>
                </a:cubicBezTo>
                <a:lnTo>
                  <a:pt x="11382" y="9959"/>
                </a:lnTo>
                <a:cubicBezTo>
                  <a:pt x="11382" y="10483"/>
                  <a:pt x="10957" y="10907"/>
                  <a:pt x="10433" y="10907"/>
                </a:cubicBezTo>
                <a:lnTo>
                  <a:pt x="948" y="10907"/>
                </a:lnTo>
                <a:cubicBezTo>
                  <a:pt x="424" y="10907"/>
                  <a:pt x="0" y="10483"/>
                  <a:pt x="0" y="9959"/>
                </a:cubicBezTo>
                <a:lnTo>
                  <a:pt x="0" y="2371"/>
                </a:lnTo>
                <a:cubicBezTo>
                  <a:pt x="0" y="1847"/>
                  <a:pt x="424" y="1422"/>
                  <a:pt x="948" y="1422"/>
                </a:cubicBezTo>
                <a:lnTo>
                  <a:pt x="7588" y="1422"/>
                </a:lnTo>
                <a:cubicBezTo>
                  <a:pt x="7850" y="1422"/>
                  <a:pt x="8062" y="1635"/>
                  <a:pt x="8062" y="1897"/>
                </a:cubicBezTo>
                <a:cubicBezTo>
                  <a:pt x="8062" y="2158"/>
                  <a:pt x="7850" y="2371"/>
                  <a:pt x="7588" y="2371"/>
                </a:cubicBezTo>
                <a:close/>
                <a:moveTo>
                  <a:pt x="7588" y="2371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50" name="dollar-bag_17794">
            <a:extLst>
              <a:ext uri="{FF2B5EF4-FFF2-40B4-BE49-F238E27FC236}">
                <a16:creationId xmlns:a16="http://schemas.microsoft.com/office/drawing/2014/main" id="{AC2F0957-DB93-4731-BF56-A67476AD7CAF}"/>
              </a:ext>
            </a:extLst>
          </p:cNvPr>
          <p:cNvSpPr/>
          <p:nvPr/>
        </p:nvSpPr>
        <p:spPr>
          <a:xfrm>
            <a:off x="7954526" y="3206212"/>
            <a:ext cx="416078" cy="494047"/>
          </a:xfrm>
          <a:custGeom>
            <a:avLst/>
            <a:gdLst>
              <a:gd name="T0" fmla="*/ 6672 w 10672"/>
              <a:gd name="T1" fmla="*/ 1344 h 12672"/>
              <a:gd name="T2" fmla="*/ 6672 w 10672"/>
              <a:gd name="T3" fmla="*/ 9344 h 12672"/>
              <a:gd name="T4" fmla="*/ 4000 w 10672"/>
              <a:gd name="T5" fmla="*/ 9344 h 12672"/>
              <a:gd name="T6" fmla="*/ 4000 w 10672"/>
              <a:gd name="T7" fmla="*/ 1344 h 12672"/>
              <a:gd name="T8" fmla="*/ 4392 w 10672"/>
              <a:gd name="T9" fmla="*/ 392 h 12672"/>
              <a:gd name="T10" fmla="*/ 5328 w 10672"/>
              <a:gd name="T11" fmla="*/ 0 h 12672"/>
              <a:gd name="T12" fmla="*/ 6280 w 10672"/>
              <a:gd name="T13" fmla="*/ 392 h 12672"/>
              <a:gd name="T14" fmla="*/ 6672 w 10672"/>
              <a:gd name="T15" fmla="*/ 1344 h 12672"/>
              <a:gd name="T16" fmla="*/ 10000 w 10672"/>
              <a:gd name="T17" fmla="*/ 4000 h 12672"/>
              <a:gd name="T18" fmla="*/ 10000 w 10672"/>
              <a:gd name="T19" fmla="*/ 9344 h 12672"/>
              <a:gd name="T20" fmla="*/ 7328 w 10672"/>
              <a:gd name="T21" fmla="*/ 9344 h 12672"/>
              <a:gd name="T22" fmla="*/ 7328 w 10672"/>
              <a:gd name="T23" fmla="*/ 4000 h 12672"/>
              <a:gd name="T24" fmla="*/ 7720 w 10672"/>
              <a:gd name="T25" fmla="*/ 3064 h 12672"/>
              <a:gd name="T26" fmla="*/ 8672 w 10672"/>
              <a:gd name="T27" fmla="*/ 2672 h 12672"/>
              <a:gd name="T28" fmla="*/ 9608 w 10672"/>
              <a:gd name="T29" fmla="*/ 3056 h 12672"/>
              <a:gd name="T30" fmla="*/ 10000 w 10672"/>
              <a:gd name="T31" fmla="*/ 4000 h 12672"/>
              <a:gd name="T32" fmla="*/ 3328 w 10672"/>
              <a:gd name="T33" fmla="*/ 6000 h 12672"/>
              <a:gd name="T34" fmla="*/ 3328 w 10672"/>
              <a:gd name="T35" fmla="*/ 9344 h 12672"/>
              <a:gd name="T36" fmla="*/ 672 w 10672"/>
              <a:gd name="T37" fmla="*/ 9344 h 12672"/>
              <a:gd name="T38" fmla="*/ 672 w 10672"/>
              <a:gd name="T39" fmla="*/ 6000 h 12672"/>
              <a:gd name="T40" fmla="*/ 1056 w 10672"/>
              <a:gd name="T41" fmla="*/ 5064 h 12672"/>
              <a:gd name="T42" fmla="*/ 2000 w 10672"/>
              <a:gd name="T43" fmla="*/ 4672 h 12672"/>
              <a:gd name="T44" fmla="*/ 2944 w 10672"/>
              <a:gd name="T45" fmla="*/ 5064 h 12672"/>
              <a:gd name="T46" fmla="*/ 3328 w 10672"/>
              <a:gd name="T47" fmla="*/ 6000 h 12672"/>
              <a:gd name="T48" fmla="*/ 10000 w 10672"/>
              <a:gd name="T49" fmla="*/ 11344 h 12672"/>
              <a:gd name="T50" fmla="*/ 10472 w 10672"/>
              <a:gd name="T51" fmla="*/ 11536 h 12672"/>
              <a:gd name="T52" fmla="*/ 10672 w 10672"/>
              <a:gd name="T53" fmla="*/ 12000 h 12672"/>
              <a:gd name="T54" fmla="*/ 10472 w 10672"/>
              <a:gd name="T55" fmla="*/ 12472 h 12672"/>
              <a:gd name="T56" fmla="*/ 10000 w 10672"/>
              <a:gd name="T57" fmla="*/ 12672 h 12672"/>
              <a:gd name="T58" fmla="*/ 672 w 10672"/>
              <a:gd name="T59" fmla="*/ 12672 h 12672"/>
              <a:gd name="T60" fmla="*/ 200 w 10672"/>
              <a:gd name="T61" fmla="*/ 12472 h 12672"/>
              <a:gd name="T62" fmla="*/ 0 w 10672"/>
              <a:gd name="T63" fmla="*/ 12000 h 12672"/>
              <a:gd name="T64" fmla="*/ 200 w 10672"/>
              <a:gd name="T65" fmla="*/ 11536 h 12672"/>
              <a:gd name="T66" fmla="*/ 672 w 10672"/>
              <a:gd name="T67" fmla="*/ 11344 h 12672"/>
              <a:gd name="T68" fmla="*/ 10000 w 10672"/>
              <a:gd name="T69" fmla="*/ 11344 h 12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672" h="12672">
                <a:moveTo>
                  <a:pt x="6672" y="1344"/>
                </a:moveTo>
                <a:lnTo>
                  <a:pt x="6672" y="9344"/>
                </a:lnTo>
                <a:lnTo>
                  <a:pt x="4000" y="9344"/>
                </a:lnTo>
                <a:lnTo>
                  <a:pt x="4000" y="1344"/>
                </a:lnTo>
                <a:cubicBezTo>
                  <a:pt x="4000" y="971"/>
                  <a:pt x="4131" y="653"/>
                  <a:pt x="4392" y="392"/>
                </a:cubicBezTo>
                <a:cubicBezTo>
                  <a:pt x="4654" y="131"/>
                  <a:pt x="4966" y="0"/>
                  <a:pt x="5328" y="0"/>
                </a:cubicBezTo>
                <a:cubicBezTo>
                  <a:pt x="5702" y="0"/>
                  <a:pt x="6019" y="131"/>
                  <a:pt x="6280" y="392"/>
                </a:cubicBezTo>
                <a:cubicBezTo>
                  <a:pt x="6542" y="653"/>
                  <a:pt x="6672" y="971"/>
                  <a:pt x="6672" y="1344"/>
                </a:cubicBezTo>
                <a:close/>
                <a:moveTo>
                  <a:pt x="10000" y="4000"/>
                </a:moveTo>
                <a:lnTo>
                  <a:pt x="10000" y="9344"/>
                </a:lnTo>
                <a:lnTo>
                  <a:pt x="7328" y="9344"/>
                </a:lnTo>
                <a:lnTo>
                  <a:pt x="7328" y="4000"/>
                </a:lnTo>
                <a:cubicBezTo>
                  <a:pt x="7328" y="3637"/>
                  <a:pt x="7459" y="3325"/>
                  <a:pt x="7720" y="3064"/>
                </a:cubicBezTo>
                <a:cubicBezTo>
                  <a:pt x="7982" y="2803"/>
                  <a:pt x="8299" y="2672"/>
                  <a:pt x="8672" y="2672"/>
                </a:cubicBezTo>
                <a:cubicBezTo>
                  <a:pt x="9035" y="2672"/>
                  <a:pt x="9347" y="2800"/>
                  <a:pt x="9608" y="3056"/>
                </a:cubicBezTo>
                <a:cubicBezTo>
                  <a:pt x="9870" y="3312"/>
                  <a:pt x="10000" y="3627"/>
                  <a:pt x="10000" y="4000"/>
                </a:cubicBezTo>
                <a:close/>
                <a:moveTo>
                  <a:pt x="3328" y="6000"/>
                </a:moveTo>
                <a:lnTo>
                  <a:pt x="3328" y="9344"/>
                </a:lnTo>
                <a:lnTo>
                  <a:pt x="672" y="9344"/>
                </a:lnTo>
                <a:lnTo>
                  <a:pt x="672" y="6000"/>
                </a:lnTo>
                <a:cubicBezTo>
                  <a:pt x="672" y="5637"/>
                  <a:pt x="800" y="5325"/>
                  <a:pt x="1056" y="5064"/>
                </a:cubicBezTo>
                <a:cubicBezTo>
                  <a:pt x="1312" y="4803"/>
                  <a:pt x="1627" y="4672"/>
                  <a:pt x="2000" y="4672"/>
                </a:cubicBezTo>
                <a:cubicBezTo>
                  <a:pt x="2374" y="4672"/>
                  <a:pt x="2688" y="4803"/>
                  <a:pt x="2944" y="5064"/>
                </a:cubicBezTo>
                <a:cubicBezTo>
                  <a:pt x="3200" y="5325"/>
                  <a:pt x="3328" y="5637"/>
                  <a:pt x="3328" y="6000"/>
                </a:cubicBezTo>
                <a:close/>
                <a:moveTo>
                  <a:pt x="10000" y="11344"/>
                </a:moveTo>
                <a:cubicBezTo>
                  <a:pt x="10182" y="11344"/>
                  <a:pt x="10339" y="11408"/>
                  <a:pt x="10472" y="11536"/>
                </a:cubicBezTo>
                <a:cubicBezTo>
                  <a:pt x="10606" y="11664"/>
                  <a:pt x="10672" y="11819"/>
                  <a:pt x="10672" y="12000"/>
                </a:cubicBezTo>
                <a:cubicBezTo>
                  <a:pt x="10672" y="12181"/>
                  <a:pt x="10606" y="12339"/>
                  <a:pt x="10472" y="12472"/>
                </a:cubicBezTo>
                <a:cubicBezTo>
                  <a:pt x="10339" y="12605"/>
                  <a:pt x="10182" y="12672"/>
                  <a:pt x="10000" y="12672"/>
                </a:cubicBezTo>
                <a:lnTo>
                  <a:pt x="672" y="12672"/>
                </a:lnTo>
                <a:cubicBezTo>
                  <a:pt x="491" y="12672"/>
                  <a:pt x="334" y="12605"/>
                  <a:pt x="200" y="12472"/>
                </a:cubicBezTo>
                <a:cubicBezTo>
                  <a:pt x="67" y="12339"/>
                  <a:pt x="0" y="12181"/>
                  <a:pt x="0" y="12000"/>
                </a:cubicBezTo>
                <a:cubicBezTo>
                  <a:pt x="0" y="11819"/>
                  <a:pt x="67" y="11664"/>
                  <a:pt x="200" y="11536"/>
                </a:cubicBezTo>
                <a:cubicBezTo>
                  <a:pt x="334" y="11408"/>
                  <a:pt x="491" y="11344"/>
                  <a:pt x="672" y="11344"/>
                </a:cubicBezTo>
                <a:lnTo>
                  <a:pt x="10000" y="113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51" name="dollar-bag_17794">
            <a:extLst>
              <a:ext uri="{FF2B5EF4-FFF2-40B4-BE49-F238E27FC236}">
                <a16:creationId xmlns:a16="http://schemas.microsoft.com/office/drawing/2014/main" id="{AC2F0957-DB93-4731-BF56-A67476AD7CAF}"/>
              </a:ext>
            </a:extLst>
          </p:cNvPr>
          <p:cNvSpPr/>
          <p:nvPr/>
        </p:nvSpPr>
        <p:spPr>
          <a:xfrm>
            <a:off x="8408956" y="4870808"/>
            <a:ext cx="494047" cy="411867"/>
          </a:xfrm>
          <a:custGeom>
            <a:avLst/>
            <a:gdLst>
              <a:gd name="T0" fmla="*/ 9600 w 12799"/>
              <a:gd name="T1" fmla="*/ 9396 h 10669"/>
              <a:gd name="T2" fmla="*/ 1280 w 12799"/>
              <a:gd name="T3" fmla="*/ 9396 h 10669"/>
              <a:gd name="T4" fmla="*/ 1280 w 12799"/>
              <a:gd name="T5" fmla="*/ 3407 h 10669"/>
              <a:gd name="T6" fmla="*/ 3197 w 12799"/>
              <a:gd name="T7" fmla="*/ 3407 h 10669"/>
              <a:gd name="T8" fmla="*/ 4620 w 12799"/>
              <a:gd name="T9" fmla="*/ 2133 h 10669"/>
              <a:gd name="T10" fmla="*/ 640 w 12799"/>
              <a:gd name="T11" fmla="*/ 2133 h 10669"/>
              <a:gd name="T12" fmla="*/ 0 w 12799"/>
              <a:gd name="T13" fmla="*/ 2770 h 10669"/>
              <a:gd name="T14" fmla="*/ 0 w 12799"/>
              <a:gd name="T15" fmla="*/ 10032 h 10669"/>
              <a:gd name="T16" fmla="*/ 640 w 12799"/>
              <a:gd name="T17" fmla="*/ 10669 h 10669"/>
              <a:gd name="T18" fmla="*/ 10240 w 12799"/>
              <a:gd name="T19" fmla="*/ 10669 h 10669"/>
              <a:gd name="T20" fmla="*/ 10880 w 12799"/>
              <a:gd name="T21" fmla="*/ 10032 h 10669"/>
              <a:gd name="T22" fmla="*/ 10880 w 12799"/>
              <a:gd name="T23" fmla="*/ 6400 h 10669"/>
              <a:gd name="T24" fmla="*/ 9600 w 12799"/>
              <a:gd name="T25" fmla="*/ 7447 h 10669"/>
              <a:gd name="T26" fmla="*/ 9600 w 12799"/>
              <a:gd name="T27" fmla="*/ 9396 h 10669"/>
              <a:gd name="T28" fmla="*/ 8533 w 12799"/>
              <a:gd name="T29" fmla="*/ 4266 h 10669"/>
              <a:gd name="T30" fmla="*/ 8533 w 12799"/>
              <a:gd name="T31" fmla="*/ 6396 h 10669"/>
              <a:gd name="T32" fmla="*/ 12799 w 12799"/>
              <a:gd name="T33" fmla="*/ 3213 h 10669"/>
              <a:gd name="T34" fmla="*/ 8533 w 12799"/>
              <a:gd name="T35" fmla="*/ 0 h 10669"/>
              <a:gd name="T36" fmla="*/ 8533 w 12799"/>
              <a:gd name="T37" fmla="*/ 1990 h 10669"/>
              <a:gd name="T38" fmla="*/ 3200 w 12799"/>
              <a:gd name="T39" fmla="*/ 7466 h 10669"/>
              <a:gd name="T40" fmla="*/ 8533 w 12799"/>
              <a:gd name="T41" fmla="*/ 4266 h 10669"/>
              <a:gd name="T42" fmla="*/ 8533 w 12799"/>
              <a:gd name="T43" fmla="*/ 4266 h 10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799" h="10669">
                <a:moveTo>
                  <a:pt x="9600" y="9396"/>
                </a:moveTo>
                <a:lnTo>
                  <a:pt x="1280" y="9396"/>
                </a:lnTo>
                <a:lnTo>
                  <a:pt x="1280" y="3407"/>
                </a:lnTo>
                <a:lnTo>
                  <a:pt x="3197" y="3407"/>
                </a:lnTo>
                <a:cubicBezTo>
                  <a:pt x="3197" y="3407"/>
                  <a:pt x="3667" y="2750"/>
                  <a:pt x="4620" y="2133"/>
                </a:cubicBezTo>
                <a:lnTo>
                  <a:pt x="640" y="2133"/>
                </a:lnTo>
                <a:cubicBezTo>
                  <a:pt x="287" y="2133"/>
                  <a:pt x="0" y="2416"/>
                  <a:pt x="0" y="2770"/>
                </a:cubicBezTo>
                <a:lnTo>
                  <a:pt x="0" y="10032"/>
                </a:lnTo>
                <a:cubicBezTo>
                  <a:pt x="0" y="10382"/>
                  <a:pt x="287" y="10669"/>
                  <a:pt x="640" y="10669"/>
                </a:cubicBezTo>
                <a:lnTo>
                  <a:pt x="10240" y="10669"/>
                </a:lnTo>
                <a:cubicBezTo>
                  <a:pt x="10593" y="10669"/>
                  <a:pt x="10880" y="10386"/>
                  <a:pt x="10880" y="10032"/>
                </a:cubicBezTo>
                <a:lnTo>
                  <a:pt x="10880" y="6400"/>
                </a:lnTo>
                <a:lnTo>
                  <a:pt x="9600" y="7447"/>
                </a:lnTo>
                <a:lnTo>
                  <a:pt x="9600" y="9396"/>
                </a:lnTo>
                <a:close/>
                <a:moveTo>
                  <a:pt x="8533" y="4266"/>
                </a:moveTo>
                <a:lnTo>
                  <a:pt x="8533" y="6396"/>
                </a:lnTo>
                <a:lnTo>
                  <a:pt x="12799" y="3213"/>
                </a:lnTo>
                <a:lnTo>
                  <a:pt x="8533" y="0"/>
                </a:lnTo>
                <a:lnTo>
                  <a:pt x="8533" y="1990"/>
                </a:lnTo>
                <a:cubicBezTo>
                  <a:pt x="3373" y="1990"/>
                  <a:pt x="3200" y="7466"/>
                  <a:pt x="3200" y="7466"/>
                </a:cubicBezTo>
                <a:cubicBezTo>
                  <a:pt x="4660" y="5083"/>
                  <a:pt x="5733" y="4266"/>
                  <a:pt x="8533" y="4266"/>
                </a:cubicBezTo>
                <a:close/>
                <a:moveTo>
                  <a:pt x="8533" y="4266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2186441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41120" y="2126864"/>
            <a:ext cx="9509760" cy="3813236"/>
            <a:chOff x="828230" y="1620946"/>
            <a:chExt cx="10535540" cy="4224554"/>
          </a:xfrm>
        </p:grpSpPr>
        <p:sp>
          <p:nvSpPr>
            <p:cNvPr id="6" name="矩形: 圆顶角 47">
              <a:extLst>
                <a:ext uri="{FF2B5EF4-FFF2-40B4-BE49-F238E27FC236}">
                  <a16:creationId xmlns:a16="http://schemas.microsoft.com/office/drawing/2014/main" id="{5AF1FABF-7A4B-8203-2FD6-4E146BD2F559}"/>
                </a:ext>
              </a:extLst>
            </p:cNvPr>
            <p:cNvSpPr/>
            <p:nvPr/>
          </p:nvSpPr>
          <p:spPr>
            <a:xfrm rot="16200000">
              <a:off x="653423" y="1795753"/>
              <a:ext cx="1910081" cy="1560467"/>
            </a:xfrm>
            <a:prstGeom prst="round2SameRect">
              <a:avLst>
                <a:gd name="adj1" fmla="val 7773"/>
                <a:gd name="adj2" fmla="val 0"/>
              </a:avLst>
            </a:prstGeom>
            <a:solidFill>
              <a:srgbClr val="182863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AC177DF-60B9-25BF-46A0-61C591FE4CD8}"/>
                </a:ext>
              </a:extLst>
            </p:cNvPr>
            <p:cNvSpPr txBox="1"/>
            <p:nvPr/>
          </p:nvSpPr>
          <p:spPr>
            <a:xfrm>
              <a:off x="1037943" y="2181230"/>
              <a:ext cx="1141040" cy="9001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重点项目分析</a:t>
              </a:r>
              <a:endPara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8" name="矩形: 圆角 19">
              <a:extLst>
                <a:ext uri="{FF2B5EF4-FFF2-40B4-BE49-F238E27FC236}">
                  <a16:creationId xmlns:a16="http://schemas.microsoft.com/office/drawing/2014/main" id="{66DC2CC9-F58A-6168-6D17-D6FB04A4A20B}"/>
                </a:ext>
              </a:extLst>
            </p:cNvPr>
            <p:cNvSpPr/>
            <p:nvPr/>
          </p:nvSpPr>
          <p:spPr>
            <a:xfrm>
              <a:off x="2579541" y="1620946"/>
              <a:ext cx="4298229" cy="1910080"/>
            </a:xfrm>
            <a:custGeom>
              <a:avLst/>
              <a:gdLst>
                <a:gd name="connsiteX0" fmla="*/ 108000 w 4368365"/>
                <a:gd name="connsiteY0" fmla="*/ 0 h 1910080"/>
                <a:gd name="connsiteX1" fmla="*/ 4260365 w 4368365"/>
                <a:gd name="connsiteY1" fmla="*/ 0 h 1910080"/>
                <a:gd name="connsiteX2" fmla="*/ 4368365 w 4368365"/>
                <a:gd name="connsiteY2" fmla="*/ 108000 h 1910080"/>
                <a:gd name="connsiteX3" fmla="*/ 4368365 w 4368365"/>
                <a:gd name="connsiteY3" fmla="*/ 1802080 h 1910080"/>
                <a:gd name="connsiteX4" fmla="*/ 4260365 w 4368365"/>
                <a:gd name="connsiteY4" fmla="*/ 1910080 h 1910080"/>
                <a:gd name="connsiteX5" fmla="*/ 108000 w 4368365"/>
                <a:gd name="connsiteY5" fmla="*/ 1910080 h 1910080"/>
                <a:gd name="connsiteX6" fmla="*/ 0 w 4368365"/>
                <a:gd name="connsiteY6" fmla="*/ 1802080 h 1910080"/>
                <a:gd name="connsiteX7" fmla="*/ 0 w 4368365"/>
                <a:gd name="connsiteY7" fmla="*/ 108000 h 1910080"/>
                <a:gd name="connsiteX8" fmla="*/ 108000 w 4368365"/>
                <a:gd name="connsiteY8" fmla="*/ 0 h 191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8365" h="1910080">
                  <a:moveTo>
                    <a:pt x="108000" y="0"/>
                  </a:moveTo>
                  <a:lnTo>
                    <a:pt x="4260365" y="0"/>
                  </a:lnTo>
                  <a:cubicBezTo>
                    <a:pt x="4319981" y="0"/>
                    <a:pt x="4368365" y="48384"/>
                    <a:pt x="4368365" y="108000"/>
                  </a:cubicBezTo>
                  <a:lnTo>
                    <a:pt x="4368365" y="1802080"/>
                  </a:lnTo>
                  <a:cubicBezTo>
                    <a:pt x="4368365" y="1861696"/>
                    <a:pt x="4319981" y="1910080"/>
                    <a:pt x="4260365" y="1910080"/>
                  </a:cubicBezTo>
                  <a:lnTo>
                    <a:pt x="108000" y="1910080"/>
                  </a:lnTo>
                  <a:cubicBezTo>
                    <a:pt x="48384" y="1910080"/>
                    <a:pt x="0" y="1861696"/>
                    <a:pt x="0" y="1802080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00DD0E4-D899-C903-F6AB-B9EBB590CDB8}"/>
                </a:ext>
              </a:extLst>
            </p:cNvPr>
            <p:cNvSpPr txBox="1"/>
            <p:nvPr/>
          </p:nvSpPr>
          <p:spPr>
            <a:xfrm>
              <a:off x="5785816" y="1652656"/>
              <a:ext cx="1057023" cy="10229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1">
                      <a:lumMod val="65000"/>
                      <a:alpha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01</a:t>
              </a:r>
              <a:endParaRPr lang="zh-CN" altLang="en-US" sz="5400" dirty="0">
                <a:solidFill>
                  <a:schemeClr val="bg1">
                    <a:lumMod val="65000"/>
                    <a:alpha val="1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0" name="矩形: 圆角 19">
              <a:extLst>
                <a:ext uri="{FF2B5EF4-FFF2-40B4-BE49-F238E27FC236}">
                  <a16:creationId xmlns:a16="http://schemas.microsoft.com/office/drawing/2014/main" id="{CB6C9442-D67A-3946-8EA5-F71BB2350074}"/>
                </a:ext>
              </a:extLst>
            </p:cNvPr>
            <p:cNvSpPr/>
            <p:nvPr/>
          </p:nvSpPr>
          <p:spPr>
            <a:xfrm>
              <a:off x="7065541" y="1620946"/>
              <a:ext cx="4298229" cy="1910080"/>
            </a:xfrm>
            <a:custGeom>
              <a:avLst/>
              <a:gdLst>
                <a:gd name="connsiteX0" fmla="*/ 108000 w 4368365"/>
                <a:gd name="connsiteY0" fmla="*/ 0 h 1910080"/>
                <a:gd name="connsiteX1" fmla="*/ 4260365 w 4368365"/>
                <a:gd name="connsiteY1" fmla="*/ 0 h 1910080"/>
                <a:gd name="connsiteX2" fmla="*/ 4368365 w 4368365"/>
                <a:gd name="connsiteY2" fmla="*/ 108000 h 1910080"/>
                <a:gd name="connsiteX3" fmla="*/ 4368365 w 4368365"/>
                <a:gd name="connsiteY3" fmla="*/ 1802080 h 1910080"/>
                <a:gd name="connsiteX4" fmla="*/ 4260365 w 4368365"/>
                <a:gd name="connsiteY4" fmla="*/ 1910080 h 1910080"/>
                <a:gd name="connsiteX5" fmla="*/ 108000 w 4368365"/>
                <a:gd name="connsiteY5" fmla="*/ 1910080 h 1910080"/>
                <a:gd name="connsiteX6" fmla="*/ 0 w 4368365"/>
                <a:gd name="connsiteY6" fmla="*/ 1802080 h 1910080"/>
                <a:gd name="connsiteX7" fmla="*/ 0 w 4368365"/>
                <a:gd name="connsiteY7" fmla="*/ 108000 h 1910080"/>
                <a:gd name="connsiteX8" fmla="*/ 108000 w 4368365"/>
                <a:gd name="connsiteY8" fmla="*/ 0 h 191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8365" h="1910080">
                  <a:moveTo>
                    <a:pt x="108000" y="0"/>
                  </a:moveTo>
                  <a:lnTo>
                    <a:pt x="4260365" y="0"/>
                  </a:lnTo>
                  <a:cubicBezTo>
                    <a:pt x="4319981" y="0"/>
                    <a:pt x="4368365" y="48384"/>
                    <a:pt x="4368365" y="108000"/>
                  </a:cubicBezTo>
                  <a:lnTo>
                    <a:pt x="4368365" y="1802080"/>
                  </a:lnTo>
                  <a:cubicBezTo>
                    <a:pt x="4368365" y="1861696"/>
                    <a:pt x="4319981" y="1910080"/>
                    <a:pt x="4260365" y="1910080"/>
                  </a:cubicBezTo>
                  <a:lnTo>
                    <a:pt x="108000" y="1910080"/>
                  </a:lnTo>
                  <a:cubicBezTo>
                    <a:pt x="48384" y="1910080"/>
                    <a:pt x="0" y="1861696"/>
                    <a:pt x="0" y="1802080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26A4C09-3629-AEE7-83C0-FC0E3C890DDE}"/>
                </a:ext>
              </a:extLst>
            </p:cNvPr>
            <p:cNvSpPr txBox="1"/>
            <p:nvPr/>
          </p:nvSpPr>
          <p:spPr>
            <a:xfrm>
              <a:off x="10271816" y="1652656"/>
              <a:ext cx="1057023" cy="10229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1">
                      <a:lumMod val="65000"/>
                      <a:alpha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02</a:t>
              </a:r>
              <a:endParaRPr lang="zh-CN" altLang="en-US" sz="5400" dirty="0">
                <a:solidFill>
                  <a:schemeClr val="bg1">
                    <a:lumMod val="65000"/>
                    <a:alpha val="1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矩形: 圆顶角 63">
              <a:extLst>
                <a:ext uri="{FF2B5EF4-FFF2-40B4-BE49-F238E27FC236}">
                  <a16:creationId xmlns:a16="http://schemas.microsoft.com/office/drawing/2014/main" id="{EA600534-0CF4-22CF-D734-41138A20F5F1}"/>
                </a:ext>
              </a:extLst>
            </p:cNvPr>
            <p:cNvSpPr/>
            <p:nvPr/>
          </p:nvSpPr>
          <p:spPr>
            <a:xfrm rot="16200000">
              <a:off x="653423" y="4110226"/>
              <a:ext cx="1910081" cy="1560467"/>
            </a:xfrm>
            <a:prstGeom prst="round2SameRect">
              <a:avLst>
                <a:gd name="adj1" fmla="val 7773"/>
                <a:gd name="adj2" fmla="val 0"/>
              </a:avLst>
            </a:prstGeom>
            <a:solidFill>
              <a:srgbClr val="182863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A220E36-8CC1-A8B3-9B40-125FF53DBC1D}"/>
                </a:ext>
              </a:extLst>
            </p:cNvPr>
            <p:cNvSpPr txBox="1"/>
            <p:nvPr/>
          </p:nvSpPr>
          <p:spPr>
            <a:xfrm>
              <a:off x="1037943" y="4495703"/>
              <a:ext cx="1141040" cy="9001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r>
                <a:rPr lang="zh-CN" altLang="en-US" dirty="0">
                  <a:solidFill>
                    <a:prstClr val="white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重点项目分析</a:t>
              </a:r>
              <a:endParaRPr lang="en-US" altLang="zh-CN" dirty="0">
                <a:solidFill>
                  <a:prstClr val="white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矩形: 圆角 19">
              <a:extLst>
                <a:ext uri="{FF2B5EF4-FFF2-40B4-BE49-F238E27FC236}">
                  <a16:creationId xmlns:a16="http://schemas.microsoft.com/office/drawing/2014/main" id="{2D525DD6-E796-5CF7-8F58-FEB0FB38A694}"/>
                </a:ext>
              </a:extLst>
            </p:cNvPr>
            <p:cNvSpPr/>
            <p:nvPr/>
          </p:nvSpPr>
          <p:spPr>
            <a:xfrm>
              <a:off x="2579541" y="3935419"/>
              <a:ext cx="4298229" cy="1910080"/>
            </a:xfrm>
            <a:custGeom>
              <a:avLst/>
              <a:gdLst>
                <a:gd name="connsiteX0" fmla="*/ 108000 w 4368365"/>
                <a:gd name="connsiteY0" fmla="*/ 0 h 1910080"/>
                <a:gd name="connsiteX1" fmla="*/ 4260365 w 4368365"/>
                <a:gd name="connsiteY1" fmla="*/ 0 h 1910080"/>
                <a:gd name="connsiteX2" fmla="*/ 4368365 w 4368365"/>
                <a:gd name="connsiteY2" fmla="*/ 108000 h 1910080"/>
                <a:gd name="connsiteX3" fmla="*/ 4368365 w 4368365"/>
                <a:gd name="connsiteY3" fmla="*/ 1802080 h 1910080"/>
                <a:gd name="connsiteX4" fmla="*/ 4260365 w 4368365"/>
                <a:gd name="connsiteY4" fmla="*/ 1910080 h 1910080"/>
                <a:gd name="connsiteX5" fmla="*/ 108000 w 4368365"/>
                <a:gd name="connsiteY5" fmla="*/ 1910080 h 1910080"/>
                <a:gd name="connsiteX6" fmla="*/ 0 w 4368365"/>
                <a:gd name="connsiteY6" fmla="*/ 1802080 h 1910080"/>
                <a:gd name="connsiteX7" fmla="*/ 0 w 4368365"/>
                <a:gd name="connsiteY7" fmla="*/ 108000 h 1910080"/>
                <a:gd name="connsiteX8" fmla="*/ 108000 w 4368365"/>
                <a:gd name="connsiteY8" fmla="*/ 0 h 191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8365" h="1910080">
                  <a:moveTo>
                    <a:pt x="108000" y="0"/>
                  </a:moveTo>
                  <a:lnTo>
                    <a:pt x="4260365" y="0"/>
                  </a:lnTo>
                  <a:cubicBezTo>
                    <a:pt x="4319981" y="0"/>
                    <a:pt x="4368365" y="48384"/>
                    <a:pt x="4368365" y="108000"/>
                  </a:cubicBezTo>
                  <a:lnTo>
                    <a:pt x="4368365" y="1802080"/>
                  </a:lnTo>
                  <a:cubicBezTo>
                    <a:pt x="4368365" y="1861696"/>
                    <a:pt x="4319981" y="1910080"/>
                    <a:pt x="4260365" y="1910080"/>
                  </a:cubicBezTo>
                  <a:lnTo>
                    <a:pt x="108000" y="1910080"/>
                  </a:lnTo>
                  <a:cubicBezTo>
                    <a:pt x="48384" y="1910080"/>
                    <a:pt x="0" y="1861696"/>
                    <a:pt x="0" y="1802080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AEC735B-2E92-32B6-8416-4111E625A797}"/>
                </a:ext>
              </a:extLst>
            </p:cNvPr>
            <p:cNvSpPr txBox="1"/>
            <p:nvPr/>
          </p:nvSpPr>
          <p:spPr>
            <a:xfrm>
              <a:off x="5785816" y="3967129"/>
              <a:ext cx="1057023" cy="10229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1">
                      <a:lumMod val="65000"/>
                      <a:alpha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03</a:t>
              </a:r>
              <a:endParaRPr lang="zh-CN" altLang="en-US" sz="5400" dirty="0">
                <a:solidFill>
                  <a:schemeClr val="bg1">
                    <a:lumMod val="65000"/>
                    <a:alpha val="1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6" name="矩形: 圆角 19">
              <a:extLst>
                <a:ext uri="{FF2B5EF4-FFF2-40B4-BE49-F238E27FC236}">
                  <a16:creationId xmlns:a16="http://schemas.microsoft.com/office/drawing/2014/main" id="{D1EAA79E-32F3-E3B0-048C-FECDF52546CD}"/>
                </a:ext>
              </a:extLst>
            </p:cNvPr>
            <p:cNvSpPr/>
            <p:nvPr/>
          </p:nvSpPr>
          <p:spPr>
            <a:xfrm>
              <a:off x="7065541" y="3935419"/>
              <a:ext cx="4298229" cy="1910080"/>
            </a:xfrm>
            <a:custGeom>
              <a:avLst/>
              <a:gdLst>
                <a:gd name="connsiteX0" fmla="*/ 108000 w 4368365"/>
                <a:gd name="connsiteY0" fmla="*/ 0 h 1910080"/>
                <a:gd name="connsiteX1" fmla="*/ 4260365 w 4368365"/>
                <a:gd name="connsiteY1" fmla="*/ 0 h 1910080"/>
                <a:gd name="connsiteX2" fmla="*/ 4368365 w 4368365"/>
                <a:gd name="connsiteY2" fmla="*/ 108000 h 1910080"/>
                <a:gd name="connsiteX3" fmla="*/ 4368365 w 4368365"/>
                <a:gd name="connsiteY3" fmla="*/ 1802080 h 1910080"/>
                <a:gd name="connsiteX4" fmla="*/ 4260365 w 4368365"/>
                <a:gd name="connsiteY4" fmla="*/ 1910080 h 1910080"/>
                <a:gd name="connsiteX5" fmla="*/ 108000 w 4368365"/>
                <a:gd name="connsiteY5" fmla="*/ 1910080 h 1910080"/>
                <a:gd name="connsiteX6" fmla="*/ 0 w 4368365"/>
                <a:gd name="connsiteY6" fmla="*/ 1802080 h 1910080"/>
                <a:gd name="connsiteX7" fmla="*/ 0 w 4368365"/>
                <a:gd name="connsiteY7" fmla="*/ 108000 h 1910080"/>
                <a:gd name="connsiteX8" fmla="*/ 108000 w 4368365"/>
                <a:gd name="connsiteY8" fmla="*/ 0 h 191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8365" h="1910080">
                  <a:moveTo>
                    <a:pt x="108000" y="0"/>
                  </a:moveTo>
                  <a:lnTo>
                    <a:pt x="4260365" y="0"/>
                  </a:lnTo>
                  <a:cubicBezTo>
                    <a:pt x="4319981" y="0"/>
                    <a:pt x="4368365" y="48384"/>
                    <a:pt x="4368365" y="108000"/>
                  </a:cubicBezTo>
                  <a:lnTo>
                    <a:pt x="4368365" y="1802080"/>
                  </a:lnTo>
                  <a:cubicBezTo>
                    <a:pt x="4368365" y="1861696"/>
                    <a:pt x="4319981" y="1910080"/>
                    <a:pt x="4260365" y="1910080"/>
                  </a:cubicBezTo>
                  <a:lnTo>
                    <a:pt x="108000" y="1910080"/>
                  </a:lnTo>
                  <a:cubicBezTo>
                    <a:pt x="48384" y="1910080"/>
                    <a:pt x="0" y="1861696"/>
                    <a:pt x="0" y="1802080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71DC025-2E74-C832-4B9F-0749D53E1285}"/>
                </a:ext>
              </a:extLst>
            </p:cNvPr>
            <p:cNvSpPr txBox="1"/>
            <p:nvPr/>
          </p:nvSpPr>
          <p:spPr>
            <a:xfrm>
              <a:off x="10271816" y="3967129"/>
              <a:ext cx="1057023" cy="10229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1">
                      <a:lumMod val="65000"/>
                      <a:alpha val="1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04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056D299-8DB2-7214-D0FB-70711248A5A6}"/>
                </a:ext>
              </a:extLst>
            </p:cNvPr>
            <p:cNvSpPr txBox="1"/>
            <p:nvPr/>
          </p:nvSpPr>
          <p:spPr>
            <a:xfrm>
              <a:off x="2782579" y="2424688"/>
              <a:ext cx="2254660" cy="409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OPPOSans M" panose="00020600040101010101" pitchFamily="18" charset="-122"/>
                  <a:sym typeface="思源黑体 CN Normal" panose="020B0400000000000000" pitchFamily="34" charset="-122"/>
                </a:rPr>
                <a:t>市场分析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1B37874-2E9C-BE26-EF06-8CA0B7627654}"/>
                </a:ext>
              </a:extLst>
            </p:cNvPr>
            <p:cNvSpPr txBox="1"/>
            <p:nvPr/>
          </p:nvSpPr>
          <p:spPr>
            <a:xfrm>
              <a:off x="2782579" y="2761254"/>
              <a:ext cx="3873253" cy="58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在这里输入你的正文阐述与关键词标题相关的具体内容，若字数太多酌情删减文案</a:t>
              </a:r>
            </a:p>
          </p:txBody>
        </p:sp>
        <p:sp>
          <p:nvSpPr>
            <p:cNvPr id="20" name="矩形: 圆角 61">
              <a:extLst>
                <a:ext uri="{FF2B5EF4-FFF2-40B4-BE49-F238E27FC236}">
                  <a16:creationId xmlns:a16="http://schemas.microsoft.com/office/drawing/2014/main" id="{40B8DBFC-B2C8-7FC7-C9C9-E0E522096B55}"/>
                </a:ext>
              </a:extLst>
            </p:cNvPr>
            <p:cNvSpPr/>
            <p:nvPr/>
          </p:nvSpPr>
          <p:spPr>
            <a:xfrm>
              <a:off x="2877387" y="1978462"/>
              <a:ext cx="353481" cy="353481"/>
            </a:xfrm>
            <a:prstGeom prst="roundRect">
              <a:avLst/>
            </a:prstGeom>
            <a:solidFill>
              <a:srgbClr val="182863"/>
            </a:solidFill>
            <a:ln>
              <a:noFill/>
            </a:ln>
            <a:effectLst>
              <a:outerShdw blurRad="203200" dist="127000" dir="5400000" sx="87000" sy="87000" algn="t" rotWithShape="0">
                <a:schemeClr val="accent1">
                  <a:alpha val="5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/>
              <a:endParaRPr lang="zh-CN" altLang="en-US" sz="1652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102F0BE-C2E8-43B7-01BD-6603774B3050}"/>
                </a:ext>
              </a:extLst>
            </p:cNvPr>
            <p:cNvSpPr txBox="1"/>
            <p:nvPr/>
          </p:nvSpPr>
          <p:spPr>
            <a:xfrm>
              <a:off x="7268579" y="2424688"/>
              <a:ext cx="2254660" cy="409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OPPOSans M" panose="00020600040101010101" pitchFamily="18" charset="-122"/>
                  <a:sym typeface="思源黑体 CN Normal" panose="020B0400000000000000" pitchFamily="34" charset="-122"/>
                </a:rPr>
                <a:t>销售分析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387A171-2355-E751-7F0D-3A85028EF55B}"/>
                </a:ext>
              </a:extLst>
            </p:cNvPr>
            <p:cNvSpPr txBox="1"/>
            <p:nvPr/>
          </p:nvSpPr>
          <p:spPr>
            <a:xfrm>
              <a:off x="7268579" y="2761254"/>
              <a:ext cx="3873253" cy="58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在这里输入你的正文阐述与关键词标题相关的具体内容，若字数太多酌情删减文案</a:t>
              </a:r>
            </a:p>
          </p:txBody>
        </p:sp>
        <p:sp>
          <p:nvSpPr>
            <p:cNvPr id="23" name="矩形: 圆角 59">
              <a:extLst>
                <a:ext uri="{FF2B5EF4-FFF2-40B4-BE49-F238E27FC236}">
                  <a16:creationId xmlns:a16="http://schemas.microsoft.com/office/drawing/2014/main" id="{E36BEB30-2AC4-A467-559F-E7103CFE7CE7}"/>
                </a:ext>
              </a:extLst>
            </p:cNvPr>
            <p:cNvSpPr/>
            <p:nvPr/>
          </p:nvSpPr>
          <p:spPr>
            <a:xfrm>
              <a:off x="7363387" y="1978462"/>
              <a:ext cx="353481" cy="353481"/>
            </a:xfrm>
            <a:prstGeom prst="roundRect">
              <a:avLst/>
            </a:prstGeom>
            <a:solidFill>
              <a:srgbClr val="182863"/>
            </a:solidFill>
            <a:ln>
              <a:noFill/>
            </a:ln>
            <a:effectLst>
              <a:outerShdw blurRad="203200" dist="127000" dir="5400000" sx="87000" sy="87000" algn="t" rotWithShape="0">
                <a:schemeClr val="accent1">
                  <a:alpha val="5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/>
              <a:endParaRPr lang="zh-CN" altLang="en-US" sz="1652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4059D51-736E-81E5-1206-445567B71F2E}"/>
                </a:ext>
              </a:extLst>
            </p:cNvPr>
            <p:cNvSpPr txBox="1"/>
            <p:nvPr/>
          </p:nvSpPr>
          <p:spPr>
            <a:xfrm>
              <a:off x="2782579" y="4739161"/>
              <a:ext cx="2254660" cy="409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OPPOSans M" panose="00020600040101010101" pitchFamily="18" charset="-122"/>
                  <a:sym typeface="思源黑体 CN Normal" panose="020B0400000000000000" pitchFamily="34" charset="-122"/>
                </a:rPr>
                <a:t>人员分析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8D95F98-4513-AA1F-C1C4-1E0FCDEC9106}"/>
                </a:ext>
              </a:extLst>
            </p:cNvPr>
            <p:cNvSpPr txBox="1"/>
            <p:nvPr/>
          </p:nvSpPr>
          <p:spPr>
            <a:xfrm>
              <a:off x="2782579" y="5075726"/>
              <a:ext cx="3873253" cy="58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在这里输入你的正文阐述与关键词标题相关的具体内容，若字数太多酌情删减文案</a:t>
              </a:r>
            </a:p>
          </p:txBody>
        </p:sp>
        <p:sp>
          <p:nvSpPr>
            <p:cNvPr id="26" name="矩形: 圆角 69">
              <a:extLst>
                <a:ext uri="{FF2B5EF4-FFF2-40B4-BE49-F238E27FC236}">
                  <a16:creationId xmlns:a16="http://schemas.microsoft.com/office/drawing/2014/main" id="{DDC57DF3-3C2D-8DCC-1DC8-AC21EE10D294}"/>
                </a:ext>
              </a:extLst>
            </p:cNvPr>
            <p:cNvSpPr/>
            <p:nvPr/>
          </p:nvSpPr>
          <p:spPr>
            <a:xfrm>
              <a:off x="2877387" y="4292935"/>
              <a:ext cx="353481" cy="353481"/>
            </a:xfrm>
            <a:prstGeom prst="roundRect">
              <a:avLst/>
            </a:prstGeom>
            <a:solidFill>
              <a:srgbClr val="182863"/>
            </a:solidFill>
            <a:ln>
              <a:noFill/>
            </a:ln>
            <a:effectLst>
              <a:outerShdw blurRad="203200" dist="127000" dir="5400000" sx="87000" sy="87000" algn="t" rotWithShape="0">
                <a:schemeClr val="accent1">
                  <a:alpha val="5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/>
              <a:endParaRPr lang="zh-CN" altLang="en-US" sz="1652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4BA1B8A-4F5C-D60E-55CA-6354DE0C58B2}"/>
                </a:ext>
              </a:extLst>
            </p:cNvPr>
            <p:cNvSpPr txBox="1"/>
            <p:nvPr/>
          </p:nvSpPr>
          <p:spPr>
            <a:xfrm>
              <a:off x="7268579" y="4739161"/>
              <a:ext cx="2254660" cy="409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OPPOSans M" panose="00020600040101010101" pitchFamily="18" charset="-122"/>
                  <a:sym typeface="思源黑体 CN Normal" panose="020B0400000000000000" pitchFamily="34" charset="-122"/>
                </a:rPr>
                <a:t>客户分析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6C7200E-7625-B60A-98FF-008F3BFAB58C}"/>
                </a:ext>
              </a:extLst>
            </p:cNvPr>
            <p:cNvSpPr txBox="1"/>
            <p:nvPr/>
          </p:nvSpPr>
          <p:spPr>
            <a:xfrm>
              <a:off x="7268579" y="5075726"/>
              <a:ext cx="3873253" cy="58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在这里输入你的正文阐述与关键词标题相关的具体内容，若字数太多酌情删减文案</a:t>
              </a:r>
            </a:p>
          </p:txBody>
        </p:sp>
        <p:sp>
          <p:nvSpPr>
            <p:cNvPr id="29" name="矩形: 圆角 75">
              <a:extLst>
                <a:ext uri="{FF2B5EF4-FFF2-40B4-BE49-F238E27FC236}">
                  <a16:creationId xmlns:a16="http://schemas.microsoft.com/office/drawing/2014/main" id="{12BC9E99-471F-EE46-C734-16D7E014DA09}"/>
                </a:ext>
              </a:extLst>
            </p:cNvPr>
            <p:cNvSpPr/>
            <p:nvPr/>
          </p:nvSpPr>
          <p:spPr>
            <a:xfrm>
              <a:off x="7363387" y="4292935"/>
              <a:ext cx="353481" cy="353481"/>
            </a:xfrm>
            <a:prstGeom prst="roundRect">
              <a:avLst/>
            </a:prstGeom>
            <a:solidFill>
              <a:srgbClr val="182863"/>
            </a:solidFill>
            <a:ln>
              <a:noFill/>
            </a:ln>
            <a:effectLst>
              <a:outerShdw blurRad="203200" dist="127000" dir="5400000" sx="87000" sy="87000" algn="t" rotWithShape="0">
                <a:schemeClr val="accent1">
                  <a:alpha val="5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/>
              <a:endParaRPr lang="zh-CN" altLang="en-US" sz="1652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0" name="instructor-giving-a-lecture-with-circular-graphic-on-screen_43194">
              <a:extLst>
                <a:ext uri="{FF2B5EF4-FFF2-40B4-BE49-F238E27FC236}">
                  <a16:creationId xmlns:a16="http://schemas.microsoft.com/office/drawing/2014/main" id="{54405246-CCE2-4201-BBB1-D3F3EB6E740D}"/>
                </a:ext>
              </a:extLst>
            </p:cNvPr>
            <p:cNvSpPr/>
            <p:nvPr/>
          </p:nvSpPr>
          <p:spPr>
            <a:xfrm>
              <a:off x="2953295" y="2062333"/>
              <a:ext cx="201665" cy="185738"/>
            </a:xfrm>
            <a:custGeom>
              <a:avLst/>
              <a:gdLst>
                <a:gd name="T0" fmla="*/ 6630 w 9601"/>
                <a:gd name="T1" fmla="*/ 6215 h 8842"/>
                <a:gd name="T2" fmla="*/ 6552 w 9601"/>
                <a:gd name="T3" fmla="*/ 6294 h 8842"/>
                <a:gd name="T4" fmla="*/ 5222 w 9601"/>
                <a:gd name="T5" fmla="*/ 6795 h 8842"/>
                <a:gd name="T6" fmla="*/ 5249 w 9601"/>
                <a:gd name="T7" fmla="*/ 5423 h 8842"/>
                <a:gd name="T8" fmla="*/ 5274 w 9601"/>
                <a:gd name="T9" fmla="*/ 5318 h 8842"/>
                <a:gd name="T10" fmla="*/ 8324 w 9601"/>
                <a:gd name="T11" fmla="*/ 1081 h 8842"/>
                <a:gd name="T12" fmla="*/ 9445 w 9601"/>
                <a:gd name="T13" fmla="*/ 1925 h 8842"/>
                <a:gd name="T14" fmla="*/ 9497 w 9601"/>
                <a:gd name="T15" fmla="*/ 2189 h 8842"/>
                <a:gd name="T16" fmla="*/ 7874 w 9601"/>
                <a:gd name="T17" fmla="*/ 2407 h 8842"/>
                <a:gd name="T18" fmla="*/ 5594 w 9601"/>
                <a:gd name="T19" fmla="*/ 6310 h 8842"/>
                <a:gd name="T20" fmla="*/ 8578 w 9601"/>
                <a:gd name="T21" fmla="*/ 2918 h 8842"/>
                <a:gd name="T22" fmla="*/ 8797 w 9601"/>
                <a:gd name="T23" fmla="*/ 2610 h 8842"/>
                <a:gd name="T24" fmla="*/ 8414 w 9601"/>
                <a:gd name="T25" fmla="*/ 1665 h 8842"/>
                <a:gd name="T26" fmla="*/ 1808 w 9601"/>
                <a:gd name="T27" fmla="*/ 6833 h 8842"/>
                <a:gd name="T28" fmla="*/ 1205 w 9601"/>
                <a:gd name="T29" fmla="*/ 6431 h 8842"/>
                <a:gd name="T30" fmla="*/ 1808 w 9601"/>
                <a:gd name="T31" fmla="*/ 6029 h 8842"/>
                <a:gd name="T32" fmla="*/ 1808 w 9601"/>
                <a:gd name="T33" fmla="*/ 6833 h 8842"/>
                <a:gd name="T34" fmla="*/ 1607 w 9601"/>
                <a:gd name="T35" fmla="*/ 2813 h 8842"/>
                <a:gd name="T36" fmla="*/ 1607 w 9601"/>
                <a:gd name="T37" fmla="*/ 2009 h 8842"/>
                <a:gd name="T38" fmla="*/ 2210 w 9601"/>
                <a:gd name="T39" fmla="*/ 2411 h 8842"/>
                <a:gd name="T40" fmla="*/ 1808 w 9601"/>
                <a:gd name="T41" fmla="*/ 4823 h 8842"/>
                <a:gd name="T42" fmla="*/ 1205 w 9601"/>
                <a:gd name="T43" fmla="*/ 4421 h 8842"/>
                <a:gd name="T44" fmla="*/ 1808 w 9601"/>
                <a:gd name="T45" fmla="*/ 4019 h 8842"/>
                <a:gd name="T46" fmla="*/ 1808 w 9601"/>
                <a:gd name="T47" fmla="*/ 4823 h 8842"/>
                <a:gd name="T48" fmla="*/ 4019 w 9601"/>
                <a:gd name="T49" fmla="*/ 6029 h 8842"/>
                <a:gd name="T50" fmla="*/ 4019 w 9601"/>
                <a:gd name="T51" fmla="*/ 6833 h 8842"/>
                <a:gd name="T52" fmla="*/ 2813 w 9601"/>
                <a:gd name="T53" fmla="*/ 6431 h 8842"/>
                <a:gd name="T54" fmla="*/ 2813 w 9601"/>
                <a:gd name="T55" fmla="*/ 2411 h 8842"/>
                <a:gd name="T56" fmla="*/ 6029 w 9601"/>
                <a:gd name="T57" fmla="*/ 2009 h 8842"/>
                <a:gd name="T58" fmla="*/ 6029 w 9601"/>
                <a:gd name="T59" fmla="*/ 2813 h 8842"/>
                <a:gd name="T60" fmla="*/ 2813 w 9601"/>
                <a:gd name="T61" fmla="*/ 2411 h 8842"/>
                <a:gd name="T62" fmla="*/ 3215 w 9601"/>
                <a:gd name="T63" fmla="*/ 4823 h 8842"/>
                <a:gd name="T64" fmla="*/ 3215 w 9601"/>
                <a:gd name="T65" fmla="*/ 4019 h 8842"/>
                <a:gd name="T66" fmla="*/ 5024 w 9601"/>
                <a:gd name="T67" fmla="*/ 4421 h 8842"/>
                <a:gd name="T68" fmla="*/ 7938 w 9601"/>
                <a:gd name="T69" fmla="*/ 804 h 8842"/>
                <a:gd name="T70" fmla="*/ 7837 w 9601"/>
                <a:gd name="T71" fmla="*/ 804 h 8842"/>
                <a:gd name="T72" fmla="*/ 7435 w 9601"/>
                <a:gd name="T73" fmla="*/ 603 h 8842"/>
                <a:gd name="T74" fmla="*/ 602 w 9601"/>
                <a:gd name="T75" fmla="*/ 1004 h 8842"/>
                <a:gd name="T76" fmla="*/ 1004 w 9601"/>
                <a:gd name="T77" fmla="*/ 8239 h 8842"/>
                <a:gd name="T78" fmla="*/ 7837 w 9601"/>
                <a:gd name="T79" fmla="*/ 7838 h 8842"/>
                <a:gd name="T80" fmla="*/ 7858 w 9601"/>
                <a:gd name="T81" fmla="*/ 5627 h 8842"/>
                <a:gd name="T82" fmla="*/ 8139 w 9601"/>
                <a:gd name="T83" fmla="*/ 5225 h 8842"/>
                <a:gd name="T84" fmla="*/ 8420 w 9601"/>
                <a:gd name="T85" fmla="*/ 5627 h 8842"/>
                <a:gd name="T86" fmla="*/ 8440 w 9601"/>
                <a:gd name="T87" fmla="*/ 7838 h 8842"/>
                <a:gd name="T88" fmla="*/ 1004 w 9601"/>
                <a:gd name="T89" fmla="*/ 8842 h 8842"/>
                <a:gd name="T90" fmla="*/ 0 w 9601"/>
                <a:gd name="T91" fmla="*/ 1004 h 8842"/>
                <a:gd name="T92" fmla="*/ 7435 w 9601"/>
                <a:gd name="T93" fmla="*/ 0 h 8842"/>
                <a:gd name="T94" fmla="*/ 8208 w 9601"/>
                <a:gd name="T95" fmla="*/ 373 h 8842"/>
                <a:gd name="T96" fmla="*/ 8219 w 9601"/>
                <a:gd name="T97" fmla="*/ 402 h 8842"/>
                <a:gd name="T98" fmla="*/ 7938 w 9601"/>
                <a:gd name="T99" fmla="*/ 804 h 8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1" h="8842">
                  <a:moveTo>
                    <a:pt x="9497" y="2189"/>
                  </a:moveTo>
                  <a:lnTo>
                    <a:pt x="6630" y="6215"/>
                  </a:lnTo>
                  <a:lnTo>
                    <a:pt x="6604" y="6267"/>
                  </a:lnTo>
                  <a:lnTo>
                    <a:pt x="6552" y="6294"/>
                  </a:lnTo>
                  <a:lnTo>
                    <a:pt x="5483" y="6689"/>
                  </a:lnTo>
                  <a:lnTo>
                    <a:pt x="5222" y="6795"/>
                  </a:lnTo>
                  <a:lnTo>
                    <a:pt x="5222" y="6531"/>
                  </a:lnTo>
                  <a:lnTo>
                    <a:pt x="5249" y="5423"/>
                  </a:lnTo>
                  <a:lnTo>
                    <a:pt x="5249" y="5371"/>
                  </a:lnTo>
                  <a:lnTo>
                    <a:pt x="5274" y="5318"/>
                  </a:lnTo>
                  <a:lnTo>
                    <a:pt x="8220" y="1239"/>
                  </a:lnTo>
                  <a:lnTo>
                    <a:pt x="8324" y="1081"/>
                  </a:lnTo>
                  <a:lnTo>
                    <a:pt x="8480" y="1187"/>
                  </a:lnTo>
                  <a:lnTo>
                    <a:pt x="9445" y="1925"/>
                  </a:lnTo>
                  <a:lnTo>
                    <a:pt x="9601" y="2031"/>
                  </a:lnTo>
                  <a:lnTo>
                    <a:pt x="9497" y="2189"/>
                  </a:lnTo>
                  <a:close/>
                  <a:moveTo>
                    <a:pt x="8578" y="2918"/>
                  </a:moveTo>
                  <a:lnTo>
                    <a:pt x="7874" y="2407"/>
                  </a:lnTo>
                  <a:lnTo>
                    <a:pt x="5612" y="5511"/>
                  </a:lnTo>
                  <a:lnTo>
                    <a:pt x="5594" y="6310"/>
                  </a:lnTo>
                  <a:lnTo>
                    <a:pt x="6366" y="6024"/>
                  </a:lnTo>
                  <a:lnTo>
                    <a:pt x="8578" y="2918"/>
                  </a:lnTo>
                  <a:close/>
                  <a:moveTo>
                    <a:pt x="8097" y="2101"/>
                  </a:moveTo>
                  <a:lnTo>
                    <a:pt x="8797" y="2610"/>
                  </a:lnTo>
                  <a:lnTo>
                    <a:pt x="9098" y="2188"/>
                  </a:lnTo>
                  <a:lnTo>
                    <a:pt x="8414" y="1665"/>
                  </a:lnTo>
                  <a:lnTo>
                    <a:pt x="8097" y="2101"/>
                  </a:lnTo>
                  <a:close/>
                  <a:moveTo>
                    <a:pt x="1808" y="6833"/>
                  </a:moveTo>
                  <a:lnTo>
                    <a:pt x="1607" y="6833"/>
                  </a:lnTo>
                  <a:cubicBezTo>
                    <a:pt x="1385" y="6833"/>
                    <a:pt x="1205" y="6653"/>
                    <a:pt x="1205" y="6431"/>
                  </a:cubicBezTo>
                  <a:cubicBezTo>
                    <a:pt x="1205" y="6209"/>
                    <a:pt x="1385" y="6029"/>
                    <a:pt x="1607" y="6029"/>
                  </a:cubicBezTo>
                  <a:lnTo>
                    <a:pt x="1808" y="6029"/>
                  </a:lnTo>
                  <a:cubicBezTo>
                    <a:pt x="2030" y="6029"/>
                    <a:pt x="2210" y="6209"/>
                    <a:pt x="2210" y="6431"/>
                  </a:cubicBezTo>
                  <a:cubicBezTo>
                    <a:pt x="2210" y="6653"/>
                    <a:pt x="2030" y="6833"/>
                    <a:pt x="1808" y="6833"/>
                  </a:cubicBezTo>
                  <a:close/>
                  <a:moveTo>
                    <a:pt x="1808" y="2813"/>
                  </a:moveTo>
                  <a:lnTo>
                    <a:pt x="1607" y="2813"/>
                  </a:lnTo>
                  <a:cubicBezTo>
                    <a:pt x="1385" y="2813"/>
                    <a:pt x="1205" y="2633"/>
                    <a:pt x="1205" y="2411"/>
                  </a:cubicBezTo>
                  <a:cubicBezTo>
                    <a:pt x="1205" y="2189"/>
                    <a:pt x="1385" y="2009"/>
                    <a:pt x="1607" y="2009"/>
                  </a:cubicBezTo>
                  <a:lnTo>
                    <a:pt x="1808" y="2009"/>
                  </a:lnTo>
                  <a:cubicBezTo>
                    <a:pt x="2030" y="2009"/>
                    <a:pt x="2210" y="2189"/>
                    <a:pt x="2210" y="2411"/>
                  </a:cubicBezTo>
                  <a:cubicBezTo>
                    <a:pt x="2210" y="2633"/>
                    <a:pt x="2030" y="2813"/>
                    <a:pt x="1808" y="2813"/>
                  </a:cubicBezTo>
                  <a:close/>
                  <a:moveTo>
                    <a:pt x="1808" y="4823"/>
                  </a:moveTo>
                  <a:lnTo>
                    <a:pt x="1607" y="4823"/>
                  </a:lnTo>
                  <a:cubicBezTo>
                    <a:pt x="1385" y="4823"/>
                    <a:pt x="1205" y="4643"/>
                    <a:pt x="1205" y="4421"/>
                  </a:cubicBezTo>
                  <a:cubicBezTo>
                    <a:pt x="1205" y="4199"/>
                    <a:pt x="1385" y="4019"/>
                    <a:pt x="1607" y="4019"/>
                  </a:cubicBezTo>
                  <a:lnTo>
                    <a:pt x="1808" y="4019"/>
                  </a:lnTo>
                  <a:cubicBezTo>
                    <a:pt x="2030" y="4019"/>
                    <a:pt x="2210" y="4199"/>
                    <a:pt x="2210" y="4421"/>
                  </a:cubicBezTo>
                  <a:cubicBezTo>
                    <a:pt x="2210" y="4643"/>
                    <a:pt x="2030" y="4823"/>
                    <a:pt x="1808" y="4823"/>
                  </a:cubicBezTo>
                  <a:close/>
                  <a:moveTo>
                    <a:pt x="3215" y="6029"/>
                  </a:moveTo>
                  <a:lnTo>
                    <a:pt x="4019" y="6029"/>
                  </a:lnTo>
                  <a:cubicBezTo>
                    <a:pt x="4241" y="6029"/>
                    <a:pt x="4421" y="6209"/>
                    <a:pt x="4421" y="6431"/>
                  </a:cubicBezTo>
                  <a:cubicBezTo>
                    <a:pt x="4421" y="6653"/>
                    <a:pt x="4241" y="6833"/>
                    <a:pt x="4019" y="6833"/>
                  </a:cubicBezTo>
                  <a:lnTo>
                    <a:pt x="3215" y="6833"/>
                  </a:lnTo>
                  <a:cubicBezTo>
                    <a:pt x="2993" y="6833"/>
                    <a:pt x="2813" y="6653"/>
                    <a:pt x="2813" y="6431"/>
                  </a:cubicBezTo>
                  <a:cubicBezTo>
                    <a:pt x="2813" y="6209"/>
                    <a:pt x="2993" y="6029"/>
                    <a:pt x="3215" y="6029"/>
                  </a:cubicBezTo>
                  <a:close/>
                  <a:moveTo>
                    <a:pt x="2813" y="2411"/>
                  </a:moveTo>
                  <a:cubicBezTo>
                    <a:pt x="2813" y="2189"/>
                    <a:pt x="2993" y="2009"/>
                    <a:pt x="3215" y="2009"/>
                  </a:cubicBezTo>
                  <a:lnTo>
                    <a:pt x="6029" y="2009"/>
                  </a:lnTo>
                  <a:cubicBezTo>
                    <a:pt x="6251" y="2009"/>
                    <a:pt x="6431" y="2189"/>
                    <a:pt x="6431" y="2411"/>
                  </a:cubicBezTo>
                  <a:cubicBezTo>
                    <a:pt x="6431" y="2633"/>
                    <a:pt x="6251" y="2813"/>
                    <a:pt x="6029" y="2813"/>
                  </a:cubicBezTo>
                  <a:lnTo>
                    <a:pt x="3215" y="2813"/>
                  </a:lnTo>
                  <a:cubicBezTo>
                    <a:pt x="2993" y="2813"/>
                    <a:pt x="2813" y="2633"/>
                    <a:pt x="2813" y="2411"/>
                  </a:cubicBezTo>
                  <a:close/>
                  <a:moveTo>
                    <a:pt x="4622" y="4823"/>
                  </a:moveTo>
                  <a:lnTo>
                    <a:pt x="3215" y="4823"/>
                  </a:lnTo>
                  <a:cubicBezTo>
                    <a:pt x="2993" y="4823"/>
                    <a:pt x="2813" y="4643"/>
                    <a:pt x="2813" y="4421"/>
                  </a:cubicBezTo>
                  <a:cubicBezTo>
                    <a:pt x="2813" y="4199"/>
                    <a:pt x="2993" y="4019"/>
                    <a:pt x="3215" y="4019"/>
                  </a:cubicBezTo>
                  <a:lnTo>
                    <a:pt x="4622" y="4019"/>
                  </a:lnTo>
                  <a:cubicBezTo>
                    <a:pt x="4844" y="4019"/>
                    <a:pt x="5024" y="4199"/>
                    <a:pt x="5024" y="4421"/>
                  </a:cubicBezTo>
                  <a:cubicBezTo>
                    <a:pt x="5024" y="4643"/>
                    <a:pt x="4844" y="4823"/>
                    <a:pt x="4622" y="4823"/>
                  </a:cubicBezTo>
                  <a:close/>
                  <a:moveTo>
                    <a:pt x="7938" y="804"/>
                  </a:moveTo>
                  <a:cubicBezTo>
                    <a:pt x="7902" y="804"/>
                    <a:pt x="7869" y="794"/>
                    <a:pt x="7837" y="783"/>
                  </a:cubicBezTo>
                  <a:lnTo>
                    <a:pt x="7837" y="804"/>
                  </a:lnTo>
                  <a:lnTo>
                    <a:pt x="7781" y="804"/>
                  </a:lnTo>
                  <a:cubicBezTo>
                    <a:pt x="7712" y="684"/>
                    <a:pt x="7584" y="603"/>
                    <a:pt x="7435" y="603"/>
                  </a:cubicBezTo>
                  <a:lnTo>
                    <a:pt x="1004" y="603"/>
                  </a:lnTo>
                  <a:cubicBezTo>
                    <a:pt x="782" y="603"/>
                    <a:pt x="602" y="783"/>
                    <a:pt x="602" y="1004"/>
                  </a:cubicBezTo>
                  <a:lnTo>
                    <a:pt x="602" y="7838"/>
                  </a:lnTo>
                  <a:cubicBezTo>
                    <a:pt x="602" y="8060"/>
                    <a:pt x="782" y="8239"/>
                    <a:pt x="1004" y="8239"/>
                  </a:cubicBezTo>
                  <a:lnTo>
                    <a:pt x="7435" y="8239"/>
                  </a:lnTo>
                  <a:cubicBezTo>
                    <a:pt x="7657" y="8239"/>
                    <a:pt x="7837" y="8060"/>
                    <a:pt x="7837" y="7838"/>
                  </a:cubicBezTo>
                  <a:lnTo>
                    <a:pt x="7837" y="5627"/>
                  </a:lnTo>
                  <a:lnTo>
                    <a:pt x="7858" y="5627"/>
                  </a:lnTo>
                  <a:cubicBezTo>
                    <a:pt x="7846" y="5595"/>
                    <a:pt x="7837" y="5562"/>
                    <a:pt x="7837" y="5526"/>
                  </a:cubicBezTo>
                  <a:cubicBezTo>
                    <a:pt x="7837" y="5360"/>
                    <a:pt x="7972" y="5225"/>
                    <a:pt x="8139" y="5225"/>
                  </a:cubicBezTo>
                  <a:cubicBezTo>
                    <a:pt x="8305" y="5225"/>
                    <a:pt x="8440" y="5360"/>
                    <a:pt x="8440" y="5526"/>
                  </a:cubicBezTo>
                  <a:cubicBezTo>
                    <a:pt x="8440" y="5562"/>
                    <a:pt x="8431" y="5595"/>
                    <a:pt x="8420" y="5627"/>
                  </a:cubicBezTo>
                  <a:lnTo>
                    <a:pt x="8440" y="5627"/>
                  </a:lnTo>
                  <a:lnTo>
                    <a:pt x="8440" y="7838"/>
                  </a:lnTo>
                  <a:cubicBezTo>
                    <a:pt x="8440" y="8392"/>
                    <a:pt x="7990" y="8842"/>
                    <a:pt x="7435" y="8842"/>
                  </a:cubicBezTo>
                  <a:lnTo>
                    <a:pt x="1004" y="8842"/>
                  </a:lnTo>
                  <a:cubicBezTo>
                    <a:pt x="449" y="8842"/>
                    <a:pt x="0" y="8392"/>
                    <a:pt x="0" y="7838"/>
                  </a:cubicBezTo>
                  <a:lnTo>
                    <a:pt x="0" y="1004"/>
                  </a:lnTo>
                  <a:cubicBezTo>
                    <a:pt x="0" y="449"/>
                    <a:pt x="449" y="0"/>
                    <a:pt x="1004" y="0"/>
                  </a:cubicBezTo>
                  <a:lnTo>
                    <a:pt x="7435" y="0"/>
                  </a:lnTo>
                  <a:cubicBezTo>
                    <a:pt x="7686" y="0"/>
                    <a:pt x="7913" y="94"/>
                    <a:pt x="8088" y="246"/>
                  </a:cubicBezTo>
                  <a:cubicBezTo>
                    <a:pt x="8139" y="277"/>
                    <a:pt x="8182" y="319"/>
                    <a:pt x="8208" y="373"/>
                  </a:cubicBezTo>
                  <a:cubicBezTo>
                    <a:pt x="8216" y="383"/>
                    <a:pt x="8227" y="391"/>
                    <a:pt x="8235" y="402"/>
                  </a:cubicBezTo>
                  <a:lnTo>
                    <a:pt x="8219" y="402"/>
                  </a:lnTo>
                  <a:cubicBezTo>
                    <a:pt x="8231" y="433"/>
                    <a:pt x="8239" y="466"/>
                    <a:pt x="8239" y="502"/>
                  </a:cubicBezTo>
                  <a:cubicBezTo>
                    <a:pt x="8239" y="668"/>
                    <a:pt x="8104" y="804"/>
                    <a:pt x="7938" y="8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1" name="instructor-giving-a-lecture-with-circular-graphic-on-screen_43194">
              <a:extLst>
                <a:ext uri="{FF2B5EF4-FFF2-40B4-BE49-F238E27FC236}">
                  <a16:creationId xmlns:a16="http://schemas.microsoft.com/office/drawing/2014/main" id="{54405246-CCE2-4201-BBB1-D3F3EB6E740D}"/>
                </a:ext>
              </a:extLst>
            </p:cNvPr>
            <p:cNvSpPr/>
            <p:nvPr/>
          </p:nvSpPr>
          <p:spPr>
            <a:xfrm>
              <a:off x="7439294" y="2062333"/>
              <a:ext cx="201665" cy="185738"/>
            </a:xfrm>
            <a:custGeom>
              <a:avLst/>
              <a:gdLst>
                <a:gd name="T0" fmla="*/ 6630 w 9601"/>
                <a:gd name="T1" fmla="*/ 6215 h 8842"/>
                <a:gd name="T2" fmla="*/ 6552 w 9601"/>
                <a:gd name="T3" fmla="*/ 6294 h 8842"/>
                <a:gd name="T4" fmla="*/ 5222 w 9601"/>
                <a:gd name="T5" fmla="*/ 6795 h 8842"/>
                <a:gd name="T6" fmla="*/ 5249 w 9601"/>
                <a:gd name="T7" fmla="*/ 5423 h 8842"/>
                <a:gd name="T8" fmla="*/ 5274 w 9601"/>
                <a:gd name="T9" fmla="*/ 5318 h 8842"/>
                <a:gd name="T10" fmla="*/ 8324 w 9601"/>
                <a:gd name="T11" fmla="*/ 1081 h 8842"/>
                <a:gd name="T12" fmla="*/ 9445 w 9601"/>
                <a:gd name="T13" fmla="*/ 1925 h 8842"/>
                <a:gd name="T14" fmla="*/ 9497 w 9601"/>
                <a:gd name="T15" fmla="*/ 2189 h 8842"/>
                <a:gd name="T16" fmla="*/ 7874 w 9601"/>
                <a:gd name="T17" fmla="*/ 2407 h 8842"/>
                <a:gd name="T18" fmla="*/ 5594 w 9601"/>
                <a:gd name="T19" fmla="*/ 6310 h 8842"/>
                <a:gd name="T20" fmla="*/ 8578 w 9601"/>
                <a:gd name="T21" fmla="*/ 2918 h 8842"/>
                <a:gd name="T22" fmla="*/ 8797 w 9601"/>
                <a:gd name="T23" fmla="*/ 2610 h 8842"/>
                <a:gd name="T24" fmla="*/ 8414 w 9601"/>
                <a:gd name="T25" fmla="*/ 1665 h 8842"/>
                <a:gd name="T26" fmla="*/ 1808 w 9601"/>
                <a:gd name="T27" fmla="*/ 6833 h 8842"/>
                <a:gd name="T28" fmla="*/ 1205 w 9601"/>
                <a:gd name="T29" fmla="*/ 6431 h 8842"/>
                <a:gd name="T30" fmla="*/ 1808 w 9601"/>
                <a:gd name="T31" fmla="*/ 6029 h 8842"/>
                <a:gd name="T32" fmla="*/ 1808 w 9601"/>
                <a:gd name="T33" fmla="*/ 6833 h 8842"/>
                <a:gd name="T34" fmla="*/ 1607 w 9601"/>
                <a:gd name="T35" fmla="*/ 2813 h 8842"/>
                <a:gd name="T36" fmla="*/ 1607 w 9601"/>
                <a:gd name="T37" fmla="*/ 2009 h 8842"/>
                <a:gd name="T38" fmla="*/ 2210 w 9601"/>
                <a:gd name="T39" fmla="*/ 2411 h 8842"/>
                <a:gd name="T40" fmla="*/ 1808 w 9601"/>
                <a:gd name="T41" fmla="*/ 4823 h 8842"/>
                <a:gd name="T42" fmla="*/ 1205 w 9601"/>
                <a:gd name="T43" fmla="*/ 4421 h 8842"/>
                <a:gd name="T44" fmla="*/ 1808 w 9601"/>
                <a:gd name="T45" fmla="*/ 4019 h 8842"/>
                <a:gd name="T46" fmla="*/ 1808 w 9601"/>
                <a:gd name="T47" fmla="*/ 4823 h 8842"/>
                <a:gd name="T48" fmla="*/ 4019 w 9601"/>
                <a:gd name="T49" fmla="*/ 6029 h 8842"/>
                <a:gd name="T50" fmla="*/ 4019 w 9601"/>
                <a:gd name="T51" fmla="*/ 6833 h 8842"/>
                <a:gd name="T52" fmla="*/ 2813 w 9601"/>
                <a:gd name="T53" fmla="*/ 6431 h 8842"/>
                <a:gd name="T54" fmla="*/ 2813 w 9601"/>
                <a:gd name="T55" fmla="*/ 2411 h 8842"/>
                <a:gd name="T56" fmla="*/ 6029 w 9601"/>
                <a:gd name="T57" fmla="*/ 2009 h 8842"/>
                <a:gd name="T58" fmla="*/ 6029 w 9601"/>
                <a:gd name="T59" fmla="*/ 2813 h 8842"/>
                <a:gd name="T60" fmla="*/ 2813 w 9601"/>
                <a:gd name="T61" fmla="*/ 2411 h 8842"/>
                <a:gd name="T62" fmla="*/ 3215 w 9601"/>
                <a:gd name="T63" fmla="*/ 4823 h 8842"/>
                <a:gd name="T64" fmla="*/ 3215 w 9601"/>
                <a:gd name="T65" fmla="*/ 4019 h 8842"/>
                <a:gd name="T66" fmla="*/ 5024 w 9601"/>
                <a:gd name="T67" fmla="*/ 4421 h 8842"/>
                <a:gd name="T68" fmla="*/ 7938 w 9601"/>
                <a:gd name="T69" fmla="*/ 804 h 8842"/>
                <a:gd name="T70" fmla="*/ 7837 w 9601"/>
                <a:gd name="T71" fmla="*/ 804 h 8842"/>
                <a:gd name="T72" fmla="*/ 7435 w 9601"/>
                <a:gd name="T73" fmla="*/ 603 h 8842"/>
                <a:gd name="T74" fmla="*/ 602 w 9601"/>
                <a:gd name="T75" fmla="*/ 1004 h 8842"/>
                <a:gd name="T76" fmla="*/ 1004 w 9601"/>
                <a:gd name="T77" fmla="*/ 8239 h 8842"/>
                <a:gd name="T78" fmla="*/ 7837 w 9601"/>
                <a:gd name="T79" fmla="*/ 7838 h 8842"/>
                <a:gd name="T80" fmla="*/ 7858 w 9601"/>
                <a:gd name="T81" fmla="*/ 5627 h 8842"/>
                <a:gd name="T82" fmla="*/ 8139 w 9601"/>
                <a:gd name="T83" fmla="*/ 5225 h 8842"/>
                <a:gd name="T84" fmla="*/ 8420 w 9601"/>
                <a:gd name="T85" fmla="*/ 5627 h 8842"/>
                <a:gd name="T86" fmla="*/ 8440 w 9601"/>
                <a:gd name="T87" fmla="*/ 7838 h 8842"/>
                <a:gd name="T88" fmla="*/ 1004 w 9601"/>
                <a:gd name="T89" fmla="*/ 8842 h 8842"/>
                <a:gd name="T90" fmla="*/ 0 w 9601"/>
                <a:gd name="T91" fmla="*/ 1004 h 8842"/>
                <a:gd name="T92" fmla="*/ 7435 w 9601"/>
                <a:gd name="T93" fmla="*/ 0 h 8842"/>
                <a:gd name="T94" fmla="*/ 8208 w 9601"/>
                <a:gd name="T95" fmla="*/ 373 h 8842"/>
                <a:gd name="T96" fmla="*/ 8219 w 9601"/>
                <a:gd name="T97" fmla="*/ 402 h 8842"/>
                <a:gd name="T98" fmla="*/ 7938 w 9601"/>
                <a:gd name="T99" fmla="*/ 804 h 8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1" h="8842">
                  <a:moveTo>
                    <a:pt x="9497" y="2189"/>
                  </a:moveTo>
                  <a:lnTo>
                    <a:pt x="6630" y="6215"/>
                  </a:lnTo>
                  <a:lnTo>
                    <a:pt x="6604" y="6267"/>
                  </a:lnTo>
                  <a:lnTo>
                    <a:pt x="6552" y="6294"/>
                  </a:lnTo>
                  <a:lnTo>
                    <a:pt x="5483" y="6689"/>
                  </a:lnTo>
                  <a:lnTo>
                    <a:pt x="5222" y="6795"/>
                  </a:lnTo>
                  <a:lnTo>
                    <a:pt x="5222" y="6531"/>
                  </a:lnTo>
                  <a:lnTo>
                    <a:pt x="5249" y="5423"/>
                  </a:lnTo>
                  <a:lnTo>
                    <a:pt x="5249" y="5371"/>
                  </a:lnTo>
                  <a:lnTo>
                    <a:pt x="5274" y="5318"/>
                  </a:lnTo>
                  <a:lnTo>
                    <a:pt x="8220" y="1239"/>
                  </a:lnTo>
                  <a:lnTo>
                    <a:pt x="8324" y="1081"/>
                  </a:lnTo>
                  <a:lnTo>
                    <a:pt x="8480" y="1187"/>
                  </a:lnTo>
                  <a:lnTo>
                    <a:pt x="9445" y="1925"/>
                  </a:lnTo>
                  <a:lnTo>
                    <a:pt x="9601" y="2031"/>
                  </a:lnTo>
                  <a:lnTo>
                    <a:pt x="9497" y="2189"/>
                  </a:lnTo>
                  <a:close/>
                  <a:moveTo>
                    <a:pt x="8578" y="2918"/>
                  </a:moveTo>
                  <a:lnTo>
                    <a:pt x="7874" y="2407"/>
                  </a:lnTo>
                  <a:lnTo>
                    <a:pt x="5612" y="5511"/>
                  </a:lnTo>
                  <a:lnTo>
                    <a:pt x="5594" y="6310"/>
                  </a:lnTo>
                  <a:lnTo>
                    <a:pt x="6366" y="6024"/>
                  </a:lnTo>
                  <a:lnTo>
                    <a:pt x="8578" y="2918"/>
                  </a:lnTo>
                  <a:close/>
                  <a:moveTo>
                    <a:pt x="8097" y="2101"/>
                  </a:moveTo>
                  <a:lnTo>
                    <a:pt x="8797" y="2610"/>
                  </a:lnTo>
                  <a:lnTo>
                    <a:pt x="9098" y="2188"/>
                  </a:lnTo>
                  <a:lnTo>
                    <a:pt x="8414" y="1665"/>
                  </a:lnTo>
                  <a:lnTo>
                    <a:pt x="8097" y="2101"/>
                  </a:lnTo>
                  <a:close/>
                  <a:moveTo>
                    <a:pt x="1808" y="6833"/>
                  </a:moveTo>
                  <a:lnTo>
                    <a:pt x="1607" y="6833"/>
                  </a:lnTo>
                  <a:cubicBezTo>
                    <a:pt x="1385" y="6833"/>
                    <a:pt x="1205" y="6653"/>
                    <a:pt x="1205" y="6431"/>
                  </a:cubicBezTo>
                  <a:cubicBezTo>
                    <a:pt x="1205" y="6209"/>
                    <a:pt x="1385" y="6029"/>
                    <a:pt x="1607" y="6029"/>
                  </a:cubicBezTo>
                  <a:lnTo>
                    <a:pt x="1808" y="6029"/>
                  </a:lnTo>
                  <a:cubicBezTo>
                    <a:pt x="2030" y="6029"/>
                    <a:pt x="2210" y="6209"/>
                    <a:pt x="2210" y="6431"/>
                  </a:cubicBezTo>
                  <a:cubicBezTo>
                    <a:pt x="2210" y="6653"/>
                    <a:pt x="2030" y="6833"/>
                    <a:pt x="1808" y="6833"/>
                  </a:cubicBezTo>
                  <a:close/>
                  <a:moveTo>
                    <a:pt x="1808" y="2813"/>
                  </a:moveTo>
                  <a:lnTo>
                    <a:pt x="1607" y="2813"/>
                  </a:lnTo>
                  <a:cubicBezTo>
                    <a:pt x="1385" y="2813"/>
                    <a:pt x="1205" y="2633"/>
                    <a:pt x="1205" y="2411"/>
                  </a:cubicBezTo>
                  <a:cubicBezTo>
                    <a:pt x="1205" y="2189"/>
                    <a:pt x="1385" y="2009"/>
                    <a:pt x="1607" y="2009"/>
                  </a:cubicBezTo>
                  <a:lnTo>
                    <a:pt x="1808" y="2009"/>
                  </a:lnTo>
                  <a:cubicBezTo>
                    <a:pt x="2030" y="2009"/>
                    <a:pt x="2210" y="2189"/>
                    <a:pt x="2210" y="2411"/>
                  </a:cubicBezTo>
                  <a:cubicBezTo>
                    <a:pt x="2210" y="2633"/>
                    <a:pt x="2030" y="2813"/>
                    <a:pt x="1808" y="2813"/>
                  </a:cubicBezTo>
                  <a:close/>
                  <a:moveTo>
                    <a:pt x="1808" y="4823"/>
                  </a:moveTo>
                  <a:lnTo>
                    <a:pt x="1607" y="4823"/>
                  </a:lnTo>
                  <a:cubicBezTo>
                    <a:pt x="1385" y="4823"/>
                    <a:pt x="1205" y="4643"/>
                    <a:pt x="1205" y="4421"/>
                  </a:cubicBezTo>
                  <a:cubicBezTo>
                    <a:pt x="1205" y="4199"/>
                    <a:pt x="1385" y="4019"/>
                    <a:pt x="1607" y="4019"/>
                  </a:cubicBezTo>
                  <a:lnTo>
                    <a:pt x="1808" y="4019"/>
                  </a:lnTo>
                  <a:cubicBezTo>
                    <a:pt x="2030" y="4019"/>
                    <a:pt x="2210" y="4199"/>
                    <a:pt x="2210" y="4421"/>
                  </a:cubicBezTo>
                  <a:cubicBezTo>
                    <a:pt x="2210" y="4643"/>
                    <a:pt x="2030" y="4823"/>
                    <a:pt x="1808" y="4823"/>
                  </a:cubicBezTo>
                  <a:close/>
                  <a:moveTo>
                    <a:pt x="3215" y="6029"/>
                  </a:moveTo>
                  <a:lnTo>
                    <a:pt x="4019" y="6029"/>
                  </a:lnTo>
                  <a:cubicBezTo>
                    <a:pt x="4241" y="6029"/>
                    <a:pt x="4421" y="6209"/>
                    <a:pt x="4421" y="6431"/>
                  </a:cubicBezTo>
                  <a:cubicBezTo>
                    <a:pt x="4421" y="6653"/>
                    <a:pt x="4241" y="6833"/>
                    <a:pt x="4019" y="6833"/>
                  </a:cubicBezTo>
                  <a:lnTo>
                    <a:pt x="3215" y="6833"/>
                  </a:lnTo>
                  <a:cubicBezTo>
                    <a:pt x="2993" y="6833"/>
                    <a:pt x="2813" y="6653"/>
                    <a:pt x="2813" y="6431"/>
                  </a:cubicBezTo>
                  <a:cubicBezTo>
                    <a:pt x="2813" y="6209"/>
                    <a:pt x="2993" y="6029"/>
                    <a:pt x="3215" y="6029"/>
                  </a:cubicBezTo>
                  <a:close/>
                  <a:moveTo>
                    <a:pt x="2813" y="2411"/>
                  </a:moveTo>
                  <a:cubicBezTo>
                    <a:pt x="2813" y="2189"/>
                    <a:pt x="2993" y="2009"/>
                    <a:pt x="3215" y="2009"/>
                  </a:cubicBezTo>
                  <a:lnTo>
                    <a:pt x="6029" y="2009"/>
                  </a:lnTo>
                  <a:cubicBezTo>
                    <a:pt x="6251" y="2009"/>
                    <a:pt x="6431" y="2189"/>
                    <a:pt x="6431" y="2411"/>
                  </a:cubicBezTo>
                  <a:cubicBezTo>
                    <a:pt x="6431" y="2633"/>
                    <a:pt x="6251" y="2813"/>
                    <a:pt x="6029" y="2813"/>
                  </a:cubicBezTo>
                  <a:lnTo>
                    <a:pt x="3215" y="2813"/>
                  </a:lnTo>
                  <a:cubicBezTo>
                    <a:pt x="2993" y="2813"/>
                    <a:pt x="2813" y="2633"/>
                    <a:pt x="2813" y="2411"/>
                  </a:cubicBezTo>
                  <a:close/>
                  <a:moveTo>
                    <a:pt x="4622" y="4823"/>
                  </a:moveTo>
                  <a:lnTo>
                    <a:pt x="3215" y="4823"/>
                  </a:lnTo>
                  <a:cubicBezTo>
                    <a:pt x="2993" y="4823"/>
                    <a:pt x="2813" y="4643"/>
                    <a:pt x="2813" y="4421"/>
                  </a:cubicBezTo>
                  <a:cubicBezTo>
                    <a:pt x="2813" y="4199"/>
                    <a:pt x="2993" y="4019"/>
                    <a:pt x="3215" y="4019"/>
                  </a:cubicBezTo>
                  <a:lnTo>
                    <a:pt x="4622" y="4019"/>
                  </a:lnTo>
                  <a:cubicBezTo>
                    <a:pt x="4844" y="4019"/>
                    <a:pt x="5024" y="4199"/>
                    <a:pt x="5024" y="4421"/>
                  </a:cubicBezTo>
                  <a:cubicBezTo>
                    <a:pt x="5024" y="4643"/>
                    <a:pt x="4844" y="4823"/>
                    <a:pt x="4622" y="4823"/>
                  </a:cubicBezTo>
                  <a:close/>
                  <a:moveTo>
                    <a:pt x="7938" y="804"/>
                  </a:moveTo>
                  <a:cubicBezTo>
                    <a:pt x="7902" y="804"/>
                    <a:pt x="7869" y="794"/>
                    <a:pt x="7837" y="783"/>
                  </a:cubicBezTo>
                  <a:lnTo>
                    <a:pt x="7837" y="804"/>
                  </a:lnTo>
                  <a:lnTo>
                    <a:pt x="7781" y="804"/>
                  </a:lnTo>
                  <a:cubicBezTo>
                    <a:pt x="7712" y="684"/>
                    <a:pt x="7584" y="603"/>
                    <a:pt x="7435" y="603"/>
                  </a:cubicBezTo>
                  <a:lnTo>
                    <a:pt x="1004" y="603"/>
                  </a:lnTo>
                  <a:cubicBezTo>
                    <a:pt x="782" y="603"/>
                    <a:pt x="602" y="783"/>
                    <a:pt x="602" y="1004"/>
                  </a:cubicBezTo>
                  <a:lnTo>
                    <a:pt x="602" y="7838"/>
                  </a:lnTo>
                  <a:cubicBezTo>
                    <a:pt x="602" y="8060"/>
                    <a:pt x="782" y="8239"/>
                    <a:pt x="1004" y="8239"/>
                  </a:cubicBezTo>
                  <a:lnTo>
                    <a:pt x="7435" y="8239"/>
                  </a:lnTo>
                  <a:cubicBezTo>
                    <a:pt x="7657" y="8239"/>
                    <a:pt x="7837" y="8060"/>
                    <a:pt x="7837" y="7838"/>
                  </a:cubicBezTo>
                  <a:lnTo>
                    <a:pt x="7837" y="5627"/>
                  </a:lnTo>
                  <a:lnTo>
                    <a:pt x="7858" y="5627"/>
                  </a:lnTo>
                  <a:cubicBezTo>
                    <a:pt x="7846" y="5595"/>
                    <a:pt x="7837" y="5562"/>
                    <a:pt x="7837" y="5526"/>
                  </a:cubicBezTo>
                  <a:cubicBezTo>
                    <a:pt x="7837" y="5360"/>
                    <a:pt x="7972" y="5225"/>
                    <a:pt x="8139" y="5225"/>
                  </a:cubicBezTo>
                  <a:cubicBezTo>
                    <a:pt x="8305" y="5225"/>
                    <a:pt x="8440" y="5360"/>
                    <a:pt x="8440" y="5526"/>
                  </a:cubicBezTo>
                  <a:cubicBezTo>
                    <a:pt x="8440" y="5562"/>
                    <a:pt x="8431" y="5595"/>
                    <a:pt x="8420" y="5627"/>
                  </a:cubicBezTo>
                  <a:lnTo>
                    <a:pt x="8440" y="5627"/>
                  </a:lnTo>
                  <a:lnTo>
                    <a:pt x="8440" y="7838"/>
                  </a:lnTo>
                  <a:cubicBezTo>
                    <a:pt x="8440" y="8392"/>
                    <a:pt x="7990" y="8842"/>
                    <a:pt x="7435" y="8842"/>
                  </a:cubicBezTo>
                  <a:lnTo>
                    <a:pt x="1004" y="8842"/>
                  </a:lnTo>
                  <a:cubicBezTo>
                    <a:pt x="449" y="8842"/>
                    <a:pt x="0" y="8392"/>
                    <a:pt x="0" y="7838"/>
                  </a:cubicBezTo>
                  <a:lnTo>
                    <a:pt x="0" y="1004"/>
                  </a:lnTo>
                  <a:cubicBezTo>
                    <a:pt x="0" y="449"/>
                    <a:pt x="449" y="0"/>
                    <a:pt x="1004" y="0"/>
                  </a:cubicBezTo>
                  <a:lnTo>
                    <a:pt x="7435" y="0"/>
                  </a:lnTo>
                  <a:cubicBezTo>
                    <a:pt x="7686" y="0"/>
                    <a:pt x="7913" y="94"/>
                    <a:pt x="8088" y="246"/>
                  </a:cubicBezTo>
                  <a:cubicBezTo>
                    <a:pt x="8139" y="277"/>
                    <a:pt x="8182" y="319"/>
                    <a:pt x="8208" y="373"/>
                  </a:cubicBezTo>
                  <a:cubicBezTo>
                    <a:pt x="8216" y="383"/>
                    <a:pt x="8227" y="391"/>
                    <a:pt x="8235" y="402"/>
                  </a:cubicBezTo>
                  <a:lnTo>
                    <a:pt x="8219" y="402"/>
                  </a:lnTo>
                  <a:cubicBezTo>
                    <a:pt x="8231" y="433"/>
                    <a:pt x="8239" y="466"/>
                    <a:pt x="8239" y="502"/>
                  </a:cubicBezTo>
                  <a:cubicBezTo>
                    <a:pt x="8239" y="668"/>
                    <a:pt x="8104" y="804"/>
                    <a:pt x="7938" y="8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2" name="instructor-giving-a-lecture-with-circular-graphic-on-screen_43194">
              <a:extLst>
                <a:ext uri="{FF2B5EF4-FFF2-40B4-BE49-F238E27FC236}">
                  <a16:creationId xmlns:a16="http://schemas.microsoft.com/office/drawing/2014/main" id="{54405246-CCE2-4201-BBB1-D3F3EB6E740D}"/>
                </a:ext>
              </a:extLst>
            </p:cNvPr>
            <p:cNvSpPr/>
            <p:nvPr/>
          </p:nvSpPr>
          <p:spPr>
            <a:xfrm>
              <a:off x="2953295" y="4376954"/>
              <a:ext cx="201665" cy="185738"/>
            </a:xfrm>
            <a:custGeom>
              <a:avLst/>
              <a:gdLst>
                <a:gd name="T0" fmla="*/ 6630 w 9601"/>
                <a:gd name="T1" fmla="*/ 6215 h 8842"/>
                <a:gd name="T2" fmla="*/ 6552 w 9601"/>
                <a:gd name="T3" fmla="*/ 6294 h 8842"/>
                <a:gd name="T4" fmla="*/ 5222 w 9601"/>
                <a:gd name="T5" fmla="*/ 6795 h 8842"/>
                <a:gd name="T6" fmla="*/ 5249 w 9601"/>
                <a:gd name="T7" fmla="*/ 5423 h 8842"/>
                <a:gd name="T8" fmla="*/ 5274 w 9601"/>
                <a:gd name="T9" fmla="*/ 5318 h 8842"/>
                <a:gd name="T10" fmla="*/ 8324 w 9601"/>
                <a:gd name="T11" fmla="*/ 1081 h 8842"/>
                <a:gd name="T12" fmla="*/ 9445 w 9601"/>
                <a:gd name="T13" fmla="*/ 1925 h 8842"/>
                <a:gd name="T14" fmla="*/ 9497 w 9601"/>
                <a:gd name="T15" fmla="*/ 2189 h 8842"/>
                <a:gd name="T16" fmla="*/ 7874 w 9601"/>
                <a:gd name="T17" fmla="*/ 2407 h 8842"/>
                <a:gd name="T18" fmla="*/ 5594 w 9601"/>
                <a:gd name="T19" fmla="*/ 6310 h 8842"/>
                <a:gd name="T20" fmla="*/ 8578 w 9601"/>
                <a:gd name="T21" fmla="*/ 2918 h 8842"/>
                <a:gd name="T22" fmla="*/ 8797 w 9601"/>
                <a:gd name="T23" fmla="*/ 2610 h 8842"/>
                <a:gd name="T24" fmla="*/ 8414 w 9601"/>
                <a:gd name="T25" fmla="*/ 1665 h 8842"/>
                <a:gd name="T26" fmla="*/ 1808 w 9601"/>
                <a:gd name="T27" fmla="*/ 6833 h 8842"/>
                <a:gd name="T28" fmla="*/ 1205 w 9601"/>
                <a:gd name="T29" fmla="*/ 6431 h 8842"/>
                <a:gd name="T30" fmla="*/ 1808 w 9601"/>
                <a:gd name="T31" fmla="*/ 6029 h 8842"/>
                <a:gd name="T32" fmla="*/ 1808 w 9601"/>
                <a:gd name="T33" fmla="*/ 6833 h 8842"/>
                <a:gd name="T34" fmla="*/ 1607 w 9601"/>
                <a:gd name="T35" fmla="*/ 2813 h 8842"/>
                <a:gd name="T36" fmla="*/ 1607 w 9601"/>
                <a:gd name="T37" fmla="*/ 2009 h 8842"/>
                <a:gd name="T38" fmla="*/ 2210 w 9601"/>
                <a:gd name="T39" fmla="*/ 2411 h 8842"/>
                <a:gd name="T40" fmla="*/ 1808 w 9601"/>
                <a:gd name="T41" fmla="*/ 4823 h 8842"/>
                <a:gd name="T42" fmla="*/ 1205 w 9601"/>
                <a:gd name="T43" fmla="*/ 4421 h 8842"/>
                <a:gd name="T44" fmla="*/ 1808 w 9601"/>
                <a:gd name="T45" fmla="*/ 4019 h 8842"/>
                <a:gd name="T46" fmla="*/ 1808 w 9601"/>
                <a:gd name="T47" fmla="*/ 4823 h 8842"/>
                <a:gd name="T48" fmla="*/ 4019 w 9601"/>
                <a:gd name="T49" fmla="*/ 6029 h 8842"/>
                <a:gd name="T50" fmla="*/ 4019 w 9601"/>
                <a:gd name="T51" fmla="*/ 6833 h 8842"/>
                <a:gd name="T52" fmla="*/ 2813 w 9601"/>
                <a:gd name="T53" fmla="*/ 6431 h 8842"/>
                <a:gd name="T54" fmla="*/ 2813 w 9601"/>
                <a:gd name="T55" fmla="*/ 2411 h 8842"/>
                <a:gd name="T56" fmla="*/ 6029 w 9601"/>
                <a:gd name="T57" fmla="*/ 2009 h 8842"/>
                <a:gd name="T58" fmla="*/ 6029 w 9601"/>
                <a:gd name="T59" fmla="*/ 2813 h 8842"/>
                <a:gd name="T60" fmla="*/ 2813 w 9601"/>
                <a:gd name="T61" fmla="*/ 2411 h 8842"/>
                <a:gd name="T62" fmla="*/ 3215 w 9601"/>
                <a:gd name="T63" fmla="*/ 4823 h 8842"/>
                <a:gd name="T64" fmla="*/ 3215 w 9601"/>
                <a:gd name="T65" fmla="*/ 4019 h 8842"/>
                <a:gd name="T66" fmla="*/ 5024 w 9601"/>
                <a:gd name="T67" fmla="*/ 4421 h 8842"/>
                <a:gd name="T68" fmla="*/ 7938 w 9601"/>
                <a:gd name="T69" fmla="*/ 804 h 8842"/>
                <a:gd name="T70" fmla="*/ 7837 w 9601"/>
                <a:gd name="T71" fmla="*/ 804 h 8842"/>
                <a:gd name="T72" fmla="*/ 7435 w 9601"/>
                <a:gd name="T73" fmla="*/ 603 h 8842"/>
                <a:gd name="T74" fmla="*/ 602 w 9601"/>
                <a:gd name="T75" fmla="*/ 1004 h 8842"/>
                <a:gd name="T76" fmla="*/ 1004 w 9601"/>
                <a:gd name="T77" fmla="*/ 8239 h 8842"/>
                <a:gd name="T78" fmla="*/ 7837 w 9601"/>
                <a:gd name="T79" fmla="*/ 7838 h 8842"/>
                <a:gd name="T80" fmla="*/ 7858 w 9601"/>
                <a:gd name="T81" fmla="*/ 5627 h 8842"/>
                <a:gd name="T82" fmla="*/ 8139 w 9601"/>
                <a:gd name="T83" fmla="*/ 5225 h 8842"/>
                <a:gd name="T84" fmla="*/ 8420 w 9601"/>
                <a:gd name="T85" fmla="*/ 5627 h 8842"/>
                <a:gd name="T86" fmla="*/ 8440 w 9601"/>
                <a:gd name="T87" fmla="*/ 7838 h 8842"/>
                <a:gd name="T88" fmla="*/ 1004 w 9601"/>
                <a:gd name="T89" fmla="*/ 8842 h 8842"/>
                <a:gd name="T90" fmla="*/ 0 w 9601"/>
                <a:gd name="T91" fmla="*/ 1004 h 8842"/>
                <a:gd name="T92" fmla="*/ 7435 w 9601"/>
                <a:gd name="T93" fmla="*/ 0 h 8842"/>
                <a:gd name="T94" fmla="*/ 8208 w 9601"/>
                <a:gd name="T95" fmla="*/ 373 h 8842"/>
                <a:gd name="T96" fmla="*/ 8219 w 9601"/>
                <a:gd name="T97" fmla="*/ 402 h 8842"/>
                <a:gd name="T98" fmla="*/ 7938 w 9601"/>
                <a:gd name="T99" fmla="*/ 804 h 8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1" h="8842">
                  <a:moveTo>
                    <a:pt x="9497" y="2189"/>
                  </a:moveTo>
                  <a:lnTo>
                    <a:pt x="6630" y="6215"/>
                  </a:lnTo>
                  <a:lnTo>
                    <a:pt x="6604" y="6267"/>
                  </a:lnTo>
                  <a:lnTo>
                    <a:pt x="6552" y="6294"/>
                  </a:lnTo>
                  <a:lnTo>
                    <a:pt x="5483" y="6689"/>
                  </a:lnTo>
                  <a:lnTo>
                    <a:pt x="5222" y="6795"/>
                  </a:lnTo>
                  <a:lnTo>
                    <a:pt x="5222" y="6531"/>
                  </a:lnTo>
                  <a:lnTo>
                    <a:pt x="5249" y="5423"/>
                  </a:lnTo>
                  <a:lnTo>
                    <a:pt x="5249" y="5371"/>
                  </a:lnTo>
                  <a:lnTo>
                    <a:pt x="5274" y="5318"/>
                  </a:lnTo>
                  <a:lnTo>
                    <a:pt x="8220" y="1239"/>
                  </a:lnTo>
                  <a:lnTo>
                    <a:pt x="8324" y="1081"/>
                  </a:lnTo>
                  <a:lnTo>
                    <a:pt x="8480" y="1187"/>
                  </a:lnTo>
                  <a:lnTo>
                    <a:pt x="9445" y="1925"/>
                  </a:lnTo>
                  <a:lnTo>
                    <a:pt x="9601" y="2031"/>
                  </a:lnTo>
                  <a:lnTo>
                    <a:pt x="9497" y="2189"/>
                  </a:lnTo>
                  <a:close/>
                  <a:moveTo>
                    <a:pt x="8578" y="2918"/>
                  </a:moveTo>
                  <a:lnTo>
                    <a:pt x="7874" y="2407"/>
                  </a:lnTo>
                  <a:lnTo>
                    <a:pt x="5612" y="5511"/>
                  </a:lnTo>
                  <a:lnTo>
                    <a:pt x="5594" y="6310"/>
                  </a:lnTo>
                  <a:lnTo>
                    <a:pt x="6366" y="6024"/>
                  </a:lnTo>
                  <a:lnTo>
                    <a:pt x="8578" y="2918"/>
                  </a:lnTo>
                  <a:close/>
                  <a:moveTo>
                    <a:pt x="8097" y="2101"/>
                  </a:moveTo>
                  <a:lnTo>
                    <a:pt x="8797" y="2610"/>
                  </a:lnTo>
                  <a:lnTo>
                    <a:pt x="9098" y="2188"/>
                  </a:lnTo>
                  <a:lnTo>
                    <a:pt x="8414" y="1665"/>
                  </a:lnTo>
                  <a:lnTo>
                    <a:pt x="8097" y="2101"/>
                  </a:lnTo>
                  <a:close/>
                  <a:moveTo>
                    <a:pt x="1808" y="6833"/>
                  </a:moveTo>
                  <a:lnTo>
                    <a:pt x="1607" y="6833"/>
                  </a:lnTo>
                  <a:cubicBezTo>
                    <a:pt x="1385" y="6833"/>
                    <a:pt x="1205" y="6653"/>
                    <a:pt x="1205" y="6431"/>
                  </a:cubicBezTo>
                  <a:cubicBezTo>
                    <a:pt x="1205" y="6209"/>
                    <a:pt x="1385" y="6029"/>
                    <a:pt x="1607" y="6029"/>
                  </a:cubicBezTo>
                  <a:lnTo>
                    <a:pt x="1808" y="6029"/>
                  </a:lnTo>
                  <a:cubicBezTo>
                    <a:pt x="2030" y="6029"/>
                    <a:pt x="2210" y="6209"/>
                    <a:pt x="2210" y="6431"/>
                  </a:cubicBezTo>
                  <a:cubicBezTo>
                    <a:pt x="2210" y="6653"/>
                    <a:pt x="2030" y="6833"/>
                    <a:pt x="1808" y="6833"/>
                  </a:cubicBezTo>
                  <a:close/>
                  <a:moveTo>
                    <a:pt x="1808" y="2813"/>
                  </a:moveTo>
                  <a:lnTo>
                    <a:pt x="1607" y="2813"/>
                  </a:lnTo>
                  <a:cubicBezTo>
                    <a:pt x="1385" y="2813"/>
                    <a:pt x="1205" y="2633"/>
                    <a:pt x="1205" y="2411"/>
                  </a:cubicBezTo>
                  <a:cubicBezTo>
                    <a:pt x="1205" y="2189"/>
                    <a:pt x="1385" y="2009"/>
                    <a:pt x="1607" y="2009"/>
                  </a:cubicBezTo>
                  <a:lnTo>
                    <a:pt x="1808" y="2009"/>
                  </a:lnTo>
                  <a:cubicBezTo>
                    <a:pt x="2030" y="2009"/>
                    <a:pt x="2210" y="2189"/>
                    <a:pt x="2210" y="2411"/>
                  </a:cubicBezTo>
                  <a:cubicBezTo>
                    <a:pt x="2210" y="2633"/>
                    <a:pt x="2030" y="2813"/>
                    <a:pt x="1808" y="2813"/>
                  </a:cubicBezTo>
                  <a:close/>
                  <a:moveTo>
                    <a:pt x="1808" y="4823"/>
                  </a:moveTo>
                  <a:lnTo>
                    <a:pt x="1607" y="4823"/>
                  </a:lnTo>
                  <a:cubicBezTo>
                    <a:pt x="1385" y="4823"/>
                    <a:pt x="1205" y="4643"/>
                    <a:pt x="1205" y="4421"/>
                  </a:cubicBezTo>
                  <a:cubicBezTo>
                    <a:pt x="1205" y="4199"/>
                    <a:pt x="1385" y="4019"/>
                    <a:pt x="1607" y="4019"/>
                  </a:cubicBezTo>
                  <a:lnTo>
                    <a:pt x="1808" y="4019"/>
                  </a:lnTo>
                  <a:cubicBezTo>
                    <a:pt x="2030" y="4019"/>
                    <a:pt x="2210" y="4199"/>
                    <a:pt x="2210" y="4421"/>
                  </a:cubicBezTo>
                  <a:cubicBezTo>
                    <a:pt x="2210" y="4643"/>
                    <a:pt x="2030" y="4823"/>
                    <a:pt x="1808" y="4823"/>
                  </a:cubicBezTo>
                  <a:close/>
                  <a:moveTo>
                    <a:pt x="3215" y="6029"/>
                  </a:moveTo>
                  <a:lnTo>
                    <a:pt x="4019" y="6029"/>
                  </a:lnTo>
                  <a:cubicBezTo>
                    <a:pt x="4241" y="6029"/>
                    <a:pt x="4421" y="6209"/>
                    <a:pt x="4421" y="6431"/>
                  </a:cubicBezTo>
                  <a:cubicBezTo>
                    <a:pt x="4421" y="6653"/>
                    <a:pt x="4241" y="6833"/>
                    <a:pt x="4019" y="6833"/>
                  </a:cubicBezTo>
                  <a:lnTo>
                    <a:pt x="3215" y="6833"/>
                  </a:lnTo>
                  <a:cubicBezTo>
                    <a:pt x="2993" y="6833"/>
                    <a:pt x="2813" y="6653"/>
                    <a:pt x="2813" y="6431"/>
                  </a:cubicBezTo>
                  <a:cubicBezTo>
                    <a:pt x="2813" y="6209"/>
                    <a:pt x="2993" y="6029"/>
                    <a:pt x="3215" y="6029"/>
                  </a:cubicBezTo>
                  <a:close/>
                  <a:moveTo>
                    <a:pt x="2813" y="2411"/>
                  </a:moveTo>
                  <a:cubicBezTo>
                    <a:pt x="2813" y="2189"/>
                    <a:pt x="2993" y="2009"/>
                    <a:pt x="3215" y="2009"/>
                  </a:cubicBezTo>
                  <a:lnTo>
                    <a:pt x="6029" y="2009"/>
                  </a:lnTo>
                  <a:cubicBezTo>
                    <a:pt x="6251" y="2009"/>
                    <a:pt x="6431" y="2189"/>
                    <a:pt x="6431" y="2411"/>
                  </a:cubicBezTo>
                  <a:cubicBezTo>
                    <a:pt x="6431" y="2633"/>
                    <a:pt x="6251" y="2813"/>
                    <a:pt x="6029" y="2813"/>
                  </a:cubicBezTo>
                  <a:lnTo>
                    <a:pt x="3215" y="2813"/>
                  </a:lnTo>
                  <a:cubicBezTo>
                    <a:pt x="2993" y="2813"/>
                    <a:pt x="2813" y="2633"/>
                    <a:pt x="2813" y="2411"/>
                  </a:cubicBezTo>
                  <a:close/>
                  <a:moveTo>
                    <a:pt x="4622" y="4823"/>
                  </a:moveTo>
                  <a:lnTo>
                    <a:pt x="3215" y="4823"/>
                  </a:lnTo>
                  <a:cubicBezTo>
                    <a:pt x="2993" y="4823"/>
                    <a:pt x="2813" y="4643"/>
                    <a:pt x="2813" y="4421"/>
                  </a:cubicBezTo>
                  <a:cubicBezTo>
                    <a:pt x="2813" y="4199"/>
                    <a:pt x="2993" y="4019"/>
                    <a:pt x="3215" y="4019"/>
                  </a:cubicBezTo>
                  <a:lnTo>
                    <a:pt x="4622" y="4019"/>
                  </a:lnTo>
                  <a:cubicBezTo>
                    <a:pt x="4844" y="4019"/>
                    <a:pt x="5024" y="4199"/>
                    <a:pt x="5024" y="4421"/>
                  </a:cubicBezTo>
                  <a:cubicBezTo>
                    <a:pt x="5024" y="4643"/>
                    <a:pt x="4844" y="4823"/>
                    <a:pt x="4622" y="4823"/>
                  </a:cubicBezTo>
                  <a:close/>
                  <a:moveTo>
                    <a:pt x="7938" y="804"/>
                  </a:moveTo>
                  <a:cubicBezTo>
                    <a:pt x="7902" y="804"/>
                    <a:pt x="7869" y="794"/>
                    <a:pt x="7837" y="783"/>
                  </a:cubicBezTo>
                  <a:lnTo>
                    <a:pt x="7837" y="804"/>
                  </a:lnTo>
                  <a:lnTo>
                    <a:pt x="7781" y="804"/>
                  </a:lnTo>
                  <a:cubicBezTo>
                    <a:pt x="7712" y="684"/>
                    <a:pt x="7584" y="603"/>
                    <a:pt x="7435" y="603"/>
                  </a:cubicBezTo>
                  <a:lnTo>
                    <a:pt x="1004" y="603"/>
                  </a:lnTo>
                  <a:cubicBezTo>
                    <a:pt x="782" y="603"/>
                    <a:pt x="602" y="783"/>
                    <a:pt x="602" y="1004"/>
                  </a:cubicBezTo>
                  <a:lnTo>
                    <a:pt x="602" y="7838"/>
                  </a:lnTo>
                  <a:cubicBezTo>
                    <a:pt x="602" y="8060"/>
                    <a:pt x="782" y="8239"/>
                    <a:pt x="1004" y="8239"/>
                  </a:cubicBezTo>
                  <a:lnTo>
                    <a:pt x="7435" y="8239"/>
                  </a:lnTo>
                  <a:cubicBezTo>
                    <a:pt x="7657" y="8239"/>
                    <a:pt x="7837" y="8060"/>
                    <a:pt x="7837" y="7838"/>
                  </a:cubicBezTo>
                  <a:lnTo>
                    <a:pt x="7837" y="5627"/>
                  </a:lnTo>
                  <a:lnTo>
                    <a:pt x="7858" y="5627"/>
                  </a:lnTo>
                  <a:cubicBezTo>
                    <a:pt x="7846" y="5595"/>
                    <a:pt x="7837" y="5562"/>
                    <a:pt x="7837" y="5526"/>
                  </a:cubicBezTo>
                  <a:cubicBezTo>
                    <a:pt x="7837" y="5360"/>
                    <a:pt x="7972" y="5225"/>
                    <a:pt x="8139" y="5225"/>
                  </a:cubicBezTo>
                  <a:cubicBezTo>
                    <a:pt x="8305" y="5225"/>
                    <a:pt x="8440" y="5360"/>
                    <a:pt x="8440" y="5526"/>
                  </a:cubicBezTo>
                  <a:cubicBezTo>
                    <a:pt x="8440" y="5562"/>
                    <a:pt x="8431" y="5595"/>
                    <a:pt x="8420" y="5627"/>
                  </a:cubicBezTo>
                  <a:lnTo>
                    <a:pt x="8440" y="5627"/>
                  </a:lnTo>
                  <a:lnTo>
                    <a:pt x="8440" y="7838"/>
                  </a:lnTo>
                  <a:cubicBezTo>
                    <a:pt x="8440" y="8392"/>
                    <a:pt x="7990" y="8842"/>
                    <a:pt x="7435" y="8842"/>
                  </a:cubicBezTo>
                  <a:lnTo>
                    <a:pt x="1004" y="8842"/>
                  </a:lnTo>
                  <a:cubicBezTo>
                    <a:pt x="449" y="8842"/>
                    <a:pt x="0" y="8392"/>
                    <a:pt x="0" y="7838"/>
                  </a:cubicBezTo>
                  <a:lnTo>
                    <a:pt x="0" y="1004"/>
                  </a:lnTo>
                  <a:cubicBezTo>
                    <a:pt x="0" y="449"/>
                    <a:pt x="449" y="0"/>
                    <a:pt x="1004" y="0"/>
                  </a:cubicBezTo>
                  <a:lnTo>
                    <a:pt x="7435" y="0"/>
                  </a:lnTo>
                  <a:cubicBezTo>
                    <a:pt x="7686" y="0"/>
                    <a:pt x="7913" y="94"/>
                    <a:pt x="8088" y="246"/>
                  </a:cubicBezTo>
                  <a:cubicBezTo>
                    <a:pt x="8139" y="277"/>
                    <a:pt x="8182" y="319"/>
                    <a:pt x="8208" y="373"/>
                  </a:cubicBezTo>
                  <a:cubicBezTo>
                    <a:pt x="8216" y="383"/>
                    <a:pt x="8227" y="391"/>
                    <a:pt x="8235" y="402"/>
                  </a:cubicBezTo>
                  <a:lnTo>
                    <a:pt x="8219" y="402"/>
                  </a:lnTo>
                  <a:cubicBezTo>
                    <a:pt x="8231" y="433"/>
                    <a:pt x="8239" y="466"/>
                    <a:pt x="8239" y="502"/>
                  </a:cubicBezTo>
                  <a:cubicBezTo>
                    <a:pt x="8239" y="668"/>
                    <a:pt x="8104" y="804"/>
                    <a:pt x="7938" y="8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3" name="instructor-giving-a-lecture-with-circular-graphic-on-screen_43194">
              <a:extLst>
                <a:ext uri="{FF2B5EF4-FFF2-40B4-BE49-F238E27FC236}">
                  <a16:creationId xmlns:a16="http://schemas.microsoft.com/office/drawing/2014/main" id="{54405246-CCE2-4201-BBB1-D3F3EB6E740D}"/>
                </a:ext>
              </a:extLst>
            </p:cNvPr>
            <p:cNvSpPr/>
            <p:nvPr/>
          </p:nvSpPr>
          <p:spPr>
            <a:xfrm>
              <a:off x="7439294" y="4376954"/>
              <a:ext cx="201665" cy="185738"/>
            </a:xfrm>
            <a:custGeom>
              <a:avLst/>
              <a:gdLst>
                <a:gd name="T0" fmla="*/ 6630 w 9601"/>
                <a:gd name="T1" fmla="*/ 6215 h 8842"/>
                <a:gd name="T2" fmla="*/ 6552 w 9601"/>
                <a:gd name="T3" fmla="*/ 6294 h 8842"/>
                <a:gd name="T4" fmla="*/ 5222 w 9601"/>
                <a:gd name="T5" fmla="*/ 6795 h 8842"/>
                <a:gd name="T6" fmla="*/ 5249 w 9601"/>
                <a:gd name="T7" fmla="*/ 5423 h 8842"/>
                <a:gd name="T8" fmla="*/ 5274 w 9601"/>
                <a:gd name="T9" fmla="*/ 5318 h 8842"/>
                <a:gd name="T10" fmla="*/ 8324 w 9601"/>
                <a:gd name="T11" fmla="*/ 1081 h 8842"/>
                <a:gd name="T12" fmla="*/ 9445 w 9601"/>
                <a:gd name="T13" fmla="*/ 1925 h 8842"/>
                <a:gd name="T14" fmla="*/ 9497 w 9601"/>
                <a:gd name="T15" fmla="*/ 2189 h 8842"/>
                <a:gd name="T16" fmla="*/ 7874 w 9601"/>
                <a:gd name="T17" fmla="*/ 2407 h 8842"/>
                <a:gd name="T18" fmla="*/ 5594 w 9601"/>
                <a:gd name="T19" fmla="*/ 6310 h 8842"/>
                <a:gd name="T20" fmla="*/ 8578 w 9601"/>
                <a:gd name="T21" fmla="*/ 2918 h 8842"/>
                <a:gd name="T22" fmla="*/ 8797 w 9601"/>
                <a:gd name="T23" fmla="*/ 2610 h 8842"/>
                <a:gd name="T24" fmla="*/ 8414 w 9601"/>
                <a:gd name="T25" fmla="*/ 1665 h 8842"/>
                <a:gd name="T26" fmla="*/ 1808 w 9601"/>
                <a:gd name="T27" fmla="*/ 6833 h 8842"/>
                <a:gd name="T28" fmla="*/ 1205 w 9601"/>
                <a:gd name="T29" fmla="*/ 6431 h 8842"/>
                <a:gd name="T30" fmla="*/ 1808 w 9601"/>
                <a:gd name="T31" fmla="*/ 6029 h 8842"/>
                <a:gd name="T32" fmla="*/ 1808 w 9601"/>
                <a:gd name="T33" fmla="*/ 6833 h 8842"/>
                <a:gd name="T34" fmla="*/ 1607 w 9601"/>
                <a:gd name="T35" fmla="*/ 2813 h 8842"/>
                <a:gd name="T36" fmla="*/ 1607 w 9601"/>
                <a:gd name="T37" fmla="*/ 2009 h 8842"/>
                <a:gd name="T38" fmla="*/ 2210 w 9601"/>
                <a:gd name="T39" fmla="*/ 2411 h 8842"/>
                <a:gd name="T40" fmla="*/ 1808 w 9601"/>
                <a:gd name="T41" fmla="*/ 4823 h 8842"/>
                <a:gd name="T42" fmla="*/ 1205 w 9601"/>
                <a:gd name="T43" fmla="*/ 4421 h 8842"/>
                <a:gd name="T44" fmla="*/ 1808 w 9601"/>
                <a:gd name="T45" fmla="*/ 4019 h 8842"/>
                <a:gd name="T46" fmla="*/ 1808 w 9601"/>
                <a:gd name="T47" fmla="*/ 4823 h 8842"/>
                <a:gd name="T48" fmla="*/ 4019 w 9601"/>
                <a:gd name="T49" fmla="*/ 6029 h 8842"/>
                <a:gd name="T50" fmla="*/ 4019 w 9601"/>
                <a:gd name="T51" fmla="*/ 6833 h 8842"/>
                <a:gd name="T52" fmla="*/ 2813 w 9601"/>
                <a:gd name="T53" fmla="*/ 6431 h 8842"/>
                <a:gd name="T54" fmla="*/ 2813 w 9601"/>
                <a:gd name="T55" fmla="*/ 2411 h 8842"/>
                <a:gd name="T56" fmla="*/ 6029 w 9601"/>
                <a:gd name="T57" fmla="*/ 2009 h 8842"/>
                <a:gd name="T58" fmla="*/ 6029 w 9601"/>
                <a:gd name="T59" fmla="*/ 2813 h 8842"/>
                <a:gd name="T60" fmla="*/ 2813 w 9601"/>
                <a:gd name="T61" fmla="*/ 2411 h 8842"/>
                <a:gd name="T62" fmla="*/ 3215 w 9601"/>
                <a:gd name="T63" fmla="*/ 4823 h 8842"/>
                <a:gd name="T64" fmla="*/ 3215 w 9601"/>
                <a:gd name="T65" fmla="*/ 4019 h 8842"/>
                <a:gd name="T66" fmla="*/ 5024 w 9601"/>
                <a:gd name="T67" fmla="*/ 4421 h 8842"/>
                <a:gd name="T68" fmla="*/ 7938 w 9601"/>
                <a:gd name="T69" fmla="*/ 804 h 8842"/>
                <a:gd name="T70" fmla="*/ 7837 w 9601"/>
                <a:gd name="T71" fmla="*/ 804 h 8842"/>
                <a:gd name="T72" fmla="*/ 7435 w 9601"/>
                <a:gd name="T73" fmla="*/ 603 h 8842"/>
                <a:gd name="T74" fmla="*/ 602 w 9601"/>
                <a:gd name="T75" fmla="*/ 1004 h 8842"/>
                <a:gd name="T76" fmla="*/ 1004 w 9601"/>
                <a:gd name="T77" fmla="*/ 8239 h 8842"/>
                <a:gd name="T78" fmla="*/ 7837 w 9601"/>
                <a:gd name="T79" fmla="*/ 7838 h 8842"/>
                <a:gd name="T80" fmla="*/ 7858 w 9601"/>
                <a:gd name="T81" fmla="*/ 5627 h 8842"/>
                <a:gd name="T82" fmla="*/ 8139 w 9601"/>
                <a:gd name="T83" fmla="*/ 5225 h 8842"/>
                <a:gd name="T84" fmla="*/ 8420 w 9601"/>
                <a:gd name="T85" fmla="*/ 5627 h 8842"/>
                <a:gd name="T86" fmla="*/ 8440 w 9601"/>
                <a:gd name="T87" fmla="*/ 7838 h 8842"/>
                <a:gd name="T88" fmla="*/ 1004 w 9601"/>
                <a:gd name="T89" fmla="*/ 8842 h 8842"/>
                <a:gd name="T90" fmla="*/ 0 w 9601"/>
                <a:gd name="T91" fmla="*/ 1004 h 8842"/>
                <a:gd name="T92" fmla="*/ 7435 w 9601"/>
                <a:gd name="T93" fmla="*/ 0 h 8842"/>
                <a:gd name="T94" fmla="*/ 8208 w 9601"/>
                <a:gd name="T95" fmla="*/ 373 h 8842"/>
                <a:gd name="T96" fmla="*/ 8219 w 9601"/>
                <a:gd name="T97" fmla="*/ 402 h 8842"/>
                <a:gd name="T98" fmla="*/ 7938 w 9601"/>
                <a:gd name="T99" fmla="*/ 804 h 8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1" h="8842">
                  <a:moveTo>
                    <a:pt x="9497" y="2189"/>
                  </a:moveTo>
                  <a:lnTo>
                    <a:pt x="6630" y="6215"/>
                  </a:lnTo>
                  <a:lnTo>
                    <a:pt x="6604" y="6267"/>
                  </a:lnTo>
                  <a:lnTo>
                    <a:pt x="6552" y="6294"/>
                  </a:lnTo>
                  <a:lnTo>
                    <a:pt x="5483" y="6689"/>
                  </a:lnTo>
                  <a:lnTo>
                    <a:pt x="5222" y="6795"/>
                  </a:lnTo>
                  <a:lnTo>
                    <a:pt x="5222" y="6531"/>
                  </a:lnTo>
                  <a:lnTo>
                    <a:pt x="5249" y="5423"/>
                  </a:lnTo>
                  <a:lnTo>
                    <a:pt x="5249" y="5371"/>
                  </a:lnTo>
                  <a:lnTo>
                    <a:pt x="5274" y="5318"/>
                  </a:lnTo>
                  <a:lnTo>
                    <a:pt x="8220" y="1239"/>
                  </a:lnTo>
                  <a:lnTo>
                    <a:pt x="8324" y="1081"/>
                  </a:lnTo>
                  <a:lnTo>
                    <a:pt x="8480" y="1187"/>
                  </a:lnTo>
                  <a:lnTo>
                    <a:pt x="9445" y="1925"/>
                  </a:lnTo>
                  <a:lnTo>
                    <a:pt x="9601" y="2031"/>
                  </a:lnTo>
                  <a:lnTo>
                    <a:pt x="9497" y="2189"/>
                  </a:lnTo>
                  <a:close/>
                  <a:moveTo>
                    <a:pt x="8578" y="2918"/>
                  </a:moveTo>
                  <a:lnTo>
                    <a:pt x="7874" y="2407"/>
                  </a:lnTo>
                  <a:lnTo>
                    <a:pt x="5612" y="5511"/>
                  </a:lnTo>
                  <a:lnTo>
                    <a:pt x="5594" y="6310"/>
                  </a:lnTo>
                  <a:lnTo>
                    <a:pt x="6366" y="6024"/>
                  </a:lnTo>
                  <a:lnTo>
                    <a:pt x="8578" y="2918"/>
                  </a:lnTo>
                  <a:close/>
                  <a:moveTo>
                    <a:pt x="8097" y="2101"/>
                  </a:moveTo>
                  <a:lnTo>
                    <a:pt x="8797" y="2610"/>
                  </a:lnTo>
                  <a:lnTo>
                    <a:pt x="9098" y="2188"/>
                  </a:lnTo>
                  <a:lnTo>
                    <a:pt x="8414" y="1665"/>
                  </a:lnTo>
                  <a:lnTo>
                    <a:pt x="8097" y="2101"/>
                  </a:lnTo>
                  <a:close/>
                  <a:moveTo>
                    <a:pt x="1808" y="6833"/>
                  </a:moveTo>
                  <a:lnTo>
                    <a:pt x="1607" y="6833"/>
                  </a:lnTo>
                  <a:cubicBezTo>
                    <a:pt x="1385" y="6833"/>
                    <a:pt x="1205" y="6653"/>
                    <a:pt x="1205" y="6431"/>
                  </a:cubicBezTo>
                  <a:cubicBezTo>
                    <a:pt x="1205" y="6209"/>
                    <a:pt x="1385" y="6029"/>
                    <a:pt x="1607" y="6029"/>
                  </a:cubicBezTo>
                  <a:lnTo>
                    <a:pt x="1808" y="6029"/>
                  </a:lnTo>
                  <a:cubicBezTo>
                    <a:pt x="2030" y="6029"/>
                    <a:pt x="2210" y="6209"/>
                    <a:pt x="2210" y="6431"/>
                  </a:cubicBezTo>
                  <a:cubicBezTo>
                    <a:pt x="2210" y="6653"/>
                    <a:pt x="2030" y="6833"/>
                    <a:pt x="1808" y="6833"/>
                  </a:cubicBezTo>
                  <a:close/>
                  <a:moveTo>
                    <a:pt x="1808" y="2813"/>
                  </a:moveTo>
                  <a:lnTo>
                    <a:pt x="1607" y="2813"/>
                  </a:lnTo>
                  <a:cubicBezTo>
                    <a:pt x="1385" y="2813"/>
                    <a:pt x="1205" y="2633"/>
                    <a:pt x="1205" y="2411"/>
                  </a:cubicBezTo>
                  <a:cubicBezTo>
                    <a:pt x="1205" y="2189"/>
                    <a:pt x="1385" y="2009"/>
                    <a:pt x="1607" y="2009"/>
                  </a:cubicBezTo>
                  <a:lnTo>
                    <a:pt x="1808" y="2009"/>
                  </a:lnTo>
                  <a:cubicBezTo>
                    <a:pt x="2030" y="2009"/>
                    <a:pt x="2210" y="2189"/>
                    <a:pt x="2210" y="2411"/>
                  </a:cubicBezTo>
                  <a:cubicBezTo>
                    <a:pt x="2210" y="2633"/>
                    <a:pt x="2030" y="2813"/>
                    <a:pt x="1808" y="2813"/>
                  </a:cubicBezTo>
                  <a:close/>
                  <a:moveTo>
                    <a:pt x="1808" y="4823"/>
                  </a:moveTo>
                  <a:lnTo>
                    <a:pt x="1607" y="4823"/>
                  </a:lnTo>
                  <a:cubicBezTo>
                    <a:pt x="1385" y="4823"/>
                    <a:pt x="1205" y="4643"/>
                    <a:pt x="1205" y="4421"/>
                  </a:cubicBezTo>
                  <a:cubicBezTo>
                    <a:pt x="1205" y="4199"/>
                    <a:pt x="1385" y="4019"/>
                    <a:pt x="1607" y="4019"/>
                  </a:cubicBezTo>
                  <a:lnTo>
                    <a:pt x="1808" y="4019"/>
                  </a:lnTo>
                  <a:cubicBezTo>
                    <a:pt x="2030" y="4019"/>
                    <a:pt x="2210" y="4199"/>
                    <a:pt x="2210" y="4421"/>
                  </a:cubicBezTo>
                  <a:cubicBezTo>
                    <a:pt x="2210" y="4643"/>
                    <a:pt x="2030" y="4823"/>
                    <a:pt x="1808" y="4823"/>
                  </a:cubicBezTo>
                  <a:close/>
                  <a:moveTo>
                    <a:pt x="3215" y="6029"/>
                  </a:moveTo>
                  <a:lnTo>
                    <a:pt x="4019" y="6029"/>
                  </a:lnTo>
                  <a:cubicBezTo>
                    <a:pt x="4241" y="6029"/>
                    <a:pt x="4421" y="6209"/>
                    <a:pt x="4421" y="6431"/>
                  </a:cubicBezTo>
                  <a:cubicBezTo>
                    <a:pt x="4421" y="6653"/>
                    <a:pt x="4241" y="6833"/>
                    <a:pt x="4019" y="6833"/>
                  </a:cubicBezTo>
                  <a:lnTo>
                    <a:pt x="3215" y="6833"/>
                  </a:lnTo>
                  <a:cubicBezTo>
                    <a:pt x="2993" y="6833"/>
                    <a:pt x="2813" y="6653"/>
                    <a:pt x="2813" y="6431"/>
                  </a:cubicBezTo>
                  <a:cubicBezTo>
                    <a:pt x="2813" y="6209"/>
                    <a:pt x="2993" y="6029"/>
                    <a:pt x="3215" y="6029"/>
                  </a:cubicBezTo>
                  <a:close/>
                  <a:moveTo>
                    <a:pt x="2813" y="2411"/>
                  </a:moveTo>
                  <a:cubicBezTo>
                    <a:pt x="2813" y="2189"/>
                    <a:pt x="2993" y="2009"/>
                    <a:pt x="3215" y="2009"/>
                  </a:cubicBezTo>
                  <a:lnTo>
                    <a:pt x="6029" y="2009"/>
                  </a:lnTo>
                  <a:cubicBezTo>
                    <a:pt x="6251" y="2009"/>
                    <a:pt x="6431" y="2189"/>
                    <a:pt x="6431" y="2411"/>
                  </a:cubicBezTo>
                  <a:cubicBezTo>
                    <a:pt x="6431" y="2633"/>
                    <a:pt x="6251" y="2813"/>
                    <a:pt x="6029" y="2813"/>
                  </a:cubicBezTo>
                  <a:lnTo>
                    <a:pt x="3215" y="2813"/>
                  </a:lnTo>
                  <a:cubicBezTo>
                    <a:pt x="2993" y="2813"/>
                    <a:pt x="2813" y="2633"/>
                    <a:pt x="2813" y="2411"/>
                  </a:cubicBezTo>
                  <a:close/>
                  <a:moveTo>
                    <a:pt x="4622" y="4823"/>
                  </a:moveTo>
                  <a:lnTo>
                    <a:pt x="3215" y="4823"/>
                  </a:lnTo>
                  <a:cubicBezTo>
                    <a:pt x="2993" y="4823"/>
                    <a:pt x="2813" y="4643"/>
                    <a:pt x="2813" y="4421"/>
                  </a:cubicBezTo>
                  <a:cubicBezTo>
                    <a:pt x="2813" y="4199"/>
                    <a:pt x="2993" y="4019"/>
                    <a:pt x="3215" y="4019"/>
                  </a:cubicBezTo>
                  <a:lnTo>
                    <a:pt x="4622" y="4019"/>
                  </a:lnTo>
                  <a:cubicBezTo>
                    <a:pt x="4844" y="4019"/>
                    <a:pt x="5024" y="4199"/>
                    <a:pt x="5024" y="4421"/>
                  </a:cubicBezTo>
                  <a:cubicBezTo>
                    <a:pt x="5024" y="4643"/>
                    <a:pt x="4844" y="4823"/>
                    <a:pt x="4622" y="4823"/>
                  </a:cubicBezTo>
                  <a:close/>
                  <a:moveTo>
                    <a:pt x="7938" y="804"/>
                  </a:moveTo>
                  <a:cubicBezTo>
                    <a:pt x="7902" y="804"/>
                    <a:pt x="7869" y="794"/>
                    <a:pt x="7837" y="783"/>
                  </a:cubicBezTo>
                  <a:lnTo>
                    <a:pt x="7837" y="804"/>
                  </a:lnTo>
                  <a:lnTo>
                    <a:pt x="7781" y="804"/>
                  </a:lnTo>
                  <a:cubicBezTo>
                    <a:pt x="7712" y="684"/>
                    <a:pt x="7584" y="603"/>
                    <a:pt x="7435" y="603"/>
                  </a:cubicBezTo>
                  <a:lnTo>
                    <a:pt x="1004" y="603"/>
                  </a:lnTo>
                  <a:cubicBezTo>
                    <a:pt x="782" y="603"/>
                    <a:pt x="602" y="783"/>
                    <a:pt x="602" y="1004"/>
                  </a:cubicBezTo>
                  <a:lnTo>
                    <a:pt x="602" y="7838"/>
                  </a:lnTo>
                  <a:cubicBezTo>
                    <a:pt x="602" y="8060"/>
                    <a:pt x="782" y="8239"/>
                    <a:pt x="1004" y="8239"/>
                  </a:cubicBezTo>
                  <a:lnTo>
                    <a:pt x="7435" y="8239"/>
                  </a:lnTo>
                  <a:cubicBezTo>
                    <a:pt x="7657" y="8239"/>
                    <a:pt x="7837" y="8060"/>
                    <a:pt x="7837" y="7838"/>
                  </a:cubicBezTo>
                  <a:lnTo>
                    <a:pt x="7837" y="5627"/>
                  </a:lnTo>
                  <a:lnTo>
                    <a:pt x="7858" y="5627"/>
                  </a:lnTo>
                  <a:cubicBezTo>
                    <a:pt x="7846" y="5595"/>
                    <a:pt x="7837" y="5562"/>
                    <a:pt x="7837" y="5526"/>
                  </a:cubicBezTo>
                  <a:cubicBezTo>
                    <a:pt x="7837" y="5360"/>
                    <a:pt x="7972" y="5225"/>
                    <a:pt x="8139" y="5225"/>
                  </a:cubicBezTo>
                  <a:cubicBezTo>
                    <a:pt x="8305" y="5225"/>
                    <a:pt x="8440" y="5360"/>
                    <a:pt x="8440" y="5526"/>
                  </a:cubicBezTo>
                  <a:cubicBezTo>
                    <a:pt x="8440" y="5562"/>
                    <a:pt x="8431" y="5595"/>
                    <a:pt x="8420" y="5627"/>
                  </a:cubicBezTo>
                  <a:lnTo>
                    <a:pt x="8440" y="5627"/>
                  </a:lnTo>
                  <a:lnTo>
                    <a:pt x="8440" y="7838"/>
                  </a:lnTo>
                  <a:cubicBezTo>
                    <a:pt x="8440" y="8392"/>
                    <a:pt x="7990" y="8842"/>
                    <a:pt x="7435" y="8842"/>
                  </a:cubicBezTo>
                  <a:lnTo>
                    <a:pt x="1004" y="8842"/>
                  </a:lnTo>
                  <a:cubicBezTo>
                    <a:pt x="449" y="8842"/>
                    <a:pt x="0" y="8392"/>
                    <a:pt x="0" y="7838"/>
                  </a:cubicBezTo>
                  <a:lnTo>
                    <a:pt x="0" y="1004"/>
                  </a:lnTo>
                  <a:cubicBezTo>
                    <a:pt x="0" y="449"/>
                    <a:pt x="449" y="0"/>
                    <a:pt x="1004" y="0"/>
                  </a:cubicBezTo>
                  <a:lnTo>
                    <a:pt x="7435" y="0"/>
                  </a:lnTo>
                  <a:cubicBezTo>
                    <a:pt x="7686" y="0"/>
                    <a:pt x="7913" y="94"/>
                    <a:pt x="8088" y="246"/>
                  </a:cubicBezTo>
                  <a:cubicBezTo>
                    <a:pt x="8139" y="277"/>
                    <a:pt x="8182" y="319"/>
                    <a:pt x="8208" y="373"/>
                  </a:cubicBezTo>
                  <a:cubicBezTo>
                    <a:pt x="8216" y="383"/>
                    <a:pt x="8227" y="391"/>
                    <a:pt x="8235" y="402"/>
                  </a:cubicBezTo>
                  <a:lnTo>
                    <a:pt x="8219" y="402"/>
                  </a:lnTo>
                  <a:cubicBezTo>
                    <a:pt x="8231" y="433"/>
                    <a:pt x="8239" y="466"/>
                    <a:pt x="8239" y="502"/>
                  </a:cubicBezTo>
                  <a:cubicBezTo>
                    <a:pt x="8239" y="668"/>
                    <a:pt x="8104" y="804"/>
                    <a:pt x="7938" y="8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591777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47"/>
          <p:cNvSpPr/>
          <p:nvPr/>
        </p:nvSpPr>
        <p:spPr>
          <a:xfrm>
            <a:off x="1282899" y="2369511"/>
            <a:ext cx="4173252" cy="1501775"/>
          </a:xfrm>
          <a:prstGeom prst="roundRect">
            <a:avLst>
              <a:gd name="adj" fmla="val 1816"/>
            </a:avLst>
          </a:prstGeom>
          <a:solidFill>
            <a:schemeClr val="bg1"/>
          </a:solidFill>
          <a:ln>
            <a:noFill/>
          </a:ln>
          <a:effectLst>
            <a:outerShdw blurRad="304800" dist="215900" dir="5400000" sx="92000" sy="92000" algn="t" rotWithShape="0">
              <a:schemeClr val="bg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71464" y="2345383"/>
            <a:ext cx="4196122" cy="64880"/>
          </a:xfrm>
          <a:prstGeom prst="rect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矩形: 圆角 51"/>
          <p:cNvSpPr/>
          <p:nvPr/>
        </p:nvSpPr>
        <p:spPr>
          <a:xfrm>
            <a:off x="1282899" y="4138930"/>
            <a:ext cx="4173252" cy="1501775"/>
          </a:xfrm>
          <a:prstGeom prst="roundRect">
            <a:avLst>
              <a:gd name="adj" fmla="val 1816"/>
            </a:avLst>
          </a:prstGeom>
          <a:solidFill>
            <a:schemeClr val="bg1"/>
          </a:solidFill>
          <a:ln>
            <a:noFill/>
          </a:ln>
          <a:effectLst>
            <a:outerShdw blurRad="304800" dist="215900" dir="5400000" sx="92000" sy="92000" algn="t" rotWithShape="0">
              <a:schemeClr val="bg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71464" y="4114802"/>
            <a:ext cx="4196122" cy="63340"/>
          </a:xfrm>
          <a:prstGeom prst="rect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矩形: 圆角 54"/>
          <p:cNvSpPr/>
          <p:nvPr/>
        </p:nvSpPr>
        <p:spPr>
          <a:xfrm>
            <a:off x="6851365" y="2369511"/>
            <a:ext cx="4173252" cy="1501775"/>
          </a:xfrm>
          <a:prstGeom prst="roundRect">
            <a:avLst>
              <a:gd name="adj" fmla="val 1816"/>
            </a:avLst>
          </a:prstGeom>
          <a:solidFill>
            <a:schemeClr val="bg1"/>
          </a:solidFill>
          <a:ln>
            <a:noFill/>
          </a:ln>
          <a:effectLst>
            <a:outerShdw blurRad="304800" dist="215900" dir="5400000" sx="92000" sy="92000" algn="t" rotWithShape="0">
              <a:schemeClr val="bg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9930" y="2345383"/>
            <a:ext cx="4196122" cy="72749"/>
          </a:xfrm>
          <a:prstGeom prst="rect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矩形: 圆角 57"/>
          <p:cNvSpPr/>
          <p:nvPr/>
        </p:nvSpPr>
        <p:spPr>
          <a:xfrm>
            <a:off x="6851365" y="4138930"/>
            <a:ext cx="4173252" cy="1501775"/>
          </a:xfrm>
          <a:prstGeom prst="roundRect">
            <a:avLst>
              <a:gd name="adj" fmla="val 1816"/>
            </a:avLst>
          </a:prstGeom>
          <a:solidFill>
            <a:schemeClr val="bg1"/>
          </a:solidFill>
          <a:ln>
            <a:noFill/>
          </a:ln>
          <a:effectLst>
            <a:outerShdw blurRad="304800" dist="215900" dir="5400000" sx="92000" sy="92000" algn="t" rotWithShape="0">
              <a:schemeClr val="bg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39930" y="4114802"/>
            <a:ext cx="4196122" cy="63340"/>
          </a:xfrm>
          <a:prstGeom prst="rect">
            <a:avLst/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0132" y="2533559"/>
            <a:ext cx="997282" cy="37976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6" name="矩形 15"/>
          <p:cNvSpPr/>
          <p:nvPr/>
        </p:nvSpPr>
        <p:spPr>
          <a:xfrm>
            <a:off x="9886913" y="2533559"/>
            <a:ext cx="997282" cy="37976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7" name="矩形 16"/>
          <p:cNvSpPr/>
          <p:nvPr/>
        </p:nvSpPr>
        <p:spPr>
          <a:xfrm>
            <a:off x="1350132" y="4291779"/>
            <a:ext cx="997282" cy="37976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9886913" y="4291779"/>
            <a:ext cx="997282" cy="37976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9" name="任意多边形: 形状 71"/>
          <p:cNvSpPr/>
          <p:nvPr/>
        </p:nvSpPr>
        <p:spPr>
          <a:xfrm>
            <a:off x="4167714" y="2060848"/>
            <a:ext cx="3945309" cy="3943032"/>
          </a:xfrm>
          <a:custGeom>
            <a:avLst/>
            <a:gdLst>
              <a:gd name="connsiteX0" fmla="*/ 3247071 w 4332568"/>
              <a:gd name="connsiteY0" fmla="*/ 2201547 h 4330068"/>
              <a:gd name="connsiteX1" fmla="*/ 4332568 w 4332568"/>
              <a:gd name="connsiteY1" fmla="*/ 2201547 h 4330068"/>
              <a:gd name="connsiteX2" fmla="*/ 4324449 w 4332568"/>
              <a:gd name="connsiteY2" fmla="*/ 2373023 h 4330068"/>
              <a:gd name="connsiteX3" fmla="*/ 2387951 w 4332568"/>
              <a:gd name="connsiteY3" fmla="*/ 4321854 h 4330068"/>
              <a:gd name="connsiteX4" fmla="*/ 2225278 w 4332568"/>
              <a:gd name="connsiteY4" fmla="*/ 4330068 h 4330068"/>
              <a:gd name="connsiteX5" fmla="*/ 2225278 w 4332568"/>
              <a:gd name="connsiteY5" fmla="*/ 3243094 h 4330068"/>
              <a:gd name="connsiteX6" fmla="*/ 2384751 w 4332568"/>
              <a:gd name="connsiteY6" fmla="*/ 3227018 h 4330068"/>
              <a:gd name="connsiteX7" fmla="*/ 3233361 w 4332568"/>
              <a:gd name="connsiteY7" fmla="*/ 2356921 h 4330068"/>
              <a:gd name="connsiteX8" fmla="*/ 0 w 4332568"/>
              <a:gd name="connsiteY8" fmla="*/ 2201547 h 4330068"/>
              <a:gd name="connsiteX9" fmla="*/ 1085500 w 4332568"/>
              <a:gd name="connsiteY9" fmla="*/ 2201547 h 4330068"/>
              <a:gd name="connsiteX10" fmla="*/ 1099209 w 4332568"/>
              <a:gd name="connsiteY10" fmla="*/ 2356921 h 4330068"/>
              <a:gd name="connsiteX11" fmla="*/ 1947820 w 4332568"/>
              <a:gd name="connsiteY11" fmla="*/ 3227018 h 4330068"/>
              <a:gd name="connsiteX12" fmla="*/ 2107291 w 4332568"/>
              <a:gd name="connsiteY12" fmla="*/ 3243094 h 4330068"/>
              <a:gd name="connsiteX13" fmla="*/ 2107291 w 4332568"/>
              <a:gd name="connsiteY13" fmla="*/ 4330068 h 4330068"/>
              <a:gd name="connsiteX14" fmla="*/ 1944617 w 4332568"/>
              <a:gd name="connsiteY14" fmla="*/ 4321854 h 4330068"/>
              <a:gd name="connsiteX15" fmla="*/ 8119 w 4332568"/>
              <a:gd name="connsiteY15" fmla="*/ 2373023 h 4330068"/>
              <a:gd name="connsiteX16" fmla="*/ 2225278 w 4332568"/>
              <a:gd name="connsiteY16" fmla="*/ 0 h 4330068"/>
              <a:gd name="connsiteX17" fmla="*/ 2387951 w 4332568"/>
              <a:gd name="connsiteY17" fmla="*/ 8214 h 4330068"/>
              <a:gd name="connsiteX18" fmla="*/ 4324449 w 4332568"/>
              <a:gd name="connsiteY18" fmla="*/ 1957045 h 4330068"/>
              <a:gd name="connsiteX19" fmla="*/ 4330440 w 4332568"/>
              <a:gd name="connsiteY19" fmla="*/ 2083560 h 4330068"/>
              <a:gd name="connsiteX20" fmla="*/ 3243103 w 4332568"/>
              <a:gd name="connsiteY20" fmla="*/ 2083560 h 4330068"/>
              <a:gd name="connsiteX21" fmla="*/ 3233361 w 4332568"/>
              <a:gd name="connsiteY21" fmla="*/ 1973147 h 4330068"/>
              <a:gd name="connsiteX22" fmla="*/ 2384751 w 4332568"/>
              <a:gd name="connsiteY22" fmla="*/ 1103050 h 4330068"/>
              <a:gd name="connsiteX23" fmla="*/ 2225278 w 4332568"/>
              <a:gd name="connsiteY23" fmla="*/ 1086974 h 4330068"/>
              <a:gd name="connsiteX24" fmla="*/ 2107291 w 4332568"/>
              <a:gd name="connsiteY24" fmla="*/ 0 h 4330068"/>
              <a:gd name="connsiteX25" fmla="*/ 2107291 w 4332568"/>
              <a:gd name="connsiteY25" fmla="*/ 1086974 h 4330068"/>
              <a:gd name="connsiteX26" fmla="*/ 1947820 w 4332568"/>
              <a:gd name="connsiteY26" fmla="*/ 1103050 h 4330068"/>
              <a:gd name="connsiteX27" fmla="*/ 1099209 w 4332568"/>
              <a:gd name="connsiteY27" fmla="*/ 1973147 h 4330068"/>
              <a:gd name="connsiteX28" fmla="*/ 1089467 w 4332568"/>
              <a:gd name="connsiteY28" fmla="*/ 2083560 h 4330068"/>
              <a:gd name="connsiteX29" fmla="*/ 2129 w 4332568"/>
              <a:gd name="connsiteY29" fmla="*/ 2083560 h 4330068"/>
              <a:gd name="connsiteX30" fmla="*/ 8119 w 4332568"/>
              <a:gd name="connsiteY30" fmla="*/ 1957045 h 4330068"/>
              <a:gd name="connsiteX31" fmla="*/ 1944617 w 4332568"/>
              <a:gd name="connsiteY31" fmla="*/ 8214 h 433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332568" h="4330068">
                <a:moveTo>
                  <a:pt x="3247071" y="2201547"/>
                </a:moveTo>
                <a:lnTo>
                  <a:pt x="4332568" y="2201547"/>
                </a:lnTo>
                <a:lnTo>
                  <a:pt x="4324449" y="2373023"/>
                </a:lnTo>
                <a:cubicBezTo>
                  <a:pt x="4226720" y="3399796"/>
                  <a:pt x="3412858" y="4217769"/>
                  <a:pt x="2387951" y="4321854"/>
                </a:cubicBezTo>
                <a:lnTo>
                  <a:pt x="2225278" y="4330068"/>
                </a:lnTo>
                <a:lnTo>
                  <a:pt x="2225278" y="3243094"/>
                </a:lnTo>
                <a:lnTo>
                  <a:pt x="2384751" y="3227018"/>
                </a:lnTo>
                <a:cubicBezTo>
                  <a:pt x="2816969" y="3138574"/>
                  <a:pt x="3155486" y="2792895"/>
                  <a:pt x="3233361" y="2356921"/>
                </a:cubicBezTo>
                <a:close/>
                <a:moveTo>
                  <a:pt x="0" y="2201547"/>
                </a:moveTo>
                <a:lnTo>
                  <a:pt x="1085500" y="2201547"/>
                </a:lnTo>
                <a:lnTo>
                  <a:pt x="1099209" y="2356921"/>
                </a:lnTo>
                <a:cubicBezTo>
                  <a:pt x="1177085" y="2792895"/>
                  <a:pt x="1515602" y="3138574"/>
                  <a:pt x="1947820" y="3227018"/>
                </a:cubicBezTo>
                <a:lnTo>
                  <a:pt x="2107291" y="3243094"/>
                </a:lnTo>
                <a:lnTo>
                  <a:pt x="2107291" y="4330068"/>
                </a:lnTo>
                <a:lnTo>
                  <a:pt x="1944617" y="4321854"/>
                </a:lnTo>
                <a:cubicBezTo>
                  <a:pt x="919710" y="4217769"/>
                  <a:pt x="105848" y="3399796"/>
                  <a:pt x="8119" y="2373023"/>
                </a:cubicBezTo>
                <a:close/>
                <a:moveTo>
                  <a:pt x="2225278" y="0"/>
                </a:moveTo>
                <a:lnTo>
                  <a:pt x="2387951" y="8214"/>
                </a:lnTo>
                <a:cubicBezTo>
                  <a:pt x="3412858" y="112299"/>
                  <a:pt x="4226720" y="930273"/>
                  <a:pt x="4324449" y="1957045"/>
                </a:cubicBezTo>
                <a:lnTo>
                  <a:pt x="4330440" y="2083560"/>
                </a:lnTo>
                <a:lnTo>
                  <a:pt x="3243103" y="2083560"/>
                </a:lnTo>
                <a:lnTo>
                  <a:pt x="3233361" y="1973147"/>
                </a:lnTo>
                <a:cubicBezTo>
                  <a:pt x="3155486" y="1537173"/>
                  <a:pt x="2816969" y="1191495"/>
                  <a:pt x="2384751" y="1103050"/>
                </a:cubicBezTo>
                <a:lnTo>
                  <a:pt x="2225278" y="1086974"/>
                </a:lnTo>
                <a:close/>
                <a:moveTo>
                  <a:pt x="2107291" y="0"/>
                </a:moveTo>
                <a:lnTo>
                  <a:pt x="2107291" y="1086974"/>
                </a:lnTo>
                <a:lnTo>
                  <a:pt x="1947820" y="1103050"/>
                </a:lnTo>
                <a:cubicBezTo>
                  <a:pt x="1515602" y="1191495"/>
                  <a:pt x="1177085" y="1537173"/>
                  <a:pt x="1099209" y="1973147"/>
                </a:cubicBezTo>
                <a:lnTo>
                  <a:pt x="1089467" y="2083560"/>
                </a:lnTo>
                <a:lnTo>
                  <a:pt x="2129" y="2083560"/>
                </a:lnTo>
                <a:lnTo>
                  <a:pt x="8119" y="1957045"/>
                </a:lnTo>
                <a:cubicBezTo>
                  <a:pt x="105848" y="930273"/>
                  <a:pt x="919710" y="112299"/>
                  <a:pt x="1944617" y="8214"/>
                </a:cubicBezTo>
                <a:close/>
              </a:path>
            </a:pathLst>
          </a:custGeom>
          <a:solidFill>
            <a:srgbClr val="182863"/>
          </a:solidFill>
          <a:ln>
            <a:noFill/>
          </a:ln>
          <a:effectLst>
            <a:outerShdw blurRad="215900" sx="102000" sy="102000" algn="ctr" rotWithShape="0">
              <a:schemeClr val="bg2">
                <a:lumMod val="25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080361" y="2842285"/>
            <a:ext cx="2170211" cy="217021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429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04505" y="3029678"/>
            <a:ext cx="608996" cy="60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46516" y="3104505"/>
            <a:ext cx="608996" cy="60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773431" y="4843228"/>
            <a:ext cx="608996" cy="60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801716" y="4843228"/>
            <a:ext cx="608996" cy="60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196489" y="2958413"/>
            <a:ext cx="1937956" cy="1937956"/>
          </a:xfrm>
          <a:prstGeom prst="ellipse">
            <a:avLst/>
          </a:prstGeom>
          <a:noFill/>
          <a:ln>
            <a:solidFill>
              <a:srgbClr val="476DB9">
                <a:alpha val="36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6" name="hand-holding-a-japanese-yen-coin_21186"/>
          <p:cNvSpPr/>
          <p:nvPr/>
        </p:nvSpPr>
        <p:spPr>
          <a:xfrm>
            <a:off x="4764905" y="2671663"/>
            <a:ext cx="431584" cy="310792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037" h="437859">
                <a:moveTo>
                  <a:pt x="435614" y="275305"/>
                </a:moveTo>
                <a:cubicBezTo>
                  <a:pt x="437271" y="274359"/>
                  <a:pt x="439284" y="274596"/>
                  <a:pt x="440823" y="275778"/>
                </a:cubicBezTo>
                <a:cubicBezTo>
                  <a:pt x="448635" y="281809"/>
                  <a:pt x="457277" y="285948"/>
                  <a:pt x="466273" y="287959"/>
                </a:cubicBezTo>
                <a:cubicBezTo>
                  <a:pt x="467930" y="288313"/>
                  <a:pt x="469232" y="289496"/>
                  <a:pt x="469824" y="291033"/>
                </a:cubicBezTo>
                <a:lnTo>
                  <a:pt x="478939" y="315276"/>
                </a:lnTo>
                <a:lnTo>
                  <a:pt x="488172" y="291033"/>
                </a:lnTo>
                <a:cubicBezTo>
                  <a:pt x="488764" y="289496"/>
                  <a:pt x="490066" y="288313"/>
                  <a:pt x="491723" y="287959"/>
                </a:cubicBezTo>
                <a:cubicBezTo>
                  <a:pt x="500838" y="285948"/>
                  <a:pt x="509361" y="281809"/>
                  <a:pt x="517174" y="275778"/>
                </a:cubicBezTo>
                <a:cubicBezTo>
                  <a:pt x="518713" y="274596"/>
                  <a:pt x="520725" y="274359"/>
                  <a:pt x="522382" y="275305"/>
                </a:cubicBezTo>
                <a:cubicBezTo>
                  <a:pt x="529485" y="278971"/>
                  <a:pt x="564878" y="298247"/>
                  <a:pt x="573875" y="309954"/>
                </a:cubicBezTo>
                <a:cubicBezTo>
                  <a:pt x="591157" y="332423"/>
                  <a:pt x="603468" y="399829"/>
                  <a:pt x="607966" y="427738"/>
                </a:cubicBezTo>
                <a:cubicBezTo>
                  <a:pt x="608203" y="429157"/>
                  <a:pt x="607848" y="430694"/>
                  <a:pt x="606901" y="431758"/>
                </a:cubicBezTo>
                <a:cubicBezTo>
                  <a:pt x="605954" y="432823"/>
                  <a:pt x="604652" y="433414"/>
                  <a:pt x="603231" y="433414"/>
                </a:cubicBezTo>
                <a:lnTo>
                  <a:pt x="354765" y="433414"/>
                </a:lnTo>
                <a:cubicBezTo>
                  <a:pt x="353344" y="433414"/>
                  <a:pt x="352042" y="432823"/>
                  <a:pt x="351095" y="431758"/>
                </a:cubicBezTo>
                <a:cubicBezTo>
                  <a:pt x="350148" y="430694"/>
                  <a:pt x="349793" y="429157"/>
                  <a:pt x="350030" y="427738"/>
                </a:cubicBezTo>
                <a:cubicBezTo>
                  <a:pt x="354528" y="399829"/>
                  <a:pt x="366839" y="332423"/>
                  <a:pt x="384122" y="309954"/>
                </a:cubicBezTo>
                <a:cubicBezTo>
                  <a:pt x="393118" y="298247"/>
                  <a:pt x="428512" y="278971"/>
                  <a:pt x="435614" y="275305"/>
                </a:cubicBezTo>
                <a:close/>
                <a:moveTo>
                  <a:pt x="479051" y="123066"/>
                </a:moveTo>
                <a:cubicBezTo>
                  <a:pt x="542255" y="123066"/>
                  <a:pt x="548646" y="158180"/>
                  <a:pt x="548646" y="201334"/>
                </a:cubicBezTo>
                <a:cubicBezTo>
                  <a:pt x="548646" y="244607"/>
                  <a:pt x="517518" y="279721"/>
                  <a:pt x="479051" y="279721"/>
                </a:cubicBezTo>
                <a:cubicBezTo>
                  <a:pt x="440584" y="279721"/>
                  <a:pt x="409337" y="244607"/>
                  <a:pt x="409337" y="201334"/>
                </a:cubicBezTo>
                <a:cubicBezTo>
                  <a:pt x="409337" y="198852"/>
                  <a:pt x="409337" y="196369"/>
                  <a:pt x="409455" y="193886"/>
                </a:cubicBezTo>
                <a:cubicBezTo>
                  <a:pt x="405668" y="196723"/>
                  <a:pt x="402235" y="200389"/>
                  <a:pt x="400460" y="205000"/>
                </a:cubicBezTo>
                <a:cubicBezTo>
                  <a:pt x="397856" y="211502"/>
                  <a:pt x="399276" y="219305"/>
                  <a:pt x="404484" y="228173"/>
                </a:cubicBezTo>
                <a:cubicBezTo>
                  <a:pt x="406259" y="228646"/>
                  <a:pt x="407916" y="229710"/>
                  <a:pt x="408982" y="231365"/>
                </a:cubicBezTo>
                <a:lnTo>
                  <a:pt x="411822" y="235503"/>
                </a:lnTo>
                <a:cubicBezTo>
                  <a:pt x="413124" y="237276"/>
                  <a:pt x="413598" y="239405"/>
                  <a:pt x="413243" y="241651"/>
                </a:cubicBezTo>
                <a:cubicBezTo>
                  <a:pt x="412888" y="243779"/>
                  <a:pt x="411586" y="245671"/>
                  <a:pt x="409810" y="246853"/>
                </a:cubicBezTo>
                <a:cubicBezTo>
                  <a:pt x="408508" y="247799"/>
                  <a:pt x="406851" y="248390"/>
                  <a:pt x="405194" y="248390"/>
                </a:cubicBezTo>
                <a:cubicBezTo>
                  <a:pt x="402472" y="248390"/>
                  <a:pt x="399986" y="247090"/>
                  <a:pt x="398448" y="244843"/>
                </a:cubicBezTo>
                <a:lnTo>
                  <a:pt x="395489" y="240705"/>
                </a:lnTo>
                <a:cubicBezTo>
                  <a:pt x="394187" y="238695"/>
                  <a:pt x="393832" y="236331"/>
                  <a:pt x="394305" y="234202"/>
                </a:cubicBezTo>
                <a:cubicBezTo>
                  <a:pt x="387085" y="222143"/>
                  <a:pt x="385428" y="210793"/>
                  <a:pt x="389334" y="200625"/>
                </a:cubicBezTo>
                <a:cubicBezTo>
                  <a:pt x="393358" y="190221"/>
                  <a:pt x="402590" y="183482"/>
                  <a:pt x="410284" y="179344"/>
                </a:cubicBezTo>
                <a:cubicBezTo>
                  <a:pt x="413361" y="146830"/>
                  <a:pt x="426854" y="123066"/>
                  <a:pt x="479051" y="123066"/>
                </a:cubicBezTo>
                <a:close/>
                <a:moveTo>
                  <a:pt x="251377" y="87196"/>
                </a:moveTo>
                <a:cubicBezTo>
                  <a:pt x="255047" y="87078"/>
                  <a:pt x="258599" y="88970"/>
                  <a:pt x="260493" y="92162"/>
                </a:cubicBezTo>
                <a:lnTo>
                  <a:pt x="294826" y="150452"/>
                </a:lnTo>
                <a:lnTo>
                  <a:pt x="373554" y="150452"/>
                </a:lnTo>
                <a:cubicBezTo>
                  <a:pt x="379118" y="150452"/>
                  <a:pt x="383735" y="155063"/>
                  <a:pt x="383735" y="160738"/>
                </a:cubicBezTo>
                <a:cubicBezTo>
                  <a:pt x="383735" y="166414"/>
                  <a:pt x="379118" y="171025"/>
                  <a:pt x="373554" y="171025"/>
                </a:cubicBezTo>
                <a:lnTo>
                  <a:pt x="289025" y="171025"/>
                </a:lnTo>
                <a:cubicBezTo>
                  <a:pt x="285355" y="171025"/>
                  <a:pt x="281921" y="169015"/>
                  <a:pt x="280145" y="165941"/>
                </a:cubicBezTo>
                <a:lnTo>
                  <a:pt x="252206" y="118529"/>
                </a:lnTo>
                <a:lnTo>
                  <a:pt x="201773" y="214890"/>
                </a:lnTo>
                <a:cubicBezTo>
                  <a:pt x="200115" y="217964"/>
                  <a:pt x="197155" y="219974"/>
                  <a:pt x="193722" y="220329"/>
                </a:cubicBezTo>
                <a:cubicBezTo>
                  <a:pt x="193367" y="220329"/>
                  <a:pt x="193012" y="220447"/>
                  <a:pt x="192657" y="220447"/>
                </a:cubicBezTo>
                <a:cubicBezTo>
                  <a:pt x="189579" y="220447"/>
                  <a:pt x="186619" y="219028"/>
                  <a:pt x="184606" y="216545"/>
                </a:cubicBezTo>
                <a:lnTo>
                  <a:pt x="148261" y="171025"/>
                </a:lnTo>
                <a:lnTo>
                  <a:pt x="75926" y="171025"/>
                </a:lnTo>
                <a:cubicBezTo>
                  <a:pt x="70243" y="171025"/>
                  <a:pt x="65626" y="166414"/>
                  <a:pt x="65626" y="160738"/>
                </a:cubicBezTo>
                <a:cubicBezTo>
                  <a:pt x="65626" y="155063"/>
                  <a:pt x="70243" y="150452"/>
                  <a:pt x="75926" y="150452"/>
                </a:cubicBezTo>
                <a:lnTo>
                  <a:pt x="153233" y="150452"/>
                </a:lnTo>
                <a:cubicBezTo>
                  <a:pt x="156311" y="150452"/>
                  <a:pt x="159271" y="151871"/>
                  <a:pt x="161284" y="154354"/>
                </a:cubicBezTo>
                <a:lnTo>
                  <a:pt x="190881" y="191480"/>
                </a:lnTo>
                <a:lnTo>
                  <a:pt x="242498" y="92635"/>
                </a:lnTo>
                <a:cubicBezTo>
                  <a:pt x="244274" y="89325"/>
                  <a:pt x="247589" y="87315"/>
                  <a:pt x="251377" y="87196"/>
                </a:cubicBezTo>
                <a:close/>
                <a:moveTo>
                  <a:pt x="13735" y="0"/>
                </a:moveTo>
                <a:lnTo>
                  <a:pt x="495160" y="0"/>
                </a:lnTo>
                <a:cubicBezTo>
                  <a:pt x="502738" y="0"/>
                  <a:pt x="508776" y="6147"/>
                  <a:pt x="508776" y="13713"/>
                </a:cubicBezTo>
                <a:lnTo>
                  <a:pt x="508776" y="104618"/>
                </a:lnTo>
                <a:cubicBezTo>
                  <a:pt x="499186" y="102254"/>
                  <a:pt x="488411" y="101072"/>
                  <a:pt x="476452" y="101072"/>
                </a:cubicBezTo>
                <a:cubicBezTo>
                  <a:pt x="472308" y="101072"/>
                  <a:pt x="468282" y="101190"/>
                  <a:pt x="464375" y="101426"/>
                </a:cubicBezTo>
                <a:lnTo>
                  <a:pt x="464375" y="37946"/>
                </a:lnTo>
                <a:lnTo>
                  <a:pt x="44401" y="37946"/>
                </a:lnTo>
                <a:lnTo>
                  <a:pt x="44401" y="297896"/>
                </a:lnTo>
                <a:lnTo>
                  <a:pt x="203653" y="297896"/>
                </a:lnTo>
                <a:lnTo>
                  <a:pt x="305242" y="297896"/>
                </a:lnTo>
                <a:lnTo>
                  <a:pt x="362667" y="297896"/>
                </a:lnTo>
                <a:cubicBezTo>
                  <a:pt x="356037" y="306998"/>
                  <a:pt x="350117" y="320356"/>
                  <a:pt x="345025" y="335842"/>
                </a:cubicBezTo>
                <a:lnTo>
                  <a:pt x="325015" y="335842"/>
                </a:lnTo>
                <a:cubicBezTo>
                  <a:pt x="326673" y="345772"/>
                  <a:pt x="329515" y="359957"/>
                  <a:pt x="334132" y="375916"/>
                </a:cubicBezTo>
                <a:cubicBezTo>
                  <a:pt x="330343" y="392584"/>
                  <a:pt x="327265" y="409606"/>
                  <a:pt x="324778" y="424974"/>
                </a:cubicBezTo>
                <a:cubicBezTo>
                  <a:pt x="324068" y="429348"/>
                  <a:pt x="324542" y="433722"/>
                  <a:pt x="325844" y="437859"/>
                </a:cubicBezTo>
                <a:lnTo>
                  <a:pt x="171566" y="437859"/>
                </a:lnTo>
                <a:cubicBezTo>
                  <a:pt x="166829" y="437859"/>
                  <a:pt x="162567" y="435495"/>
                  <a:pt x="159962" y="431594"/>
                </a:cubicBezTo>
                <a:cubicBezTo>
                  <a:pt x="157476" y="427575"/>
                  <a:pt x="157120" y="422728"/>
                  <a:pt x="159133" y="418472"/>
                </a:cubicBezTo>
                <a:cubicBezTo>
                  <a:pt x="173815" y="386437"/>
                  <a:pt x="180801" y="354046"/>
                  <a:pt x="183761" y="335842"/>
                </a:cubicBezTo>
                <a:lnTo>
                  <a:pt x="13735" y="335842"/>
                </a:lnTo>
                <a:cubicBezTo>
                  <a:pt x="6157" y="335842"/>
                  <a:pt x="0" y="329695"/>
                  <a:pt x="0" y="322129"/>
                </a:cubicBezTo>
                <a:lnTo>
                  <a:pt x="0" y="13713"/>
                </a:lnTo>
                <a:cubicBezTo>
                  <a:pt x="0" y="6147"/>
                  <a:pt x="6157" y="0"/>
                  <a:pt x="137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7" name="prize-badge-with-star-and-ribbon_822"/>
          <p:cNvSpPr/>
          <p:nvPr/>
        </p:nvSpPr>
        <p:spPr>
          <a:xfrm>
            <a:off x="4552711" y="4525291"/>
            <a:ext cx="431584" cy="400680"/>
          </a:xfrm>
          <a:custGeom>
            <a:avLst/>
            <a:gdLst>
              <a:gd name="connsiteX0" fmla="*/ 252689 w 607875"/>
              <a:gd name="connsiteY0" fmla="*/ 396825 h 564347"/>
              <a:gd name="connsiteX1" fmla="*/ 280371 w 607875"/>
              <a:gd name="connsiteY1" fmla="*/ 484228 h 564347"/>
              <a:gd name="connsiteX2" fmla="*/ 296643 w 607875"/>
              <a:gd name="connsiteY2" fmla="*/ 438472 h 564347"/>
              <a:gd name="connsiteX3" fmla="*/ 303937 w 607875"/>
              <a:gd name="connsiteY3" fmla="*/ 396825 h 564347"/>
              <a:gd name="connsiteX4" fmla="*/ 304124 w 607875"/>
              <a:gd name="connsiteY4" fmla="*/ 396825 h 564347"/>
              <a:gd name="connsiteX5" fmla="*/ 304218 w 607875"/>
              <a:gd name="connsiteY5" fmla="*/ 396825 h 564347"/>
              <a:gd name="connsiteX6" fmla="*/ 311606 w 607875"/>
              <a:gd name="connsiteY6" fmla="*/ 438472 h 564347"/>
              <a:gd name="connsiteX7" fmla="*/ 327785 w 607875"/>
              <a:gd name="connsiteY7" fmla="*/ 484228 h 564347"/>
              <a:gd name="connsiteX8" fmla="*/ 355467 w 607875"/>
              <a:gd name="connsiteY8" fmla="*/ 396825 h 564347"/>
              <a:gd name="connsiteX9" fmla="*/ 421304 w 607875"/>
              <a:gd name="connsiteY9" fmla="*/ 433243 h 564347"/>
              <a:gd name="connsiteX10" fmla="*/ 430002 w 607875"/>
              <a:gd name="connsiteY10" fmla="*/ 439406 h 564347"/>
              <a:gd name="connsiteX11" fmla="*/ 449266 w 607875"/>
              <a:gd name="connsiteY11" fmla="*/ 429601 h 564347"/>
              <a:gd name="connsiteX12" fmla="*/ 471431 w 607875"/>
              <a:gd name="connsiteY12" fmla="*/ 499822 h 564347"/>
              <a:gd name="connsiteX13" fmla="*/ 484430 w 607875"/>
              <a:gd name="connsiteY13" fmla="*/ 462937 h 564347"/>
              <a:gd name="connsiteX14" fmla="*/ 490415 w 607875"/>
              <a:gd name="connsiteY14" fmla="*/ 429601 h 564347"/>
              <a:gd name="connsiteX15" fmla="*/ 490508 w 607875"/>
              <a:gd name="connsiteY15" fmla="*/ 429601 h 564347"/>
              <a:gd name="connsiteX16" fmla="*/ 490602 w 607875"/>
              <a:gd name="connsiteY16" fmla="*/ 429601 h 564347"/>
              <a:gd name="connsiteX17" fmla="*/ 496587 w 607875"/>
              <a:gd name="connsiteY17" fmla="*/ 462937 h 564347"/>
              <a:gd name="connsiteX18" fmla="*/ 509586 w 607875"/>
              <a:gd name="connsiteY18" fmla="*/ 499822 h 564347"/>
              <a:gd name="connsiteX19" fmla="*/ 531937 w 607875"/>
              <a:gd name="connsiteY19" fmla="*/ 429321 h 564347"/>
              <a:gd name="connsiteX20" fmla="*/ 584869 w 607875"/>
              <a:gd name="connsiteY20" fmla="*/ 458642 h 564347"/>
              <a:gd name="connsiteX21" fmla="*/ 607875 w 607875"/>
              <a:gd name="connsiteY21" fmla="*/ 501690 h 564347"/>
              <a:gd name="connsiteX22" fmla="*/ 607875 w 607875"/>
              <a:gd name="connsiteY22" fmla="*/ 501970 h 564347"/>
              <a:gd name="connsiteX23" fmla="*/ 607875 w 607875"/>
              <a:gd name="connsiteY23" fmla="*/ 503277 h 564347"/>
              <a:gd name="connsiteX24" fmla="*/ 607688 w 607875"/>
              <a:gd name="connsiteY24" fmla="*/ 514856 h 564347"/>
              <a:gd name="connsiteX25" fmla="*/ 607688 w 607875"/>
              <a:gd name="connsiteY25" fmla="*/ 564347 h 564347"/>
              <a:gd name="connsiteX26" fmla="*/ 490415 w 607875"/>
              <a:gd name="connsiteY26" fmla="*/ 564347 h 564347"/>
              <a:gd name="connsiteX27" fmla="*/ 449828 w 607875"/>
              <a:gd name="connsiteY27" fmla="*/ 564347 h 564347"/>
              <a:gd name="connsiteX28" fmla="*/ 373329 w 607875"/>
              <a:gd name="connsiteY28" fmla="*/ 564347 h 564347"/>
              <a:gd name="connsiteX29" fmla="*/ 303844 w 607875"/>
              <a:gd name="connsiteY29" fmla="*/ 564347 h 564347"/>
              <a:gd name="connsiteX30" fmla="*/ 234359 w 607875"/>
              <a:gd name="connsiteY30" fmla="*/ 564347 h 564347"/>
              <a:gd name="connsiteX31" fmla="*/ 158234 w 607875"/>
              <a:gd name="connsiteY31" fmla="*/ 564347 h 564347"/>
              <a:gd name="connsiteX32" fmla="*/ 117273 w 607875"/>
              <a:gd name="connsiteY32" fmla="*/ 564347 h 564347"/>
              <a:gd name="connsiteX33" fmla="*/ 0 w 607875"/>
              <a:gd name="connsiteY33" fmla="*/ 564347 h 564347"/>
              <a:gd name="connsiteX34" fmla="*/ 0 w 607875"/>
              <a:gd name="connsiteY34" fmla="*/ 514856 h 564347"/>
              <a:gd name="connsiteX35" fmla="*/ 0 w 607875"/>
              <a:gd name="connsiteY35" fmla="*/ 513549 h 564347"/>
              <a:gd name="connsiteX36" fmla="*/ 0 w 607875"/>
              <a:gd name="connsiteY36" fmla="*/ 503557 h 564347"/>
              <a:gd name="connsiteX37" fmla="*/ 0 w 607875"/>
              <a:gd name="connsiteY37" fmla="*/ 502157 h 564347"/>
              <a:gd name="connsiteX38" fmla="*/ 0 w 607875"/>
              <a:gd name="connsiteY38" fmla="*/ 501970 h 564347"/>
              <a:gd name="connsiteX39" fmla="*/ 22912 w 607875"/>
              <a:gd name="connsiteY39" fmla="*/ 458829 h 564347"/>
              <a:gd name="connsiteX40" fmla="*/ 75938 w 607875"/>
              <a:gd name="connsiteY40" fmla="*/ 429601 h 564347"/>
              <a:gd name="connsiteX41" fmla="*/ 98102 w 607875"/>
              <a:gd name="connsiteY41" fmla="*/ 499822 h 564347"/>
              <a:gd name="connsiteX42" fmla="*/ 111194 w 607875"/>
              <a:gd name="connsiteY42" fmla="*/ 462937 h 564347"/>
              <a:gd name="connsiteX43" fmla="*/ 117180 w 607875"/>
              <a:gd name="connsiteY43" fmla="*/ 429601 h 564347"/>
              <a:gd name="connsiteX44" fmla="*/ 117273 w 607875"/>
              <a:gd name="connsiteY44" fmla="*/ 429601 h 564347"/>
              <a:gd name="connsiteX45" fmla="*/ 117460 w 607875"/>
              <a:gd name="connsiteY45" fmla="*/ 429601 h 564347"/>
              <a:gd name="connsiteX46" fmla="*/ 123445 w 607875"/>
              <a:gd name="connsiteY46" fmla="*/ 462937 h 564347"/>
              <a:gd name="connsiteX47" fmla="*/ 136351 w 607875"/>
              <a:gd name="connsiteY47" fmla="*/ 499822 h 564347"/>
              <a:gd name="connsiteX48" fmla="*/ 158609 w 607875"/>
              <a:gd name="connsiteY48" fmla="*/ 429601 h 564347"/>
              <a:gd name="connsiteX49" fmla="*/ 178061 w 607875"/>
              <a:gd name="connsiteY49" fmla="*/ 439593 h 564347"/>
              <a:gd name="connsiteX50" fmla="*/ 186851 w 607875"/>
              <a:gd name="connsiteY50" fmla="*/ 433243 h 564347"/>
              <a:gd name="connsiteX51" fmla="*/ 252689 w 607875"/>
              <a:gd name="connsiteY51" fmla="*/ 396825 h 564347"/>
              <a:gd name="connsiteX52" fmla="*/ 490513 w 607875"/>
              <a:gd name="connsiteY52" fmla="*/ 272600 h 564347"/>
              <a:gd name="connsiteX53" fmla="*/ 545786 w 607875"/>
              <a:gd name="connsiteY53" fmla="*/ 329003 h 564347"/>
              <a:gd name="connsiteX54" fmla="*/ 490887 w 607875"/>
              <a:gd name="connsiteY54" fmla="*/ 415101 h 564347"/>
              <a:gd name="connsiteX55" fmla="*/ 490513 w 607875"/>
              <a:gd name="connsiteY55" fmla="*/ 415101 h 564347"/>
              <a:gd name="connsiteX56" fmla="*/ 490138 w 607875"/>
              <a:gd name="connsiteY56" fmla="*/ 415101 h 564347"/>
              <a:gd name="connsiteX57" fmla="*/ 435240 w 607875"/>
              <a:gd name="connsiteY57" fmla="*/ 329003 h 564347"/>
              <a:gd name="connsiteX58" fmla="*/ 490513 w 607875"/>
              <a:gd name="connsiteY58" fmla="*/ 272600 h 564347"/>
              <a:gd name="connsiteX59" fmla="*/ 117163 w 607875"/>
              <a:gd name="connsiteY59" fmla="*/ 272600 h 564347"/>
              <a:gd name="connsiteX60" fmla="*/ 172425 w 607875"/>
              <a:gd name="connsiteY60" fmla="*/ 329003 h 564347"/>
              <a:gd name="connsiteX61" fmla="*/ 117537 w 607875"/>
              <a:gd name="connsiteY61" fmla="*/ 415101 h 564347"/>
              <a:gd name="connsiteX62" fmla="*/ 117163 w 607875"/>
              <a:gd name="connsiteY62" fmla="*/ 415101 h 564347"/>
              <a:gd name="connsiteX63" fmla="*/ 116789 w 607875"/>
              <a:gd name="connsiteY63" fmla="*/ 415101 h 564347"/>
              <a:gd name="connsiteX64" fmla="*/ 61901 w 607875"/>
              <a:gd name="connsiteY64" fmla="*/ 329003 h 564347"/>
              <a:gd name="connsiteX65" fmla="*/ 117163 w 607875"/>
              <a:gd name="connsiteY65" fmla="*/ 272600 h 564347"/>
              <a:gd name="connsiteX66" fmla="*/ 304208 w 607875"/>
              <a:gd name="connsiteY66" fmla="*/ 201351 h 564347"/>
              <a:gd name="connsiteX67" fmla="*/ 372752 w 607875"/>
              <a:gd name="connsiteY67" fmla="*/ 271567 h 564347"/>
              <a:gd name="connsiteX68" fmla="*/ 304582 w 607875"/>
              <a:gd name="connsiteY68" fmla="*/ 378759 h 564347"/>
              <a:gd name="connsiteX69" fmla="*/ 304114 w 607875"/>
              <a:gd name="connsiteY69" fmla="*/ 378759 h 564347"/>
              <a:gd name="connsiteX70" fmla="*/ 303553 w 607875"/>
              <a:gd name="connsiteY70" fmla="*/ 378759 h 564347"/>
              <a:gd name="connsiteX71" fmla="*/ 235664 w 607875"/>
              <a:gd name="connsiteY71" fmla="*/ 271567 h 564347"/>
              <a:gd name="connsiteX72" fmla="*/ 304208 w 607875"/>
              <a:gd name="connsiteY72" fmla="*/ 201351 h 564347"/>
              <a:gd name="connsiteX73" fmla="*/ 494205 w 607875"/>
              <a:gd name="connsiteY73" fmla="*/ 39916 h 564347"/>
              <a:gd name="connsiteX74" fmla="*/ 489342 w 607875"/>
              <a:gd name="connsiteY74" fmla="*/ 44865 h 564347"/>
              <a:gd name="connsiteX75" fmla="*/ 489342 w 607875"/>
              <a:gd name="connsiteY75" fmla="*/ 50374 h 564347"/>
              <a:gd name="connsiteX76" fmla="*/ 484104 w 607875"/>
              <a:gd name="connsiteY76" fmla="*/ 57563 h 564347"/>
              <a:gd name="connsiteX77" fmla="*/ 462779 w 607875"/>
              <a:gd name="connsiteY77" fmla="*/ 84548 h 564347"/>
              <a:gd name="connsiteX78" fmla="*/ 478492 w 607875"/>
              <a:gd name="connsiteY78" fmla="*/ 111065 h 564347"/>
              <a:gd name="connsiteX79" fmla="*/ 498040 w 607875"/>
              <a:gd name="connsiteY79" fmla="*/ 119935 h 564347"/>
              <a:gd name="connsiteX80" fmla="*/ 505148 w 607875"/>
              <a:gd name="connsiteY80" fmla="*/ 124137 h 564347"/>
              <a:gd name="connsiteX81" fmla="*/ 502810 w 607875"/>
              <a:gd name="connsiteY81" fmla="*/ 141224 h 564347"/>
              <a:gd name="connsiteX82" fmla="*/ 490184 w 607875"/>
              <a:gd name="connsiteY82" fmla="*/ 142811 h 564347"/>
              <a:gd name="connsiteX83" fmla="*/ 471010 w 607875"/>
              <a:gd name="connsiteY83" fmla="*/ 137116 h 564347"/>
              <a:gd name="connsiteX84" fmla="*/ 465305 w 607875"/>
              <a:gd name="connsiteY84" fmla="*/ 139637 h 564347"/>
              <a:gd name="connsiteX85" fmla="*/ 462405 w 607875"/>
              <a:gd name="connsiteY85" fmla="*/ 149534 h 564347"/>
              <a:gd name="connsiteX86" fmla="*/ 466146 w 607875"/>
              <a:gd name="connsiteY86" fmla="*/ 157004 h 564347"/>
              <a:gd name="connsiteX87" fmla="*/ 483356 w 607875"/>
              <a:gd name="connsiteY87" fmla="*/ 162046 h 564347"/>
              <a:gd name="connsiteX88" fmla="*/ 488219 w 607875"/>
              <a:gd name="connsiteY88" fmla="*/ 167741 h 564347"/>
              <a:gd name="connsiteX89" fmla="*/ 488219 w 607875"/>
              <a:gd name="connsiteY89" fmla="*/ 174371 h 564347"/>
              <a:gd name="connsiteX90" fmla="*/ 492428 w 607875"/>
              <a:gd name="connsiteY90" fmla="*/ 178666 h 564347"/>
              <a:gd name="connsiteX91" fmla="*/ 502155 w 607875"/>
              <a:gd name="connsiteY91" fmla="*/ 178666 h 564347"/>
              <a:gd name="connsiteX92" fmla="*/ 506177 w 607875"/>
              <a:gd name="connsiteY92" fmla="*/ 174464 h 564347"/>
              <a:gd name="connsiteX93" fmla="*/ 506177 w 607875"/>
              <a:gd name="connsiteY93" fmla="*/ 165501 h 564347"/>
              <a:gd name="connsiteX94" fmla="*/ 510292 w 607875"/>
              <a:gd name="connsiteY94" fmla="*/ 160178 h 564347"/>
              <a:gd name="connsiteX95" fmla="*/ 527221 w 607875"/>
              <a:gd name="connsiteY95" fmla="*/ 149347 h 564347"/>
              <a:gd name="connsiteX96" fmla="*/ 517401 w 607875"/>
              <a:gd name="connsiteY96" fmla="*/ 102848 h 564347"/>
              <a:gd name="connsiteX97" fmla="*/ 500285 w 607875"/>
              <a:gd name="connsiteY97" fmla="*/ 95192 h 564347"/>
              <a:gd name="connsiteX98" fmla="*/ 490932 w 607875"/>
              <a:gd name="connsiteY98" fmla="*/ 89963 h 564347"/>
              <a:gd name="connsiteX99" fmla="*/ 492989 w 607875"/>
              <a:gd name="connsiteY99" fmla="*/ 75491 h 564347"/>
              <a:gd name="connsiteX100" fmla="*/ 498695 w 607875"/>
              <a:gd name="connsiteY100" fmla="*/ 74370 h 564347"/>
              <a:gd name="connsiteX101" fmla="*/ 520300 w 607875"/>
              <a:gd name="connsiteY101" fmla="*/ 78572 h 564347"/>
              <a:gd name="connsiteX102" fmla="*/ 525912 w 607875"/>
              <a:gd name="connsiteY102" fmla="*/ 76238 h 564347"/>
              <a:gd name="connsiteX103" fmla="*/ 529279 w 607875"/>
              <a:gd name="connsiteY103" fmla="*/ 64940 h 564347"/>
              <a:gd name="connsiteX104" fmla="*/ 526660 w 607875"/>
              <a:gd name="connsiteY104" fmla="*/ 59711 h 564347"/>
              <a:gd name="connsiteX105" fmla="*/ 513005 w 607875"/>
              <a:gd name="connsiteY105" fmla="*/ 55696 h 564347"/>
              <a:gd name="connsiteX106" fmla="*/ 506832 w 607875"/>
              <a:gd name="connsiteY106" fmla="*/ 48600 h 564347"/>
              <a:gd name="connsiteX107" fmla="*/ 498040 w 607875"/>
              <a:gd name="connsiteY107" fmla="*/ 39916 h 564347"/>
              <a:gd name="connsiteX108" fmla="*/ 497993 w 607875"/>
              <a:gd name="connsiteY108" fmla="*/ 0 h 564347"/>
              <a:gd name="connsiteX109" fmla="*/ 575483 w 607875"/>
              <a:gd name="connsiteY109" fmla="*/ 32073 h 564347"/>
              <a:gd name="connsiteX110" fmla="*/ 575483 w 607875"/>
              <a:gd name="connsiteY110" fmla="*/ 186789 h 564347"/>
              <a:gd name="connsiteX111" fmla="*/ 442577 w 607875"/>
              <a:gd name="connsiteY111" fmla="*/ 203876 h 564347"/>
              <a:gd name="connsiteX112" fmla="*/ 442296 w 607875"/>
              <a:gd name="connsiteY112" fmla="*/ 203596 h 564347"/>
              <a:gd name="connsiteX113" fmla="*/ 395719 w 607875"/>
              <a:gd name="connsiteY113" fmla="*/ 216294 h 564347"/>
              <a:gd name="connsiteX114" fmla="*/ 394409 w 607875"/>
              <a:gd name="connsiteY114" fmla="*/ 208358 h 564347"/>
              <a:gd name="connsiteX115" fmla="*/ 417043 w 607875"/>
              <a:gd name="connsiteY115" fmla="*/ 182774 h 564347"/>
              <a:gd name="connsiteX116" fmla="*/ 415921 w 607875"/>
              <a:gd name="connsiteY116" fmla="*/ 181840 h 564347"/>
              <a:gd name="connsiteX117" fmla="*/ 420504 w 607875"/>
              <a:gd name="connsiteY117" fmla="*/ 32073 h 564347"/>
              <a:gd name="connsiteX118" fmla="*/ 497993 w 607875"/>
              <a:gd name="connsiteY118" fmla="*/ 0 h 564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607875" h="564347">
                <a:moveTo>
                  <a:pt x="252689" y="396825"/>
                </a:moveTo>
                <a:lnTo>
                  <a:pt x="280371" y="484228"/>
                </a:lnTo>
                <a:lnTo>
                  <a:pt x="296643" y="438472"/>
                </a:lnTo>
                <a:cubicBezTo>
                  <a:pt x="268213" y="398879"/>
                  <a:pt x="298607" y="396825"/>
                  <a:pt x="303937" y="396825"/>
                </a:cubicBezTo>
                <a:lnTo>
                  <a:pt x="304124" y="396825"/>
                </a:lnTo>
                <a:lnTo>
                  <a:pt x="304218" y="396825"/>
                </a:lnTo>
                <a:cubicBezTo>
                  <a:pt x="309549" y="397012"/>
                  <a:pt x="340036" y="398879"/>
                  <a:pt x="311606" y="438472"/>
                </a:cubicBezTo>
                <a:lnTo>
                  <a:pt x="327785" y="484228"/>
                </a:lnTo>
                <a:lnTo>
                  <a:pt x="355467" y="396825"/>
                </a:lnTo>
                <a:cubicBezTo>
                  <a:pt x="355467" y="396825"/>
                  <a:pt x="390256" y="413633"/>
                  <a:pt x="421304" y="433243"/>
                </a:cubicBezTo>
                <a:cubicBezTo>
                  <a:pt x="424577" y="435204"/>
                  <a:pt x="427383" y="437352"/>
                  <a:pt x="430002" y="439406"/>
                </a:cubicBezTo>
                <a:cubicBezTo>
                  <a:pt x="441224" y="433430"/>
                  <a:pt x="449266" y="429601"/>
                  <a:pt x="449266" y="429601"/>
                </a:cubicBezTo>
                <a:lnTo>
                  <a:pt x="471431" y="499822"/>
                </a:lnTo>
                <a:lnTo>
                  <a:pt x="484430" y="462937"/>
                </a:lnTo>
                <a:cubicBezTo>
                  <a:pt x="461611" y="431189"/>
                  <a:pt x="486020" y="429601"/>
                  <a:pt x="490415" y="429601"/>
                </a:cubicBezTo>
                <a:lnTo>
                  <a:pt x="490508" y="429601"/>
                </a:lnTo>
                <a:lnTo>
                  <a:pt x="490602" y="429601"/>
                </a:lnTo>
                <a:cubicBezTo>
                  <a:pt x="494997" y="429601"/>
                  <a:pt x="519406" y="431189"/>
                  <a:pt x="496587" y="462937"/>
                </a:cubicBezTo>
                <a:lnTo>
                  <a:pt x="509586" y="499822"/>
                </a:lnTo>
                <a:lnTo>
                  <a:pt x="531937" y="429321"/>
                </a:lnTo>
                <a:cubicBezTo>
                  <a:pt x="531937" y="429321"/>
                  <a:pt x="559806" y="442954"/>
                  <a:pt x="584869" y="458642"/>
                </a:cubicBezTo>
                <a:cubicBezTo>
                  <a:pt x="603854" y="470408"/>
                  <a:pt x="607314" y="483294"/>
                  <a:pt x="607875" y="501690"/>
                </a:cubicBezTo>
                <a:lnTo>
                  <a:pt x="607875" y="501970"/>
                </a:lnTo>
                <a:lnTo>
                  <a:pt x="607875" y="503277"/>
                </a:lnTo>
                <a:cubicBezTo>
                  <a:pt x="607875" y="506919"/>
                  <a:pt x="607875" y="510654"/>
                  <a:pt x="607688" y="514856"/>
                </a:cubicBezTo>
                <a:lnTo>
                  <a:pt x="607688" y="564347"/>
                </a:lnTo>
                <a:lnTo>
                  <a:pt x="490415" y="564347"/>
                </a:lnTo>
                <a:lnTo>
                  <a:pt x="449828" y="564347"/>
                </a:lnTo>
                <a:lnTo>
                  <a:pt x="373329" y="564347"/>
                </a:lnTo>
                <a:lnTo>
                  <a:pt x="303844" y="564347"/>
                </a:lnTo>
                <a:lnTo>
                  <a:pt x="234359" y="564347"/>
                </a:lnTo>
                <a:lnTo>
                  <a:pt x="158234" y="564347"/>
                </a:lnTo>
                <a:lnTo>
                  <a:pt x="117273" y="564347"/>
                </a:lnTo>
                <a:lnTo>
                  <a:pt x="0" y="564347"/>
                </a:lnTo>
                <a:lnTo>
                  <a:pt x="0" y="514856"/>
                </a:lnTo>
                <a:lnTo>
                  <a:pt x="0" y="513549"/>
                </a:lnTo>
                <a:lnTo>
                  <a:pt x="0" y="503557"/>
                </a:lnTo>
                <a:lnTo>
                  <a:pt x="0" y="502157"/>
                </a:lnTo>
                <a:lnTo>
                  <a:pt x="0" y="501970"/>
                </a:lnTo>
                <a:cubicBezTo>
                  <a:pt x="561" y="483387"/>
                  <a:pt x="4115" y="470688"/>
                  <a:pt x="22912" y="458829"/>
                </a:cubicBezTo>
                <a:cubicBezTo>
                  <a:pt x="47975" y="443141"/>
                  <a:pt x="75938" y="429601"/>
                  <a:pt x="75938" y="429601"/>
                </a:cubicBezTo>
                <a:lnTo>
                  <a:pt x="98102" y="499822"/>
                </a:lnTo>
                <a:lnTo>
                  <a:pt x="111194" y="462937"/>
                </a:lnTo>
                <a:cubicBezTo>
                  <a:pt x="88376" y="431189"/>
                  <a:pt x="112784" y="429601"/>
                  <a:pt x="117180" y="429601"/>
                </a:cubicBezTo>
                <a:lnTo>
                  <a:pt x="117273" y="429601"/>
                </a:lnTo>
                <a:lnTo>
                  <a:pt x="117460" y="429601"/>
                </a:lnTo>
                <a:cubicBezTo>
                  <a:pt x="121762" y="429601"/>
                  <a:pt x="146264" y="431189"/>
                  <a:pt x="123445" y="462937"/>
                </a:cubicBezTo>
                <a:lnTo>
                  <a:pt x="136351" y="499822"/>
                </a:lnTo>
                <a:lnTo>
                  <a:pt x="158609" y="429601"/>
                </a:lnTo>
                <a:cubicBezTo>
                  <a:pt x="158609" y="429601"/>
                  <a:pt x="166651" y="433430"/>
                  <a:pt x="178061" y="439593"/>
                </a:cubicBezTo>
                <a:cubicBezTo>
                  <a:pt x="180679" y="437445"/>
                  <a:pt x="183485" y="435297"/>
                  <a:pt x="186851" y="433243"/>
                </a:cubicBezTo>
                <a:cubicBezTo>
                  <a:pt x="217900" y="413633"/>
                  <a:pt x="252689" y="396825"/>
                  <a:pt x="252689" y="396825"/>
                </a:cubicBezTo>
                <a:close/>
                <a:moveTo>
                  <a:pt x="490513" y="272600"/>
                </a:moveTo>
                <a:cubicBezTo>
                  <a:pt x="495282" y="272320"/>
                  <a:pt x="543167" y="271853"/>
                  <a:pt x="545786" y="329003"/>
                </a:cubicBezTo>
                <a:cubicBezTo>
                  <a:pt x="545786" y="329003"/>
                  <a:pt x="554951" y="414541"/>
                  <a:pt x="490887" y="415101"/>
                </a:cubicBezTo>
                <a:lnTo>
                  <a:pt x="490513" y="415101"/>
                </a:lnTo>
                <a:lnTo>
                  <a:pt x="490138" y="415101"/>
                </a:lnTo>
                <a:cubicBezTo>
                  <a:pt x="425887" y="414541"/>
                  <a:pt x="435240" y="329003"/>
                  <a:pt x="435240" y="329003"/>
                </a:cubicBezTo>
                <a:cubicBezTo>
                  <a:pt x="437858" y="271946"/>
                  <a:pt x="485743" y="272320"/>
                  <a:pt x="490513" y="272600"/>
                </a:cubicBezTo>
                <a:close/>
                <a:moveTo>
                  <a:pt x="117163" y="272600"/>
                </a:moveTo>
                <a:cubicBezTo>
                  <a:pt x="121932" y="272320"/>
                  <a:pt x="169807" y="271853"/>
                  <a:pt x="172425" y="329003"/>
                </a:cubicBezTo>
                <a:cubicBezTo>
                  <a:pt x="172425" y="329003"/>
                  <a:pt x="181589" y="414541"/>
                  <a:pt x="117537" y="415101"/>
                </a:cubicBezTo>
                <a:lnTo>
                  <a:pt x="117163" y="415101"/>
                </a:lnTo>
                <a:lnTo>
                  <a:pt x="116789" y="415101"/>
                </a:lnTo>
                <a:cubicBezTo>
                  <a:pt x="52737" y="414354"/>
                  <a:pt x="61901" y="329003"/>
                  <a:pt x="61901" y="329003"/>
                </a:cubicBezTo>
                <a:cubicBezTo>
                  <a:pt x="64519" y="271946"/>
                  <a:pt x="112394" y="272320"/>
                  <a:pt x="117163" y="272600"/>
                </a:cubicBezTo>
                <a:close/>
                <a:moveTo>
                  <a:pt x="304208" y="201351"/>
                </a:moveTo>
                <a:cubicBezTo>
                  <a:pt x="310099" y="201071"/>
                  <a:pt x="369573" y="200604"/>
                  <a:pt x="372752" y="271567"/>
                </a:cubicBezTo>
                <a:cubicBezTo>
                  <a:pt x="372752" y="271567"/>
                  <a:pt x="384254" y="377919"/>
                  <a:pt x="304582" y="378759"/>
                </a:cubicBezTo>
                <a:lnTo>
                  <a:pt x="304114" y="378759"/>
                </a:lnTo>
                <a:lnTo>
                  <a:pt x="303553" y="378759"/>
                </a:lnTo>
                <a:cubicBezTo>
                  <a:pt x="223788" y="378012"/>
                  <a:pt x="235383" y="271661"/>
                  <a:pt x="235664" y="271567"/>
                </a:cubicBezTo>
                <a:cubicBezTo>
                  <a:pt x="238843" y="200511"/>
                  <a:pt x="298317" y="201071"/>
                  <a:pt x="304208" y="201351"/>
                </a:cubicBezTo>
                <a:close/>
                <a:moveTo>
                  <a:pt x="494205" y="39916"/>
                </a:moveTo>
                <a:cubicBezTo>
                  <a:pt x="490090" y="40010"/>
                  <a:pt x="489435" y="40757"/>
                  <a:pt x="489342" y="44865"/>
                </a:cubicBezTo>
                <a:lnTo>
                  <a:pt x="489342" y="50374"/>
                </a:lnTo>
                <a:cubicBezTo>
                  <a:pt x="489342" y="55696"/>
                  <a:pt x="489342" y="55696"/>
                  <a:pt x="484104" y="57563"/>
                </a:cubicBezTo>
                <a:cubicBezTo>
                  <a:pt x="471384" y="62139"/>
                  <a:pt x="463621" y="70729"/>
                  <a:pt x="462779" y="84548"/>
                </a:cubicBezTo>
                <a:cubicBezTo>
                  <a:pt x="462031" y="96873"/>
                  <a:pt x="468391" y="105089"/>
                  <a:pt x="478492" y="111065"/>
                </a:cubicBezTo>
                <a:cubicBezTo>
                  <a:pt x="484759" y="114800"/>
                  <a:pt x="491493" y="117041"/>
                  <a:pt x="498040" y="119935"/>
                </a:cubicBezTo>
                <a:cubicBezTo>
                  <a:pt x="500565" y="121056"/>
                  <a:pt x="503091" y="122456"/>
                  <a:pt x="505148" y="124137"/>
                </a:cubicBezTo>
                <a:cubicBezTo>
                  <a:pt x="511415" y="129272"/>
                  <a:pt x="510292" y="137956"/>
                  <a:pt x="502810" y="141224"/>
                </a:cubicBezTo>
                <a:cubicBezTo>
                  <a:pt x="498788" y="142998"/>
                  <a:pt x="494579" y="143372"/>
                  <a:pt x="490184" y="142811"/>
                </a:cubicBezTo>
                <a:cubicBezTo>
                  <a:pt x="483449" y="141971"/>
                  <a:pt x="476996" y="140197"/>
                  <a:pt x="471010" y="137116"/>
                </a:cubicBezTo>
                <a:cubicBezTo>
                  <a:pt x="467549" y="135248"/>
                  <a:pt x="466521" y="135715"/>
                  <a:pt x="465305" y="139637"/>
                </a:cubicBezTo>
                <a:cubicBezTo>
                  <a:pt x="464276" y="142811"/>
                  <a:pt x="463247" y="146173"/>
                  <a:pt x="462405" y="149534"/>
                </a:cubicBezTo>
                <a:cubicBezTo>
                  <a:pt x="461283" y="154203"/>
                  <a:pt x="461657" y="155136"/>
                  <a:pt x="466146" y="157004"/>
                </a:cubicBezTo>
                <a:cubicBezTo>
                  <a:pt x="471478" y="159805"/>
                  <a:pt x="477370" y="161019"/>
                  <a:pt x="483356" y="162046"/>
                </a:cubicBezTo>
                <a:cubicBezTo>
                  <a:pt x="487939" y="162793"/>
                  <a:pt x="488219" y="162886"/>
                  <a:pt x="488219" y="167741"/>
                </a:cubicBezTo>
                <a:lnTo>
                  <a:pt x="488219" y="174371"/>
                </a:lnTo>
                <a:cubicBezTo>
                  <a:pt x="488313" y="177079"/>
                  <a:pt x="489622" y="178666"/>
                  <a:pt x="492428" y="178666"/>
                </a:cubicBezTo>
                <a:cubicBezTo>
                  <a:pt x="495702" y="178853"/>
                  <a:pt x="498975" y="178853"/>
                  <a:pt x="502155" y="178666"/>
                </a:cubicBezTo>
                <a:cubicBezTo>
                  <a:pt x="504774" y="178572"/>
                  <a:pt x="506177" y="177172"/>
                  <a:pt x="506177" y="174464"/>
                </a:cubicBezTo>
                <a:cubicBezTo>
                  <a:pt x="506177" y="171476"/>
                  <a:pt x="506271" y="168488"/>
                  <a:pt x="506177" y="165501"/>
                </a:cubicBezTo>
                <a:cubicBezTo>
                  <a:pt x="506084" y="162513"/>
                  <a:pt x="507299" y="160925"/>
                  <a:pt x="510292" y="160178"/>
                </a:cubicBezTo>
                <a:cubicBezTo>
                  <a:pt x="517027" y="158311"/>
                  <a:pt x="522732" y="154669"/>
                  <a:pt x="527221" y="149347"/>
                </a:cubicBezTo>
                <a:cubicBezTo>
                  <a:pt x="539567" y="134408"/>
                  <a:pt x="534891" y="112466"/>
                  <a:pt x="517401" y="102848"/>
                </a:cubicBezTo>
                <a:cubicBezTo>
                  <a:pt x="511882" y="99861"/>
                  <a:pt x="506084" y="97526"/>
                  <a:pt x="500285" y="95192"/>
                </a:cubicBezTo>
                <a:cubicBezTo>
                  <a:pt x="496918" y="93791"/>
                  <a:pt x="493738" y="92204"/>
                  <a:pt x="490932" y="89963"/>
                </a:cubicBezTo>
                <a:cubicBezTo>
                  <a:pt x="485320" y="85481"/>
                  <a:pt x="486442" y="78385"/>
                  <a:pt x="492989" y="75491"/>
                </a:cubicBezTo>
                <a:cubicBezTo>
                  <a:pt x="494860" y="74744"/>
                  <a:pt x="496731" y="74464"/>
                  <a:pt x="498695" y="74370"/>
                </a:cubicBezTo>
                <a:cubicBezTo>
                  <a:pt x="506271" y="73997"/>
                  <a:pt x="513379" y="75397"/>
                  <a:pt x="520300" y="78572"/>
                </a:cubicBezTo>
                <a:cubicBezTo>
                  <a:pt x="523667" y="80253"/>
                  <a:pt x="524790" y="79692"/>
                  <a:pt x="525912" y="76238"/>
                </a:cubicBezTo>
                <a:cubicBezTo>
                  <a:pt x="527128" y="72503"/>
                  <a:pt x="528157" y="68675"/>
                  <a:pt x="529279" y="64940"/>
                </a:cubicBezTo>
                <a:cubicBezTo>
                  <a:pt x="530027" y="62419"/>
                  <a:pt x="528998" y="60831"/>
                  <a:pt x="526660" y="59711"/>
                </a:cubicBezTo>
                <a:cubicBezTo>
                  <a:pt x="522264" y="57844"/>
                  <a:pt x="517775" y="56443"/>
                  <a:pt x="513005" y="55696"/>
                </a:cubicBezTo>
                <a:cubicBezTo>
                  <a:pt x="506832" y="54856"/>
                  <a:pt x="506832" y="54856"/>
                  <a:pt x="506832" y="48600"/>
                </a:cubicBezTo>
                <a:cubicBezTo>
                  <a:pt x="506832" y="39916"/>
                  <a:pt x="506832" y="39916"/>
                  <a:pt x="498040" y="39916"/>
                </a:cubicBezTo>
                <a:close/>
                <a:moveTo>
                  <a:pt x="497993" y="0"/>
                </a:moveTo>
                <a:cubicBezTo>
                  <a:pt x="526052" y="0"/>
                  <a:pt x="554111" y="10691"/>
                  <a:pt x="575483" y="32073"/>
                </a:cubicBezTo>
                <a:cubicBezTo>
                  <a:pt x="618319" y="74744"/>
                  <a:pt x="618319" y="144119"/>
                  <a:pt x="575483" y="186789"/>
                </a:cubicBezTo>
                <a:cubicBezTo>
                  <a:pt x="539474" y="222924"/>
                  <a:pt x="484572" y="228526"/>
                  <a:pt x="442577" y="203876"/>
                </a:cubicBezTo>
                <a:lnTo>
                  <a:pt x="442296" y="203596"/>
                </a:lnTo>
                <a:cubicBezTo>
                  <a:pt x="425742" y="216014"/>
                  <a:pt x="408065" y="218162"/>
                  <a:pt x="395719" y="216294"/>
                </a:cubicBezTo>
                <a:cubicBezTo>
                  <a:pt x="391603" y="215641"/>
                  <a:pt x="390668" y="210225"/>
                  <a:pt x="394409" y="208358"/>
                </a:cubicBezTo>
                <a:cubicBezTo>
                  <a:pt x="405820" y="202756"/>
                  <a:pt x="412928" y="191738"/>
                  <a:pt x="417043" y="182774"/>
                </a:cubicBezTo>
                <a:lnTo>
                  <a:pt x="415921" y="181840"/>
                </a:lnTo>
                <a:cubicBezTo>
                  <a:pt x="377761" y="138890"/>
                  <a:pt x="379351" y="73156"/>
                  <a:pt x="420504" y="32073"/>
                </a:cubicBezTo>
                <a:cubicBezTo>
                  <a:pt x="441876" y="10691"/>
                  <a:pt x="469934" y="0"/>
                  <a:pt x="4979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8" name="office-clipboard_14108"/>
          <p:cNvSpPr/>
          <p:nvPr/>
        </p:nvSpPr>
        <p:spPr>
          <a:xfrm>
            <a:off x="7162424" y="2690493"/>
            <a:ext cx="431584" cy="411055"/>
          </a:xfrm>
          <a:custGeom>
            <a:avLst/>
            <a:gdLst>
              <a:gd name="connsiteX0" fmla="*/ 69048 w 609763"/>
              <a:gd name="connsiteY0" fmla="*/ 467002 h 580760"/>
              <a:gd name="connsiteX1" fmla="*/ 84749 w 609763"/>
              <a:gd name="connsiteY1" fmla="*/ 482703 h 580760"/>
              <a:gd name="connsiteX2" fmla="*/ 69048 w 609763"/>
              <a:gd name="connsiteY2" fmla="*/ 498404 h 580760"/>
              <a:gd name="connsiteX3" fmla="*/ 53347 w 609763"/>
              <a:gd name="connsiteY3" fmla="*/ 482703 h 580760"/>
              <a:gd name="connsiteX4" fmla="*/ 69048 w 609763"/>
              <a:gd name="connsiteY4" fmla="*/ 467002 h 580760"/>
              <a:gd name="connsiteX5" fmla="*/ 69048 w 609763"/>
              <a:gd name="connsiteY5" fmla="*/ 327212 h 580760"/>
              <a:gd name="connsiteX6" fmla="*/ 84749 w 609763"/>
              <a:gd name="connsiteY6" fmla="*/ 342913 h 580760"/>
              <a:gd name="connsiteX7" fmla="*/ 69048 w 609763"/>
              <a:gd name="connsiteY7" fmla="*/ 358614 h 580760"/>
              <a:gd name="connsiteX8" fmla="*/ 53347 w 609763"/>
              <a:gd name="connsiteY8" fmla="*/ 342913 h 580760"/>
              <a:gd name="connsiteX9" fmla="*/ 69048 w 609763"/>
              <a:gd name="connsiteY9" fmla="*/ 327212 h 580760"/>
              <a:gd name="connsiteX10" fmla="*/ 443351 w 609763"/>
              <a:gd name="connsiteY10" fmla="*/ 299768 h 580760"/>
              <a:gd name="connsiteX11" fmla="*/ 370388 w 609763"/>
              <a:gd name="connsiteY11" fmla="*/ 324702 h 580760"/>
              <a:gd name="connsiteX12" fmla="*/ 358882 w 609763"/>
              <a:gd name="connsiteY12" fmla="*/ 368686 h 580760"/>
              <a:gd name="connsiteX13" fmla="*/ 363653 w 609763"/>
              <a:gd name="connsiteY13" fmla="*/ 378772 h 580760"/>
              <a:gd name="connsiteX14" fmla="*/ 347096 w 609763"/>
              <a:gd name="connsiteY14" fmla="*/ 410429 h 580760"/>
              <a:gd name="connsiteX15" fmla="*/ 360285 w 609763"/>
              <a:gd name="connsiteY15" fmla="*/ 417153 h 580760"/>
              <a:gd name="connsiteX16" fmla="*/ 359163 w 609763"/>
              <a:gd name="connsiteY16" fmla="*/ 426118 h 580760"/>
              <a:gd name="connsiteX17" fmla="*/ 365056 w 609763"/>
              <a:gd name="connsiteY17" fmla="*/ 441526 h 580760"/>
              <a:gd name="connsiteX18" fmla="*/ 363933 w 609763"/>
              <a:gd name="connsiteY18" fmla="*/ 455534 h 580760"/>
              <a:gd name="connsiteX19" fmla="*/ 381332 w 609763"/>
              <a:gd name="connsiteY19" fmla="*/ 463658 h 580760"/>
              <a:gd name="connsiteX20" fmla="*/ 404063 w 609763"/>
              <a:gd name="connsiteY20" fmla="*/ 460016 h 580760"/>
              <a:gd name="connsiteX21" fmla="*/ 392277 w 609763"/>
              <a:gd name="connsiteY21" fmla="*/ 489993 h 580760"/>
              <a:gd name="connsiteX22" fmla="*/ 499476 w 609763"/>
              <a:gd name="connsiteY22" fmla="*/ 489993 h 580760"/>
              <a:gd name="connsiteX23" fmla="*/ 468888 w 609763"/>
              <a:gd name="connsiteY23" fmla="*/ 437884 h 580760"/>
              <a:gd name="connsiteX24" fmla="*/ 499196 w 609763"/>
              <a:gd name="connsiteY24" fmla="*/ 360842 h 580760"/>
              <a:gd name="connsiteX25" fmla="*/ 443351 w 609763"/>
              <a:gd name="connsiteY25" fmla="*/ 299768 h 580760"/>
              <a:gd name="connsiteX26" fmla="*/ 394522 w 609763"/>
              <a:gd name="connsiteY26" fmla="*/ 208438 h 580760"/>
              <a:gd name="connsiteX27" fmla="*/ 405466 w 609763"/>
              <a:gd name="connsiteY27" fmla="*/ 213481 h 580760"/>
              <a:gd name="connsiteX28" fmla="*/ 416972 w 609763"/>
              <a:gd name="connsiteY28" fmla="*/ 244578 h 580760"/>
              <a:gd name="connsiteX29" fmla="*/ 431845 w 609763"/>
              <a:gd name="connsiteY29" fmla="*/ 252702 h 580760"/>
              <a:gd name="connsiteX30" fmla="*/ 441106 w 609763"/>
              <a:gd name="connsiteY30" fmla="*/ 245699 h 580760"/>
              <a:gd name="connsiteX31" fmla="*/ 455137 w 609763"/>
              <a:gd name="connsiteY31" fmla="*/ 215162 h 580760"/>
              <a:gd name="connsiteX32" fmla="*/ 466082 w 609763"/>
              <a:gd name="connsiteY32" fmla="*/ 211240 h 580760"/>
              <a:gd name="connsiteX33" fmla="*/ 534555 w 609763"/>
              <a:gd name="connsiteY33" fmla="*/ 242617 h 580760"/>
              <a:gd name="connsiteX34" fmla="*/ 538764 w 609763"/>
              <a:gd name="connsiteY34" fmla="*/ 253823 h 580760"/>
              <a:gd name="connsiteX35" fmla="*/ 524733 w 609763"/>
              <a:gd name="connsiteY35" fmla="*/ 284080 h 580760"/>
              <a:gd name="connsiteX36" fmla="*/ 529223 w 609763"/>
              <a:gd name="connsiteY36" fmla="*/ 300329 h 580760"/>
              <a:gd name="connsiteX37" fmla="*/ 541009 w 609763"/>
              <a:gd name="connsiteY37" fmla="*/ 301729 h 580760"/>
              <a:gd name="connsiteX38" fmla="*/ 572439 w 609763"/>
              <a:gd name="connsiteY38" fmla="*/ 290243 h 580760"/>
              <a:gd name="connsiteX39" fmla="*/ 583103 w 609763"/>
              <a:gd name="connsiteY39" fmla="*/ 295286 h 580760"/>
              <a:gd name="connsiteX40" fmla="*/ 609201 w 609763"/>
              <a:gd name="connsiteY40" fmla="*/ 365885 h 580760"/>
              <a:gd name="connsiteX41" fmla="*/ 604431 w 609763"/>
              <a:gd name="connsiteY41" fmla="*/ 376530 h 580760"/>
              <a:gd name="connsiteX42" fmla="*/ 573001 w 609763"/>
              <a:gd name="connsiteY42" fmla="*/ 388297 h 580760"/>
              <a:gd name="connsiteX43" fmla="*/ 565143 w 609763"/>
              <a:gd name="connsiteY43" fmla="*/ 396982 h 580760"/>
              <a:gd name="connsiteX44" fmla="*/ 572159 w 609763"/>
              <a:gd name="connsiteY44" fmla="*/ 412110 h 580760"/>
              <a:gd name="connsiteX45" fmla="*/ 602466 w 609763"/>
              <a:gd name="connsiteY45" fmla="*/ 426118 h 580760"/>
              <a:gd name="connsiteX46" fmla="*/ 606395 w 609763"/>
              <a:gd name="connsiteY46" fmla="*/ 437044 h 580760"/>
              <a:gd name="connsiteX47" fmla="*/ 574965 w 609763"/>
              <a:gd name="connsiteY47" fmla="*/ 505681 h 580760"/>
              <a:gd name="connsiteX48" fmla="*/ 563740 w 609763"/>
              <a:gd name="connsiteY48" fmla="*/ 509604 h 580760"/>
              <a:gd name="connsiteX49" fmla="*/ 533432 w 609763"/>
              <a:gd name="connsiteY49" fmla="*/ 495596 h 580760"/>
              <a:gd name="connsiteX50" fmla="*/ 517156 w 609763"/>
              <a:gd name="connsiteY50" fmla="*/ 500358 h 580760"/>
              <a:gd name="connsiteX51" fmla="*/ 515753 w 609763"/>
              <a:gd name="connsiteY51" fmla="*/ 511845 h 580760"/>
              <a:gd name="connsiteX52" fmla="*/ 527258 w 609763"/>
              <a:gd name="connsiteY52" fmla="*/ 543222 h 580760"/>
              <a:gd name="connsiteX53" fmla="*/ 522488 w 609763"/>
              <a:gd name="connsiteY53" fmla="*/ 554148 h 580760"/>
              <a:gd name="connsiteX54" fmla="*/ 451489 w 609763"/>
              <a:gd name="connsiteY54" fmla="*/ 580202 h 580760"/>
              <a:gd name="connsiteX55" fmla="*/ 440825 w 609763"/>
              <a:gd name="connsiteY55" fmla="*/ 575160 h 580760"/>
              <a:gd name="connsiteX56" fmla="*/ 429320 w 609763"/>
              <a:gd name="connsiteY56" fmla="*/ 543782 h 580760"/>
              <a:gd name="connsiteX57" fmla="*/ 414727 w 609763"/>
              <a:gd name="connsiteY57" fmla="*/ 535658 h 580760"/>
              <a:gd name="connsiteX58" fmla="*/ 405186 w 609763"/>
              <a:gd name="connsiteY58" fmla="*/ 542942 h 580760"/>
              <a:gd name="connsiteX59" fmla="*/ 391154 w 609763"/>
              <a:gd name="connsiteY59" fmla="*/ 573198 h 580760"/>
              <a:gd name="connsiteX60" fmla="*/ 380210 w 609763"/>
              <a:gd name="connsiteY60" fmla="*/ 577401 h 580760"/>
              <a:gd name="connsiteX61" fmla="*/ 311456 w 609763"/>
              <a:gd name="connsiteY61" fmla="*/ 545743 h 580760"/>
              <a:gd name="connsiteX62" fmla="*/ 307527 w 609763"/>
              <a:gd name="connsiteY62" fmla="*/ 534537 h 580760"/>
              <a:gd name="connsiteX63" fmla="*/ 321559 w 609763"/>
              <a:gd name="connsiteY63" fmla="*/ 504561 h 580760"/>
              <a:gd name="connsiteX64" fmla="*/ 317069 w 609763"/>
              <a:gd name="connsiteY64" fmla="*/ 488312 h 580760"/>
              <a:gd name="connsiteX65" fmla="*/ 305282 w 609763"/>
              <a:gd name="connsiteY65" fmla="*/ 486631 h 580760"/>
              <a:gd name="connsiteX66" fmla="*/ 273852 w 609763"/>
              <a:gd name="connsiteY66" fmla="*/ 498397 h 580760"/>
              <a:gd name="connsiteX67" fmla="*/ 263188 w 609763"/>
              <a:gd name="connsiteY67" fmla="*/ 493355 h 580760"/>
              <a:gd name="connsiteX68" fmla="*/ 236809 w 609763"/>
              <a:gd name="connsiteY68" fmla="*/ 422756 h 580760"/>
              <a:gd name="connsiteX69" fmla="*/ 241861 w 609763"/>
              <a:gd name="connsiteY69" fmla="*/ 411830 h 580760"/>
              <a:gd name="connsiteX70" fmla="*/ 273291 w 609763"/>
              <a:gd name="connsiteY70" fmla="*/ 400344 h 580760"/>
              <a:gd name="connsiteX71" fmla="*/ 281429 w 609763"/>
              <a:gd name="connsiteY71" fmla="*/ 385776 h 580760"/>
              <a:gd name="connsiteX72" fmla="*/ 274133 w 609763"/>
              <a:gd name="connsiteY72" fmla="*/ 376530 h 580760"/>
              <a:gd name="connsiteX73" fmla="*/ 243825 w 609763"/>
              <a:gd name="connsiteY73" fmla="*/ 362523 h 580760"/>
              <a:gd name="connsiteX74" fmla="*/ 239896 w 609763"/>
              <a:gd name="connsiteY74" fmla="*/ 351317 h 580760"/>
              <a:gd name="connsiteX75" fmla="*/ 271327 w 609763"/>
              <a:gd name="connsiteY75" fmla="*/ 282959 h 580760"/>
              <a:gd name="connsiteX76" fmla="*/ 282552 w 609763"/>
              <a:gd name="connsiteY76" fmla="*/ 278757 h 580760"/>
              <a:gd name="connsiteX77" fmla="*/ 312859 w 609763"/>
              <a:gd name="connsiteY77" fmla="*/ 292764 h 580760"/>
              <a:gd name="connsiteX78" fmla="*/ 328855 w 609763"/>
              <a:gd name="connsiteY78" fmla="*/ 288282 h 580760"/>
              <a:gd name="connsiteX79" fmla="*/ 330539 w 609763"/>
              <a:gd name="connsiteY79" fmla="*/ 276796 h 580760"/>
              <a:gd name="connsiteX80" fmla="*/ 318752 w 609763"/>
              <a:gd name="connsiteY80" fmla="*/ 245418 h 580760"/>
              <a:gd name="connsiteX81" fmla="*/ 323804 w 609763"/>
              <a:gd name="connsiteY81" fmla="*/ 234492 h 580760"/>
              <a:gd name="connsiteX82" fmla="*/ 69048 w 609763"/>
              <a:gd name="connsiteY82" fmla="*/ 187422 h 580760"/>
              <a:gd name="connsiteX83" fmla="*/ 84749 w 609763"/>
              <a:gd name="connsiteY83" fmla="*/ 203123 h 580760"/>
              <a:gd name="connsiteX84" fmla="*/ 69048 w 609763"/>
              <a:gd name="connsiteY84" fmla="*/ 218824 h 580760"/>
              <a:gd name="connsiteX85" fmla="*/ 53347 w 609763"/>
              <a:gd name="connsiteY85" fmla="*/ 203123 h 580760"/>
              <a:gd name="connsiteX86" fmla="*/ 69048 w 609763"/>
              <a:gd name="connsiteY86" fmla="*/ 187422 h 580760"/>
              <a:gd name="connsiteX87" fmla="*/ 70434 w 609763"/>
              <a:gd name="connsiteY87" fmla="*/ 0 h 580760"/>
              <a:gd name="connsiteX88" fmla="*/ 409976 w 609763"/>
              <a:gd name="connsiteY88" fmla="*/ 0 h 580760"/>
              <a:gd name="connsiteX89" fmla="*/ 436635 w 609763"/>
              <a:gd name="connsiteY89" fmla="*/ 21853 h 580760"/>
              <a:gd name="connsiteX90" fmla="*/ 480130 w 609763"/>
              <a:gd name="connsiteY90" fmla="*/ 180149 h 580760"/>
              <a:gd name="connsiteX91" fmla="*/ 480410 w 609763"/>
              <a:gd name="connsiteY91" fmla="*/ 181270 h 580760"/>
              <a:gd name="connsiteX92" fmla="*/ 480410 w 609763"/>
              <a:gd name="connsiteY92" fmla="*/ 192196 h 580760"/>
              <a:gd name="connsiteX93" fmla="*/ 475920 w 609763"/>
              <a:gd name="connsiteY93" fmla="*/ 189955 h 580760"/>
              <a:gd name="connsiteX94" fmla="*/ 458522 w 609763"/>
              <a:gd name="connsiteY94" fmla="*/ 187713 h 580760"/>
              <a:gd name="connsiteX95" fmla="*/ 458522 w 609763"/>
              <a:gd name="connsiteY95" fmla="*/ 181270 h 580760"/>
              <a:gd name="connsiteX96" fmla="*/ 436635 w 609763"/>
              <a:gd name="connsiteY96" fmla="*/ 159697 h 580760"/>
              <a:gd name="connsiteX97" fmla="*/ 43775 w 609763"/>
              <a:gd name="connsiteY97" fmla="*/ 159697 h 580760"/>
              <a:gd name="connsiteX98" fmla="*/ 21888 w 609763"/>
              <a:gd name="connsiteY98" fmla="*/ 181270 h 580760"/>
              <a:gd name="connsiteX99" fmla="*/ 21888 w 609763"/>
              <a:gd name="connsiteY99" fmla="*/ 224977 h 580760"/>
              <a:gd name="connsiteX100" fmla="*/ 43775 w 609763"/>
              <a:gd name="connsiteY100" fmla="*/ 246830 h 580760"/>
              <a:gd name="connsiteX101" fmla="*/ 295486 w 609763"/>
              <a:gd name="connsiteY101" fmla="*/ 246830 h 580760"/>
              <a:gd name="connsiteX102" fmla="*/ 296889 w 609763"/>
              <a:gd name="connsiteY102" fmla="*/ 253274 h 580760"/>
              <a:gd name="connsiteX103" fmla="*/ 299976 w 609763"/>
              <a:gd name="connsiteY103" fmla="*/ 261118 h 580760"/>
              <a:gd name="connsiteX104" fmla="*/ 292119 w 609763"/>
              <a:gd name="connsiteY104" fmla="*/ 257756 h 580760"/>
              <a:gd name="connsiteX105" fmla="*/ 250307 w 609763"/>
              <a:gd name="connsiteY105" fmla="*/ 273166 h 580760"/>
              <a:gd name="connsiteX106" fmla="*/ 238241 w 609763"/>
              <a:gd name="connsiteY106" fmla="*/ 299222 h 580760"/>
              <a:gd name="connsiteX107" fmla="*/ 43775 w 609763"/>
              <a:gd name="connsiteY107" fmla="*/ 299222 h 580760"/>
              <a:gd name="connsiteX108" fmla="*/ 21888 w 609763"/>
              <a:gd name="connsiteY108" fmla="*/ 321075 h 580760"/>
              <a:gd name="connsiteX109" fmla="*/ 21888 w 609763"/>
              <a:gd name="connsiteY109" fmla="*/ 364781 h 580760"/>
              <a:gd name="connsiteX110" fmla="*/ 43775 w 609763"/>
              <a:gd name="connsiteY110" fmla="*/ 386634 h 580760"/>
              <a:gd name="connsiteX111" fmla="*/ 240486 w 609763"/>
              <a:gd name="connsiteY111" fmla="*/ 386634 h 580760"/>
              <a:gd name="connsiteX112" fmla="*/ 241889 w 609763"/>
              <a:gd name="connsiteY112" fmla="*/ 387195 h 580760"/>
              <a:gd name="connsiteX113" fmla="*/ 233751 w 609763"/>
              <a:gd name="connsiteY113" fmla="*/ 389997 h 580760"/>
              <a:gd name="connsiteX114" fmla="*/ 214950 w 609763"/>
              <a:gd name="connsiteY114" fmla="*/ 430621 h 580760"/>
              <a:gd name="connsiteX115" fmla="*/ 218317 w 609763"/>
              <a:gd name="connsiteY115" fmla="*/ 439026 h 580760"/>
              <a:gd name="connsiteX116" fmla="*/ 43775 w 609763"/>
              <a:gd name="connsiteY116" fmla="*/ 439026 h 580760"/>
              <a:gd name="connsiteX117" fmla="*/ 21888 w 609763"/>
              <a:gd name="connsiteY117" fmla="*/ 460879 h 580760"/>
              <a:gd name="connsiteX118" fmla="*/ 21888 w 609763"/>
              <a:gd name="connsiteY118" fmla="*/ 504586 h 580760"/>
              <a:gd name="connsiteX119" fmla="*/ 43775 w 609763"/>
              <a:gd name="connsiteY119" fmla="*/ 526439 h 580760"/>
              <a:gd name="connsiteX120" fmla="*/ 285945 w 609763"/>
              <a:gd name="connsiteY120" fmla="*/ 526439 h 580760"/>
              <a:gd name="connsiteX121" fmla="*/ 285103 w 609763"/>
              <a:gd name="connsiteY121" fmla="*/ 548012 h 580760"/>
              <a:gd name="connsiteX122" fmla="*/ 43775 w 609763"/>
              <a:gd name="connsiteY122" fmla="*/ 548012 h 580760"/>
              <a:gd name="connsiteX123" fmla="*/ 0 w 609763"/>
              <a:gd name="connsiteY123" fmla="*/ 504586 h 580760"/>
              <a:gd name="connsiteX124" fmla="*/ 0 w 609763"/>
              <a:gd name="connsiteY124" fmla="*/ 460879 h 580760"/>
              <a:gd name="connsiteX125" fmla="*/ 280 w 609763"/>
              <a:gd name="connsiteY125" fmla="*/ 459479 h 580760"/>
              <a:gd name="connsiteX126" fmla="*/ 11505 w 609763"/>
              <a:gd name="connsiteY126" fmla="*/ 394199 h 580760"/>
              <a:gd name="connsiteX127" fmla="*/ 0 w 609763"/>
              <a:gd name="connsiteY127" fmla="*/ 364781 h 580760"/>
              <a:gd name="connsiteX128" fmla="*/ 0 w 609763"/>
              <a:gd name="connsiteY128" fmla="*/ 321075 h 580760"/>
              <a:gd name="connsiteX129" fmla="*/ 280 w 609763"/>
              <a:gd name="connsiteY129" fmla="*/ 319954 h 580760"/>
              <a:gd name="connsiteX130" fmla="*/ 11505 w 609763"/>
              <a:gd name="connsiteY130" fmla="*/ 254394 h 580760"/>
              <a:gd name="connsiteX131" fmla="*/ 0 w 609763"/>
              <a:gd name="connsiteY131" fmla="*/ 224977 h 580760"/>
              <a:gd name="connsiteX132" fmla="*/ 0 w 609763"/>
              <a:gd name="connsiteY132" fmla="*/ 181270 h 580760"/>
              <a:gd name="connsiteX133" fmla="*/ 280 w 609763"/>
              <a:gd name="connsiteY133" fmla="*/ 180149 h 580760"/>
              <a:gd name="connsiteX134" fmla="*/ 43775 w 609763"/>
              <a:gd name="connsiteY134" fmla="*/ 21853 h 580760"/>
              <a:gd name="connsiteX135" fmla="*/ 70434 w 609763"/>
              <a:gd name="connsiteY135" fmla="*/ 0 h 58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609763" h="580760">
                <a:moveTo>
                  <a:pt x="69048" y="467002"/>
                </a:moveTo>
                <a:cubicBezTo>
                  <a:pt x="77719" y="467002"/>
                  <a:pt x="84749" y="474032"/>
                  <a:pt x="84749" y="482703"/>
                </a:cubicBezTo>
                <a:cubicBezTo>
                  <a:pt x="84749" y="491374"/>
                  <a:pt x="77719" y="498404"/>
                  <a:pt x="69048" y="498404"/>
                </a:cubicBezTo>
                <a:cubicBezTo>
                  <a:pt x="60377" y="498404"/>
                  <a:pt x="53347" y="491374"/>
                  <a:pt x="53347" y="482703"/>
                </a:cubicBezTo>
                <a:cubicBezTo>
                  <a:pt x="53347" y="474032"/>
                  <a:pt x="60377" y="467002"/>
                  <a:pt x="69048" y="467002"/>
                </a:cubicBezTo>
                <a:close/>
                <a:moveTo>
                  <a:pt x="69048" y="327212"/>
                </a:moveTo>
                <a:cubicBezTo>
                  <a:pt x="77719" y="327212"/>
                  <a:pt x="84749" y="334242"/>
                  <a:pt x="84749" y="342913"/>
                </a:cubicBezTo>
                <a:cubicBezTo>
                  <a:pt x="84749" y="351584"/>
                  <a:pt x="77719" y="358614"/>
                  <a:pt x="69048" y="358614"/>
                </a:cubicBezTo>
                <a:cubicBezTo>
                  <a:pt x="60377" y="358614"/>
                  <a:pt x="53347" y="351584"/>
                  <a:pt x="53347" y="342913"/>
                </a:cubicBezTo>
                <a:cubicBezTo>
                  <a:pt x="53347" y="334242"/>
                  <a:pt x="60377" y="327212"/>
                  <a:pt x="69048" y="327212"/>
                </a:cubicBezTo>
                <a:close/>
                <a:moveTo>
                  <a:pt x="443351" y="299768"/>
                </a:moveTo>
                <a:cubicBezTo>
                  <a:pt x="408273" y="295286"/>
                  <a:pt x="381894" y="303130"/>
                  <a:pt x="370388" y="324702"/>
                </a:cubicBezTo>
                <a:cubicBezTo>
                  <a:pt x="358882" y="346274"/>
                  <a:pt x="358040" y="365324"/>
                  <a:pt x="358882" y="368686"/>
                </a:cubicBezTo>
                <a:cubicBezTo>
                  <a:pt x="359724" y="372328"/>
                  <a:pt x="363653" y="378772"/>
                  <a:pt x="363653" y="378772"/>
                </a:cubicBezTo>
                <a:cubicBezTo>
                  <a:pt x="363653" y="378772"/>
                  <a:pt x="345973" y="405947"/>
                  <a:pt x="347096" y="410429"/>
                </a:cubicBezTo>
                <a:cubicBezTo>
                  <a:pt x="348218" y="414912"/>
                  <a:pt x="360285" y="417153"/>
                  <a:pt x="360285" y="417153"/>
                </a:cubicBezTo>
                <a:cubicBezTo>
                  <a:pt x="360285" y="417153"/>
                  <a:pt x="361408" y="420234"/>
                  <a:pt x="359163" y="426118"/>
                </a:cubicBezTo>
                <a:cubicBezTo>
                  <a:pt x="356918" y="432281"/>
                  <a:pt x="363372" y="439005"/>
                  <a:pt x="365056" y="441526"/>
                </a:cubicBezTo>
                <a:cubicBezTo>
                  <a:pt x="367020" y="444048"/>
                  <a:pt x="362530" y="451332"/>
                  <a:pt x="363933" y="455534"/>
                </a:cubicBezTo>
                <a:cubicBezTo>
                  <a:pt x="365617" y="459736"/>
                  <a:pt x="372913" y="464779"/>
                  <a:pt x="381332" y="463658"/>
                </a:cubicBezTo>
                <a:cubicBezTo>
                  <a:pt x="389470" y="462818"/>
                  <a:pt x="400415" y="460857"/>
                  <a:pt x="404063" y="460016"/>
                </a:cubicBezTo>
                <a:cubicBezTo>
                  <a:pt x="412482" y="479907"/>
                  <a:pt x="392277" y="489993"/>
                  <a:pt x="392277" y="489993"/>
                </a:cubicBezTo>
                <a:lnTo>
                  <a:pt x="499476" y="489993"/>
                </a:lnTo>
                <a:cubicBezTo>
                  <a:pt x="499476" y="489993"/>
                  <a:pt x="468327" y="465059"/>
                  <a:pt x="468888" y="437884"/>
                </a:cubicBezTo>
                <a:cubicBezTo>
                  <a:pt x="469169" y="422476"/>
                  <a:pt x="499476" y="403145"/>
                  <a:pt x="499196" y="360842"/>
                </a:cubicBezTo>
                <a:cubicBezTo>
                  <a:pt x="499196" y="339550"/>
                  <a:pt x="478429" y="304251"/>
                  <a:pt x="443351" y="299768"/>
                </a:cubicBezTo>
                <a:close/>
                <a:moveTo>
                  <a:pt x="394522" y="208438"/>
                </a:moveTo>
                <a:cubicBezTo>
                  <a:pt x="399012" y="206757"/>
                  <a:pt x="403782" y="208998"/>
                  <a:pt x="405466" y="213481"/>
                </a:cubicBezTo>
                <a:lnTo>
                  <a:pt x="416972" y="244578"/>
                </a:lnTo>
                <a:cubicBezTo>
                  <a:pt x="418656" y="249060"/>
                  <a:pt x="428478" y="252702"/>
                  <a:pt x="431845" y="252702"/>
                </a:cubicBezTo>
                <a:cubicBezTo>
                  <a:pt x="434932" y="252983"/>
                  <a:pt x="439141" y="249621"/>
                  <a:pt x="441106" y="245699"/>
                </a:cubicBezTo>
                <a:lnTo>
                  <a:pt x="455137" y="215162"/>
                </a:lnTo>
                <a:cubicBezTo>
                  <a:pt x="456821" y="211240"/>
                  <a:pt x="461872" y="209279"/>
                  <a:pt x="466082" y="211240"/>
                </a:cubicBezTo>
                <a:lnTo>
                  <a:pt x="534555" y="242617"/>
                </a:lnTo>
                <a:cubicBezTo>
                  <a:pt x="538764" y="244578"/>
                  <a:pt x="540728" y="249621"/>
                  <a:pt x="538764" y="253823"/>
                </a:cubicBezTo>
                <a:lnTo>
                  <a:pt x="524733" y="284080"/>
                </a:lnTo>
                <a:cubicBezTo>
                  <a:pt x="522768" y="288282"/>
                  <a:pt x="527258" y="297807"/>
                  <a:pt x="529223" y="300329"/>
                </a:cubicBezTo>
                <a:cubicBezTo>
                  <a:pt x="531468" y="302570"/>
                  <a:pt x="536519" y="303410"/>
                  <a:pt x="541009" y="301729"/>
                </a:cubicBezTo>
                <a:lnTo>
                  <a:pt x="572439" y="290243"/>
                </a:lnTo>
                <a:cubicBezTo>
                  <a:pt x="576649" y="288562"/>
                  <a:pt x="581700" y="290803"/>
                  <a:pt x="583103" y="295286"/>
                </a:cubicBezTo>
                <a:lnTo>
                  <a:pt x="609201" y="365885"/>
                </a:lnTo>
                <a:cubicBezTo>
                  <a:pt x="610885" y="370087"/>
                  <a:pt x="608640" y="375130"/>
                  <a:pt x="604431" y="376530"/>
                </a:cubicBezTo>
                <a:lnTo>
                  <a:pt x="573001" y="388297"/>
                </a:lnTo>
                <a:cubicBezTo>
                  <a:pt x="568511" y="389698"/>
                  <a:pt x="565143" y="393620"/>
                  <a:pt x="565143" y="396982"/>
                </a:cubicBezTo>
                <a:cubicBezTo>
                  <a:pt x="565143" y="400063"/>
                  <a:pt x="567949" y="410149"/>
                  <a:pt x="572159" y="412110"/>
                </a:cubicBezTo>
                <a:lnTo>
                  <a:pt x="602466" y="426118"/>
                </a:lnTo>
                <a:cubicBezTo>
                  <a:pt x="606676" y="428079"/>
                  <a:pt x="608360" y="433122"/>
                  <a:pt x="606395" y="437044"/>
                </a:cubicBezTo>
                <a:lnTo>
                  <a:pt x="574965" y="505681"/>
                </a:lnTo>
                <a:cubicBezTo>
                  <a:pt x="573001" y="509884"/>
                  <a:pt x="567949" y="511565"/>
                  <a:pt x="563740" y="509604"/>
                </a:cubicBezTo>
                <a:lnTo>
                  <a:pt x="533432" y="495596"/>
                </a:lnTo>
                <a:cubicBezTo>
                  <a:pt x="529223" y="493915"/>
                  <a:pt x="519681" y="498117"/>
                  <a:pt x="517156" y="500358"/>
                </a:cubicBezTo>
                <a:cubicBezTo>
                  <a:pt x="514911" y="502320"/>
                  <a:pt x="514069" y="507642"/>
                  <a:pt x="515753" y="511845"/>
                </a:cubicBezTo>
                <a:lnTo>
                  <a:pt x="527258" y="543222"/>
                </a:lnTo>
                <a:cubicBezTo>
                  <a:pt x="528942" y="547704"/>
                  <a:pt x="526697" y="552467"/>
                  <a:pt x="522488" y="554148"/>
                </a:cubicBezTo>
                <a:lnTo>
                  <a:pt x="451489" y="580202"/>
                </a:lnTo>
                <a:cubicBezTo>
                  <a:pt x="447280" y="581883"/>
                  <a:pt x="442228" y="579642"/>
                  <a:pt x="440825" y="575160"/>
                </a:cubicBezTo>
                <a:lnTo>
                  <a:pt x="429320" y="543782"/>
                </a:lnTo>
                <a:cubicBezTo>
                  <a:pt x="427636" y="539580"/>
                  <a:pt x="417814" y="535938"/>
                  <a:pt x="414727" y="535658"/>
                </a:cubicBezTo>
                <a:cubicBezTo>
                  <a:pt x="411359" y="535658"/>
                  <a:pt x="407150" y="538740"/>
                  <a:pt x="405186" y="542942"/>
                </a:cubicBezTo>
                <a:lnTo>
                  <a:pt x="391154" y="573198"/>
                </a:lnTo>
                <a:cubicBezTo>
                  <a:pt x="389470" y="577401"/>
                  <a:pt x="384419" y="579362"/>
                  <a:pt x="380210" y="577401"/>
                </a:cubicBezTo>
                <a:lnTo>
                  <a:pt x="311456" y="545743"/>
                </a:lnTo>
                <a:cubicBezTo>
                  <a:pt x="307527" y="543782"/>
                  <a:pt x="305563" y="538740"/>
                  <a:pt x="307527" y="534537"/>
                </a:cubicBezTo>
                <a:lnTo>
                  <a:pt x="321559" y="504561"/>
                </a:lnTo>
                <a:cubicBezTo>
                  <a:pt x="323523" y="500078"/>
                  <a:pt x="319033" y="490833"/>
                  <a:pt x="317069" y="488312"/>
                </a:cubicBezTo>
                <a:cubicBezTo>
                  <a:pt x="314824" y="485790"/>
                  <a:pt x="309492" y="485230"/>
                  <a:pt x="305282" y="486631"/>
                </a:cubicBezTo>
                <a:lnTo>
                  <a:pt x="273852" y="498397"/>
                </a:lnTo>
                <a:cubicBezTo>
                  <a:pt x="269643" y="500078"/>
                  <a:pt x="264591" y="497557"/>
                  <a:pt x="263188" y="493355"/>
                </a:cubicBezTo>
                <a:lnTo>
                  <a:pt x="236809" y="422756"/>
                </a:lnTo>
                <a:cubicBezTo>
                  <a:pt x="235406" y="418273"/>
                  <a:pt x="237651" y="413511"/>
                  <a:pt x="241861" y="411830"/>
                </a:cubicBezTo>
                <a:lnTo>
                  <a:pt x="273291" y="400344"/>
                </a:lnTo>
                <a:cubicBezTo>
                  <a:pt x="277500" y="398663"/>
                  <a:pt x="281148" y="388857"/>
                  <a:pt x="281429" y="385776"/>
                </a:cubicBezTo>
                <a:cubicBezTo>
                  <a:pt x="281710" y="382694"/>
                  <a:pt x="278342" y="378211"/>
                  <a:pt x="274133" y="376530"/>
                </a:cubicBezTo>
                <a:lnTo>
                  <a:pt x="243825" y="362523"/>
                </a:lnTo>
                <a:cubicBezTo>
                  <a:pt x="239616" y="360562"/>
                  <a:pt x="237932" y="355519"/>
                  <a:pt x="239896" y="351317"/>
                </a:cubicBezTo>
                <a:lnTo>
                  <a:pt x="271327" y="282959"/>
                </a:lnTo>
                <a:cubicBezTo>
                  <a:pt x="273291" y="278757"/>
                  <a:pt x="278342" y="277076"/>
                  <a:pt x="282552" y="278757"/>
                </a:cubicBezTo>
                <a:lnTo>
                  <a:pt x="312859" y="292764"/>
                </a:lnTo>
                <a:cubicBezTo>
                  <a:pt x="317069" y="294726"/>
                  <a:pt x="326610" y="290243"/>
                  <a:pt x="328855" y="288282"/>
                </a:cubicBezTo>
                <a:cubicBezTo>
                  <a:pt x="331381" y="286321"/>
                  <a:pt x="331942" y="280998"/>
                  <a:pt x="330539" y="276796"/>
                </a:cubicBezTo>
                <a:lnTo>
                  <a:pt x="318752" y="245418"/>
                </a:lnTo>
                <a:cubicBezTo>
                  <a:pt x="317349" y="240936"/>
                  <a:pt x="319594" y="236173"/>
                  <a:pt x="323804" y="234492"/>
                </a:cubicBezTo>
                <a:close/>
                <a:moveTo>
                  <a:pt x="69048" y="187422"/>
                </a:moveTo>
                <a:cubicBezTo>
                  <a:pt x="77719" y="187422"/>
                  <a:pt x="84749" y="194452"/>
                  <a:pt x="84749" y="203123"/>
                </a:cubicBezTo>
                <a:cubicBezTo>
                  <a:pt x="84749" y="211794"/>
                  <a:pt x="77719" y="218824"/>
                  <a:pt x="69048" y="218824"/>
                </a:cubicBezTo>
                <a:cubicBezTo>
                  <a:pt x="60377" y="218824"/>
                  <a:pt x="53347" y="211794"/>
                  <a:pt x="53347" y="203123"/>
                </a:cubicBezTo>
                <a:cubicBezTo>
                  <a:pt x="53347" y="194452"/>
                  <a:pt x="60377" y="187422"/>
                  <a:pt x="69048" y="187422"/>
                </a:cubicBezTo>
                <a:close/>
                <a:moveTo>
                  <a:pt x="70434" y="0"/>
                </a:moveTo>
                <a:lnTo>
                  <a:pt x="409976" y="0"/>
                </a:lnTo>
                <a:cubicBezTo>
                  <a:pt x="423165" y="0"/>
                  <a:pt x="435231" y="9806"/>
                  <a:pt x="436635" y="21853"/>
                </a:cubicBezTo>
                <a:lnTo>
                  <a:pt x="480130" y="180149"/>
                </a:lnTo>
                <a:cubicBezTo>
                  <a:pt x="480130" y="180429"/>
                  <a:pt x="480410" y="180989"/>
                  <a:pt x="480410" y="181270"/>
                </a:cubicBezTo>
                <a:lnTo>
                  <a:pt x="480410" y="192196"/>
                </a:lnTo>
                <a:lnTo>
                  <a:pt x="475920" y="189955"/>
                </a:lnTo>
                <a:cubicBezTo>
                  <a:pt x="470308" y="187433"/>
                  <a:pt x="464415" y="186873"/>
                  <a:pt x="458522" y="187713"/>
                </a:cubicBezTo>
                <a:lnTo>
                  <a:pt x="458522" y="181270"/>
                </a:lnTo>
                <a:cubicBezTo>
                  <a:pt x="458522" y="169502"/>
                  <a:pt x="448701" y="159697"/>
                  <a:pt x="436635" y="159697"/>
                </a:cubicBezTo>
                <a:lnTo>
                  <a:pt x="43775" y="159697"/>
                </a:lnTo>
                <a:cubicBezTo>
                  <a:pt x="31709" y="159697"/>
                  <a:pt x="21888" y="169502"/>
                  <a:pt x="21888" y="181270"/>
                </a:cubicBezTo>
                <a:lnTo>
                  <a:pt x="21888" y="224977"/>
                </a:lnTo>
                <a:cubicBezTo>
                  <a:pt x="21888" y="237024"/>
                  <a:pt x="31709" y="246830"/>
                  <a:pt x="43775" y="246830"/>
                </a:cubicBezTo>
                <a:lnTo>
                  <a:pt x="295486" y="246830"/>
                </a:lnTo>
                <a:cubicBezTo>
                  <a:pt x="295767" y="249071"/>
                  <a:pt x="296328" y="251312"/>
                  <a:pt x="296889" y="253274"/>
                </a:cubicBezTo>
                <a:lnTo>
                  <a:pt x="299976" y="261118"/>
                </a:lnTo>
                <a:lnTo>
                  <a:pt x="292119" y="257756"/>
                </a:lnTo>
                <a:cubicBezTo>
                  <a:pt x="276685" y="250752"/>
                  <a:pt x="257323" y="258037"/>
                  <a:pt x="250307" y="273166"/>
                </a:cubicBezTo>
                <a:lnTo>
                  <a:pt x="238241" y="299222"/>
                </a:lnTo>
                <a:lnTo>
                  <a:pt x="43775" y="299222"/>
                </a:lnTo>
                <a:cubicBezTo>
                  <a:pt x="31709" y="299222"/>
                  <a:pt x="21888" y="309027"/>
                  <a:pt x="21888" y="321075"/>
                </a:cubicBezTo>
                <a:lnTo>
                  <a:pt x="21888" y="364781"/>
                </a:lnTo>
                <a:cubicBezTo>
                  <a:pt x="21888" y="376829"/>
                  <a:pt x="31709" y="386634"/>
                  <a:pt x="43775" y="386634"/>
                </a:cubicBezTo>
                <a:lnTo>
                  <a:pt x="240486" y="386634"/>
                </a:lnTo>
                <a:lnTo>
                  <a:pt x="241889" y="387195"/>
                </a:lnTo>
                <a:lnTo>
                  <a:pt x="233751" y="389997"/>
                </a:lnTo>
                <a:cubicBezTo>
                  <a:pt x="217756" y="396160"/>
                  <a:pt x="209337" y="414091"/>
                  <a:pt x="214950" y="430621"/>
                </a:cubicBezTo>
                <a:lnTo>
                  <a:pt x="218317" y="439026"/>
                </a:lnTo>
                <a:lnTo>
                  <a:pt x="43775" y="439026"/>
                </a:lnTo>
                <a:cubicBezTo>
                  <a:pt x="31709" y="439026"/>
                  <a:pt x="21888" y="448832"/>
                  <a:pt x="21888" y="460879"/>
                </a:cubicBezTo>
                <a:lnTo>
                  <a:pt x="21888" y="504586"/>
                </a:lnTo>
                <a:cubicBezTo>
                  <a:pt x="21888" y="516633"/>
                  <a:pt x="31709" y="526439"/>
                  <a:pt x="43775" y="526439"/>
                </a:cubicBezTo>
                <a:lnTo>
                  <a:pt x="285945" y="526439"/>
                </a:lnTo>
                <a:cubicBezTo>
                  <a:pt x="283139" y="533163"/>
                  <a:pt x="282858" y="540728"/>
                  <a:pt x="285103" y="548012"/>
                </a:cubicBezTo>
                <a:lnTo>
                  <a:pt x="43775" y="548012"/>
                </a:lnTo>
                <a:cubicBezTo>
                  <a:pt x="19643" y="548012"/>
                  <a:pt x="0" y="528681"/>
                  <a:pt x="0" y="504586"/>
                </a:cubicBezTo>
                <a:lnTo>
                  <a:pt x="0" y="460879"/>
                </a:lnTo>
                <a:cubicBezTo>
                  <a:pt x="0" y="460319"/>
                  <a:pt x="280" y="460039"/>
                  <a:pt x="280" y="459479"/>
                </a:cubicBezTo>
                <a:lnTo>
                  <a:pt x="11505" y="394199"/>
                </a:lnTo>
                <a:cubicBezTo>
                  <a:pt x="4490" y="386354"/>
                  <a:pt x="0" y="375988"/>
                  <a:pt x="0" y="364781"/>
                </a:cubicBezTo>
                <a:lnTo>
                  <a:pt x="0" y="321075"/>
                </a:lnTo>
                <a:cubicBezTo>
                  <a:pt x="0" y="320795"/>
                  <a:pt x="280" y="320234"/>
                  <a:pt x="280" y="319954"/>
                </a:cubicBezTo>
                <a:lnTo>
                  <a:pt x="11505" y="254394"/>
                </a:lnTo>
                <a:cubicBezTo>
                  <a:pt x="4490" y="246550"/>
                  <a:pt x="0" y="236183"/>
                  <a:pt x="0" y="224977"/>
                </a:cubicBezTo>
                <a:lnTo>
                  <a:pt x="0" y="181270"/>
                </a:lnTo>
                <a:cubicBezTo>
                  <a:pt x="0" y="180989"/>
                  <a:pt x="280" y="180429"/>
                  <a:pt x="280" y="180149"/>
                </a:cubicBezTo>
                <a:lnTo>
                  <a:pt x="43775" y="21853"/>
                </a:lnTo>
                <a:cubicBezTo>
                  <a:pt x="45178" y="9806"/>
                  <a:pt x="56964" y="0"/>
                  <a:pt x="704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9" name="discount_98987"/>
          <p:cNvSpPr/>
          <p:nvPr/>
        </p:nvSpPr>
        <p:spPr>
          <a:xfrm>
            <a:off x="7168576" y="4387496"/>
            <a:ext cx="484272" cy="483540"/>
          </a:xfrm>
          <a:custGeom>
            <a:avLst/>
            <a:gdLst>
              <a:gd name="T0" fmla="*/ 6367 w 6638"/>
              <a:gd name="T1" fmla="*/ 3048 h 6638"/>
              <a:gd name="T2" fmla="*/ 5653 w 6638"/>
              <a:gd name="T3" fmla="*/ 3048 h 6638"/>
              <a:gd name="T4" fmla="*/ 3590 w 6638"/>
              <a:gd name="T5" fmla="*/ 1006 h 6638"/>
              <a:gd name="T6" fmla="*/ 3590 w 6638"/>
              <a:gd name="T7" fmla="*/ 271 h 6638"/>
              <a:gd name="T8" fmla="*/ 3319 w 6638"/>
              <a:gd name="T9" fmla="*/ 0 h 6638"/>
              <a:gd name="T10" fmla="*/ 3048 w 6638"/>
              <a:gd name="T11" fmla="*/ 271 h 6638"/>
              <a:gd name="T12" fmla="*/ 3048 w 6638"/>
              <a:gd name="T13" fmla="*/ 1004 h 6638"/>
              <a:gd name="T14" fmla="*/ 966 w 6638"/>
              <a:gd name="T15" fmla="*/ 3048 h 6638"/>
              <a:gd name="T16" fmla="*/ 271 w 6638"/>
              <a:gd name="T17" fmla="*/ 3048 h 6638"/>
              <a:gd name="T18" fmla="*/ 0 w 6638"/>
              <a:gd name="T19" fmla="*/ 3319 h 6638"/>
              <a:gd name="T20" fmla="*/ 271 w 6638"/>
              <a:gd name="T21" fmla="*/ 3590 h 6638"/>
              <a:gd name="T22" fmla="*/ 963 w 6638"/>
              <a:gd name="T23" fmla="*/ 3590 h 6638"/>
              <a:gd name="T24" fmla="*/ 3048 w 6638"/>
              <a:gd name="T25" fmla="*/ 5663 h 6638"/>
              <a:gd name="T26" fmla="*/ 3048 w 6638"/>
              <a:gd name="T27" fmla="*/ 6367 h 6638"/>
              <a:gd name="T28" fmla="*/ 3319 w 6638"/>
              <a:gd name="T29" fmla="*/ 6638 h 6638"/>
              <a:gd name="T30" fmla="*/ 3590 w 6638"/>
              <a:gd name="T31" fmla="*/ 6367 h 6638"/>
              <a:gd name="T32" fmla="*/ 3590 w 6638"/>
              <a:gd name="T33" fmla="*/ 5660 h 6638"/>
              <a:gd name="T34" fmla="*/ 5657 w 6638"/>
              <a:gd name="T35" fmla="*/ 3590 h 6638"/>
              <a:gd name="T36" fmla="*/ 6367 w 6638"/>
              <a:gd name="T37" fmla="*/ 3590 h 6638"/>
              <a:gd name="T38" fmla="*/ 6638 w 6638"/>
              <a:gd name="T39" fmla="*/ 3319 h 6638"/>
              <a:gd name="T40" fmla="*/ 6367 w 6638"/>
              <a:gd name="T41" fmla="*/ 3048 h 6638"/>
              <a:gd name="T42" fmla="*/ 3590 w 6638"/>
              <a:gd name="T43" fmla="*/ 5112 h 6638"/>
              <a:gd name="T44" fmla="*/ 3590 w 6638"/>
              <a:gd name="T45" fmla="*/ 4218 h 6638"/>
              <a:gd name="T46" fmla="*/ 3319 w 6638"/>
              <a:gd name="T47" fmla="*/ 3947 h 6638"/>
              <a:gd name="T48" fmla="*/ 3048 w 6638"/>
              <a:gd name="T49" fmla="*/ 4218 h 6638"/>
              <a:gd name="T50" fmla="*/ 3048 w 6638"/>
              <a:gd name="T51" fmla="*/ 5115 h 6638"/>
              <a:gd name="T52" fmla="*/ 1511 w 6638"/>
              <a:gd name="T53" fmla="*/ 3590 h 6638"/>
              <a:gd name="T54" fmla="*/ 2420 w 6638"/>
              <a:gd name="T55" fmla="*/ 3590 h 6638"/>
              <a:gd name="T56" fmla="*/ 2691 w 6638"/>
              <a:gd name="T57" fmla="*/ 3319 h 6638"/>
              <a:gd name="T58" fmla="*/ 2420 w 6638"/>
              <a:gd name="T59" fmla="*/ 3048 h 6638"/>
              <a:gd name="T60" fmla="*/ 1515 w 6638"/>
              <a:gd name="T61" fmla="*/ 3048 h 6638"/>
              <a:gd name="T62" fmla="*/ 3048 w 6638"/>
              <a:gd name="T63" fmla="*/ 1552 h 6638"/>
              <a:gd name="T64" fmla="*/ 3048 w 6638"/>
              <a:gd name="T65" fmla="*/ 2420 h 6638"/>
              <a:gd name="T66" fmla="*/ 3319 w 6638"/>
              <a:gd name="T67" fmla="*/ 2691 h 6638"/>
              <a:gd name="T68" fmla="*/ 3590 w 6638"/>
              <a:gd name="T69" fmla="*/ 2420 h 6638"/>
              <a:gd name="T70" fmla="*/ 3590 w 6638"/>
              <a:gd name="T71" fmla="*/ 1555 h 6638"/>
              <a:gd name="T72" fmla="*/ 5104 w 6638"/>
              <a:gd name="T73" fmla="*/ 3048 h 6638"/>
              <a:gd name="T74" fmla="*/ 4218 w 6638"/>
              <a:gd name="T75" fmla="*/ 3048 h 6638"/>
              <a:gd name="T76" fmla="*/ 3947 w 6638"/>
              <a:gd name="T77" fmla="*/ 3319 h 6638"/>
              <a:gd name="T78" fmla="*/ 4218 w 6638"/>
              <a:gd name="T79" fmla="*/ 3590 h 6638"/>
              <a:gd name="T80" fmla="*/ 5109 w 6638"/>
              <a:gd name="T81" fmla="*/ 3590 h 6638"/>
              <a:gd name="T82" fmla="*/ 3590 w 6638"/>
              <a:gd name="T83" fmla="*/ 5112 h 6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638" h="6638">
                <a:moveTo>
                  <a:pt x="6367" y="3048"/>
                </a:moveTo>
                <a:lnTo>
                  <a:pt x="5653" y="3048"/>
                </a:lnTo>
                <a:cubicBezTo>
                  <a:pt x="5522" y="1981"/>
                  <a:pt x="4666" y="1133"/>
                  <a:pt x="3590" y="1006"/>
                </a:cubicBezTo>
                <a:lnTo>
                  <a:pt x="3590" y="271"/>
                </a:lnTo>
                <a:cubicBezTo>
                  <a:pt x="3590" y="121"/>
                  <a:pt x="3469" y="0"/>
                  <a:pt x="3319" y="0"/>
                </a:cubicBezTo>
                <a:cubicBezTo>
                  <a:pt x="3169" y="0"/>
                  <a:pt x="3048" y="121"/>
                  <a:pt x="3048" y="271"/>
                </a:cubicBezTo>
                <a:lnTo>
                  <a:pt x="3048" y="1004"/>
                </a:lnTo>
                <a:cubicBezTo>
                  <a:pt x="1963" y="1123"/>
                  <a:pt x="1098" y="1975"/>
                  <a:pt x="966" y="3048"/>
                </a:cubicBezTo>
                <a:lnTo>
                  <a:pt x="271" y="3048"/>
                </a:lnTo>
                <a:cubicBezTo>
                  <a:pt x="121" y="3048"/>
                  <a:pt x="0" y="3169"/>
                  <a:pt x="0" y="3319"/>
                </a:cubicBezTo>
                <a:cubicBezTo>
                  <a:pt x="0" y="3469"/>
                  <a:pt x="121" y="3590"/>
                  <a:pt x="271" y="3590"/>
                </a:cubicBezTo>
                <a:lnTo>
                  <a:pt x="963" y="3590"/>
                </a:lnTo>
                <a:cubicBezTo>
                  <a:pt x="1082" y="4677"/>
                  <a:pt x="1954" y="5542"/>
                  <a:pt x="3048" y="5663"/>
                </a:cubicBezTo>
                <a:lnTo>
                  <a:pt x="3048" y="6367"/>
                </a:lnTo>
                <a:cubicBezTo>
                  <a:pt x="3048" y="6517"/>
                  <a:pt x="3169" y="6638"/>
                  <a:pt x="3319" y="6638"/>
                </a:cubicBezTo>
                <a:cubicBezTo>
                  <a:pt x="3469" y="6638"/>
                  <a:pt x="3590" y="6517"/>
                  <a:pt x="3590" y="6367"/>
                </a:cubicBezTo>
                <a:lnTo>
                  <a:pt x="3590" y="5660"/>
                </a:lnTo>
                <a:cubicBezTo>
                  <a:pt x="4676" y="5532"/>
                  <a:pt x="5537" y="4671"/>
                  <a:pt x="5657" y="3590"/>
                </a:cubicBezTo>
                <a:lnTo>
                  <a:pt x="6367" y="3590"/>
                </a:lnTo>
                <a:cubicBezTo>
                  <a:pt x="6517" y="3590"/>
                  <a:pt x="6638" y="3469"/>
                  <a:pt x="6638" y="3319"/>
                </a:cubicBezTo>
                <a:cubicBezTo>
                  <a:pt x="6638" y="3169"/>
                  <a:pt x="6517" y="3048"/>
                  <a:pt x="6367" y="3048"/>
                </a:cubicBezTo>
                <a:close/>
                <a:moveTo>
                  <a:pt x="3590" y="5112"/>
                </a:moveTo>
                <a:lnTo>
                  <a:pt x="3590" y="4218"/>
                </a:lnTo>
                <a:cubicBezTo>
                  <a:pt x="3590" y="4069"/>
                  <a:pt x="3469" y="3947"/>
                  <a:pt x="3319" y="3947"/>
                </a:cubicBezTo>
                <a:cubicBezTo>
                  <a:pt x="3169" y="3947"/>
                  <a:pt x="3048" y="4069"/>
                  <a:pt x="3048" y="4218"/>
                </a:cubicBezTo>
                <a:lnTo>
                  <a:pt x="3048" y="5115"/>
                </a:lnTo>
                <a:cubicBezTo>
                  <a:pt x="2253" y="5001"/>
                  <a:pt x="1625" y="4377"/>
                  <a:pt x="1511" y="3590"/>
                </a:cubicBezTo>
                <a:lnTo>
                  <a:pt x="2420" y="3590"/>
                </a:lnTo>
                <a:cubicBezTo>
                  <a:pt x="2570" y="3590"/>
                  <a:pt x="2691" y="3469"/>
                  <a:pt x="2691" y="3319"/>
                </a:cubicBezTo>
                <a:cubicBezTo>
                  <a:pt x="2691" y="3170"/>
                  <a:pt x="2570" y="3048"/>
                  <a:pt x="2420" y="3048"/>
                </a:cubicBezTo>
                <a:lnTo>
                  <a:pt x="1515" y="3048"/>
                </a:lnTo>
                <a:cubicBezTo>
                  <a:pt x="1640" y="2274"/>
                  <a:pt x="2263" y="1665"/>
                  <a:pt x="3048" y="1552"/>
                </a:cubicBezTo>
                <a:lnTo>
                  <a:pt x="3048" y="2420"/>
                </a:lnTo>
                <a:cubicBezTo>
                  <a:pt x="3048" y="2570"/>
                  <a:pt x="3170" y="2691"/>
                  <a:pt x="3319" y="2691"/>
                </a:cubicBezTo>
                <a:cubicBezTo>
                  <a:pt x="3469" y="2691"/>
                  <a:pt x="3590" y="2570"/>
                  <a:pt x="3590" y="2420"/>
                </a:cubicBezTo>
                <a:lnTo>
                  <a:pt x="3590" y="1555"/>
                </a:lnTo>
                <a:cubicBezTo>
                  <a:pt x="4366" y="1675"/>
                  <a:pt x="4980" y="2280"/>
                  <a:pt x="5104" y="3048"/>
                </a:cubicBezTo>
                <a:lnTo>
                  <a:pt x="4218" y="3048"/>
                </a:lnTo>
                <a:cubicBezTo>
                  <a:pt x="4068" y="3048"/>
                  <a:pt x="3947" y="3170"/>
                  <a:pt x="3947" y="3319"/>
                </a:cubicBezTo>
                <a:cubicBezTo>
                  <a:pt x="3947" y="3469"/>
                  <a:pt x="4068" y="3590"/>
                  <a:pt x="4218" y="3590"/>
                </a:cubicBezTo>
                <a:lnTo>
                  <a:pt x="5109" y="3590"/>
                </a:lnTo>
                <a:cubicBezTo>
                  <a:pt x="4995" y="4371"/>
                  <a:pt x="4376" y="4991"/>
                  <a:pt x="3590" y="51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420367" y="2865147"/>
            <a:ext cx="2773558" cy="665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{{slide_20_body_2}}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420367" y="4616406"/>
            <a:ext cx="2773558" cy="665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{{slide_20_body_3}}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135681" y="4616406"/>
            <a:ext cx="2773558" cy="665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{{slide_20_body_4}}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8135681" y="2850510"/>
            <a:ext cx="2773558" cy="665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{{slide_20_body_1}}</a:t>
            </a:r>
          </a:p>
        </p:txBody>
      </p:sp>
      <p:sp>
        <p:nvSpPr>
          <p:cNvPr id="34" name="椭圆 33"/>
          <p:cNvSpPr/>
          <p:nvPr/>
        </p:nvSpPr>
        <p:spPr>
          <a:xfrm>
            <a:off x="5311003" y="3072927"/>
            <a:ext cx="1708927" cy="1708927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3429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74003" y="3559507"/>
            <a:ext cx="8002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{{slide_20_title}}</a:t>
            </a:r>
          </a:p>
        </p:txBody>
      </p:sp>
    </p:spTree>
    <p:extLst>
      <p:ext uri="{BB962C8B-B14F-4D97-AF65-F5344CB8AC3E}">
        <p14:creationId xmlns:p14="http://schemas.microsoft.com/office/powerpoint/2010/main" val="159639370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 animBg="1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FC1D9480-77B3-4DC5-A3CE-FFA50593C969}"/>
              </a:ext>
            </a:extLst>
          </p:cNvPr>
          <p:cNvSpPr>
            <a:spLocks/>
          </p:cNvSpPr>
          <p:nvPr/>
        </p:nvSpPr>
        <p:spPr bwMode="auto">
          <a:xfrm>
            <a:off x="2061699" y="2320152"/>
            <a:ext cx="1740040" cy="156883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77A19BDB-F996-47EC-B7C4-1235B1DD1635}"/>
              </a:ext>
            </a:extLst>
          </p:cNvPr>
          <p:cNvSpPr txBox="1"/>
          <p:nvPr/>
        </p:nvSpPr>
        <p:spPr>
          <a:xfrm>
            <a:off x="2607915" y="2818054"/>
            <a:ext cx="70017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sz="1800" b="1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管理</a:t>
            </a:r>
            <a:endParaRPr lang="en-US" altLang="zh-CN" sz="1800" b="1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spcBef>
                <a:spcPct val="0"/>
              </a:spcBef>
            </a:pPr>
            <a:r>
              <a:rPr lang="zh-CN" altLang="en-US" sz="1800" b="1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不足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C2C8CC9-5755-4733-96A4-E7238AC6D3C3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445365" y="2901280"/>
            <a:ext cx="432937" cy="390341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84F11EB6-80B8-46E1-9378-5DB98255D213}"/>
              </a:ext>
            </a:extLst>
          </p:cNvPr>
          <p:cNvSpPr>
            <a:spLocks/>
          </p:cNvSpPr>
          <p:nvPr/>
        </p:nvSpPr>
        <p:spPr bwMode="auto">
          <a:xfrm>
            <a:off x="3541901" y="3188447"/>
            <a:ext cx="1740040" cy="156883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TextBox 54">
            <a:extLst>
              <a:ext uri="{FF2B5EF4-FFF2-40B4-BE49-F238E27FC236}">
                <a16:creationId xmlns:a16="http://schemas.microsoft.com/office/drawing/2014/main" id="{66DF4524-FBE0-479E-8D0F-118EF0446E33}"/>
              </a:ext>
            </a:extLst>
          </p:cNvPr>
          <p:cNvSpPr txBox="1"/>
          <p:nvPr/>
        </p:nvSpPr>
        <p:spPr>
          <a:xfrm>
            <a:off x="4110970" y="3700351"/>
            <a:ext cx="70017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sz="1800" b="1" spc="100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营销不足</a:t>
            </a:r>
            <a:endParaRPr lang="zh-CN" altLang="en-US" sz="1800" b="1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2C6DC87-5925-4618-A7DD-C2FB83121F2A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923015" y="3774597"/>
            <a:ext cx="432937" cy="390341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78754FE-B351-4554-ACB3-D45D71FCB6EB}"/>
              </a:ext>
            </a:extLst>
          </p:cNvPr>
          <p:cNvSpPr>
            <a:spLocks/>
          </p:cNvSpPr>
          <p:nvPr/>
        </p:nvSpPr>
        <p:spPr bwMode="auto">
          <a:xfrm>
            <a:off x="2061699" y="4058433"/>
            <a:ext cx="1740040" cy="156883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182863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TextBox 58">
            <a:extLst>
              <a:ext uri="{FF2B5EF4-FFF2-40B4-BE49-F238E27FC236}">
                <a16:creationId xmlns:a16="http://schemas.microsoft.com/office/drawing/2014/main" id="{A96DEB6B-5DD9-4C99-AC1A-5C69D6A41089}"/>
              </a:ext>
            </a:extLst>
          </p:cNvPr>
          <p:cNvSpPr txBox="1"/>
          <p:nvPr/>
        </p:nvSpPr>
        <p:spPr>
          <a:xfrm>
            <a:off x="2665795" y="4551023"/>
            <a:ext cx="70017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sz="1800" b="1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意识</a:t>
            </a:r>
            <a:endParaRPr lang="en-US" altLang="zh-CN" sz="1800" b="1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spcBef>
                <a:spcPct val="0"/>
              </a:spcBef>
            </a:pPr>
            <a:r>
              <a:rPr lang="zh-CN" altLang="en-US" sz="1800" b="1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不足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952606E9-CDD8-4705-B848-F9E54B1123BB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445365" y="4639563"/>
            <a:ext cx="432937" cy="390341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D44C562E-E5F3-4D91-9176-E931AB4A0A98}"/>
              </a:ext>
            </a:extLst>
          </p:cNvPr>
          <p:cNvSpPr/>
          <p:nvPr/>
        </p:nvSpPr>
        <p:spPr>
          <a:xfrm>
            <a:off x="3782046" y="1864313"/>
            <a:ext cx="6277573" cy="1100032"/>
          </a:xfrm>
          <a:custGeom>
            <a:avLst/>
            <a:gdLst/>
            <a:ahLst/>
            <a:cxnLst/>
            <a:rect l="l" t="t" r="r" b="b"/>
            <a:pathLst>
              <a:path w="6025861" h="1158747">
                <a:moveTo>
                  <a:pt x="575194" y="0"/>
                </a:moveTo>
                <a:lnTo>
                  <a:pt x="1992514" y="0"/>
                </a:lnTo>
                <a:lnTo>
                  <a:pt x="4154179" y="0"/>
                </a:lnTo>
                <a:lnTo>
                  <a:pt x="5571499" y="0"/>
                </a:lnTo>
                <a:lnTo>
                  <a:pt x="5571499" y="474"/>
                </a:lnTo>
                <a:lnTo>
                  <a:pt x="5639364" y="474"/>
                </a:lnTo>
                <a:cubicBezTo>
                  <a:pt x="5661410" y="0"/>
                  <a:pt x="5683924" y="5211"/>
                  <a:pt x="5704562" y="17528"/>
                </a:cubicBezTo>
                <a:cubicBezTo>
                  <a:pt x="5723793" y="28424"/>
                  <a:pt x="5739272" y="44057"/>
                  <a:pt x="5749591" y="62533"/>
                </a:cubicBezTo>
                <a:lnTo>
                  <a:pt x="6008038" y="514473"/>
                </a:lnTo>
                <a:cubicBezTo>
                  <a:pt x="6019294" y="533422"/>
                  <a:pt x="6025861" y="555687"/>
                  <a:pt x="6025861" y="579374"/>
                </a:cubicBezTo>
                <a:cubicBezTo>
                  <a:pt x="6025861" y="603534"/>
                  <a:pt x="6019294" y="625799"/>
                  <a:pt x="6007568" y="644749"/>
                </a:cubicBezTo>
                <a:lnTo>
                  <a:pt x="5749591" y="1096688"/>
                </a:lnTo>
                <a:cubicBezTo>
                  <a:pt x="5738803" y="1114690"/>
                  <a:pt x="5723793" y="1130324"/>
                  <a:pt x="5704562" y="1141693"/>
                </a:cubicBezTo>
                <a:cubicBezTo>
                  <a:pt x="5684393" y="1153536"/>
                  <a:pt x="5662348" y="1158747"/>
                  <a:pt x="5640302" y="1158273"/>
                </a:cubicBezTo>
                <a:lnTo>
                  <a:pt x="5571499" y="1158273"/>
                </a:lnTo>
                <a:lnTo>
                  <a:pt x="5571499" y="1158747"/>
                </a:lnTo>
                <a:lnTo>
                  <a:pt x="4154179" y="1158747"/>
                </a:lnTo>
                <a:lnTo>
                  <a:pt x="1992514" y="1158747"/>
                </a:lnTo>
                <a:lnTo>
                  <a:pt x="575194" y="1158747"/>
                </a:lnTo>
                <a:lnTo>
                  <a:pt x="575194" y="1158273"/>
                </a:lnTo>
                <a:lnTo>
                  <a:pt x="382745" y="1158273"/>
                </a:lnTo>
                <a:cubicBezTo>
                  <a:pt x="362107" y="1158273"/>
                  <a:pt x="340530" y="1153062"/>
                  <a:pt x="321299" y="1141693"/>
                </a:cubicBezTo>
                <a:cubicBezTo>
                  <a:pt x="302069" y="1130324"/>
                  <a:pt x="286590" y="1114690"/>
                  <a:pt x="276270" y="1096215"/>
                </a:cubicBezTo>
                <a:lnTo>
                  <a:pt x="16886" y="642380"/>
                </a:lnTo>
                <a:cubicBezTo>
                  <a:pt x="6098" y="623904"/>
                  <a:pt x="0" y="602587"/>
                  <a:pt x="0" y="579374"/>
                </a:cubicBezTo>
                <a:cubicBezTo>
                  <a:pt x="0" y="556161"/>
                  <a:pt x="6098" y="534843"/>
                  <a:pt x="16886" y="515894"/>
                </a:cubicBezTo>
                <a:lnTo>
                  <a:pt x="275332" y="63954"/>
                </a:lnTo>
                <a:cubicBezTo>
                  <a:pt x="286120" y="45478"/>
                  <a:pt x="301599" y="28898"/>
                  <a:pt x="321299" y="17528"/>
                </a:cubicBezTo>
                <a:cubicBezTo>
                  <a:pt x="339592" y="6633"/>
                  <a:pt x="359762" y="948"/>
                  <a:pt x="379930" y="474"/>
                </a:cubicBezTo>
                <a:lnTo>
                  <a:pt x="575194" y="4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TextBox 62">
            <a:extLst>
              <a:ext uri="{FF2B5EF4-FFF2-40B4-BE49-F238E27FC236}">
                <a16:creationId xmlns:a16="http://schemas.microsoft.com/office/drawing/2014/main" id="{10ABFAF5-62A7-4355-8360-8D2A4E5118BF}"/>
              </a:ext>
            </a:extLst>
          </p:cNvPr>
          <p:cNvSpPr txBox="1"/>
          <p:nvPr/>
        </p:nvSpPr>
        <p:spPr>
          <a:xfrm>
            <a:off x="4318137" y="2187561"/>
            <a:ext cx="5159122" cy="6653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{{slide_21_body_1}}</a:t>
            </a:r>
          </a:p>
        </p:txBody>
      </p:sp>
      <p:sp>
        <p:nvSpPr>
          <p:cNvPr id="18" name="矩形 3">
            <a:extLst>
              <a:ext uri="{FF2B5EF4-FFF2-40B4-BE49-F238E27FC236}">
                <a16:creationId xmlns:a16="http://schemas.microsoft.com/office/drawing/2014/main" id="{0A8820D6-2091-4BED-9427-79BF79DECC79}"/>
              </a:ext>
            </a:extLst>
          </p:cNvPr>
          <p:cNvSpPr/>
          <p:nvPr/>
        </p:nvSpPr>
        <p:spPr>
          <a:xfrm>
            <a:off x="5543424" y="3408297"/>
            <a:ext cx="4801048" cy="1100032"/>
          </a:xfrm>
          <a:custGeom>
            <a:avLst/>
            <a:gdLst/>
            <a:ahLst/>
            <a:cxnLst/>
            <a:rect l="l" t="t" r="r" b="b"/>
            <a:pathLst>
              <a:path w="5192450" h="1305562">
                <a:moveTo>
                  <a:pt x="648072" y="0"/>
                </a:moveTo>
                <a:lnTo>
                  <a:pt x="4680520" y="0"/>
                </a:lnTo>
                <a:lnTo>
                  <a:pt x="4680520" y="534"/>
                </a:lnTo>
                <a:lnTo>
                  <a:pt x="4756983" y="534"/>
                </a:lnTo>
                <a:cubicBezTo>
                  <a:pt x="4781822" y="0"/>
                  <a:pt x="4807189" y="5871"/>
                  <a:pt x="4830442" y="19749"/>
                </a:cubicBezTo>
                <a:cubicBezTo>
                  <a:pt x="4852109" y="32025"/>
                  <a:pt x="4869549" y="49639"/>
                  <a:pt x="4881176" y="70456"/>
                </a:cubicBezTo>
                <a:lnTo>
                  <a:pt x="5172368" y="579657"/>
                </a:lnTo>
                <a:cubicBezTo>
                  <a:pt x="5185051" y="601007"/>
                  <a:pt x="5192450" y="626093"/>
                  <a:pt x="5192450" y="652781"/>
                </a:cubicBezTo>
                <a:cubicBezTo>
                  <a:pt x="5192450" y="680003"/>
                  <a:pt x="5185051" y="705089"/>
                  <a:pt x="5171839" y="726439"/>
                </a:cubicBezTo>
                <a:lnTo>
                  <a:pt x="4881176" y="1235640"/>
                </a:lnTo>
                <a:cubicBezTo>
                  <a:pt x="4869021" y="1255923"/>
                  <a:pt x="4852109" y="1273537"/>
                  <a:pt x="4830442" y="1286347"/>
                </a:cubicBezTo>
                <a:cubicBezTo>
                  <a:pt x="4807717" y="1299691"/>
                  <a:pt x="4782879" y="1305562"/>
                  <a:pt x="4758040" y="1305028"/>
                </a:cubicBezTo>
                <a:lnTo>
                  <a:pt x="4680520" y="1305028"/>
                </a:lnTo>
                <a:lnTo>
                  <a:pt x="4680520" y="1305562"/>
                </a:lnTo>
                <a:lnTo>
                  <a:pt x="648072" y="1305562"/>
                </a:lnTo>
                <a:lnTo>
                  <a:pt x="648072" y="1305028"/>
                </a:lnTo>
                <a:lnTo>
                  <a:pt x="431239" y="1305028"/>
                </a:lnTo>
                <a:cubicBezTo>
                  <a:pt x="407986" y="1305028"/>
                  <a:pt x="383676" y="1299157"/>
                  <a:pt x="362008" y="1286347"/>
                </a:cubicBezTo>
                <a:cubicBezTo>
                  <a:pt x="340341" y="1273537"/>
                  <a:pt x="322901" y="1255923"/>
                  <a:pt x="311274" y="1235107"/>
                </a:cubicBezTo>
                <a:lnTo>
                  <a:pt x="19025" y="723770"/>
                </a:lnTo>
                <a:cubicBezTo>
                  <a:pt x="6870" y="702954"/>
                  <a:pt x="0" y="678935"/>
                  <a:pt x="0" y="652781"/>
                </a:cubicBezTo>
                <a:cubicBezTo>
                  <a:pt x="0" y="626627"/>
                  <a:pt x="6870" y="602608"/>
                  <a:pt x="19025" y="581258"/>
                </a:cubicBezTo>
                <a:lnTo>
                  <a:pt x="310217" y="72057"/>
                </a:lnTo>
                <a:cubicBezTo>
                  <a:pt x="322372" y="51240"/>
                  <a:pt x="339812" y="32559"/>
                  <a:pt x="362008" y="19749"/>
                </a:cubicBezTo>
                <a:cubicBezTo>
                  <a:pt x="382619" y="7473"/>
                  <a:pt x="405344" y="1068"/>
                  <a:pt x="428068" y="534"/>
                </a:cubicBezTo>
                <a:lnTo>
                  <a:pt x="648072" y="534"/>
                </a:lnTo>
                <a:close/>
              </a:path>
            </a:pathLst>
          </a:custGeom>
          <a:solidFill>
            <a:srgbClr val="182863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TextBox 63">
            <a:extLst>
              <a:ext uri="{FF2B5EF4-FFF2-40B4-BE49-F238E27FC236}">
                <a16:creationId xmlns:a16="http://schemas.microsoft.com/office/drawing/2014/main" id="{069D9866-5041-42D0-A96D-ABADCA51691F}"/>
              </a:ext>
            </a:extLst>
          </p:cNvPr>
          <p:cNvSpPr txBox="1"/>
          <p:nvPr/>
        </p:nvSpPr>
        <p:spPr>
          <a:xfrm>
            <a:off x="6098198" y="3695644"/>
            <a:ext cx="3691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{{slide_21_title}}</a:t>
            </a: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0269AE2B-AA9F-4279-B851-7B0ABDA83521}"/>
              </a:ext>
            </a:extLst>
          </p:cNvPr>
          <p:cNvSpPr/>
          <p:nvPr/>
        </p:nvSpPr>
        <p:spPr>
          <a:xfrm>
            <a:off x="3782046" y="5029829"/>
            <a:ext cx="6277573" cy="1100032"/>
          </a:xfrm>
          <a:custGeom>
            <a:avLst/>
            <a:gdLst/>
            <a:ahLst/>
            <a:cxnLst/>
            <a:rect l="l" t="t" r="r" b="b"/>
            <a:pathLst>
              <a:path w="6025861" h="1158747">
                <a:moveTo>
                  <a:pt x="575194" y="0"/>
                </a:moveTo>
                <a:lnTo>
                  <a:pt x="1992514" y="0"/>
                </a:lnTo>
                <a:lnTo>
                  <a:pt x="4154179" y="0"/>
                </a:lnTo>
                <a:lnTo>
                  <a:pt x="5571499" y="0"/>
                </a:lnTo>
                <a:lnTo>
                  <a:pt x="5571499" y="474"/>
                </a:lnTo>
                <a:lnTo>
                  <a:pt x="5639364" y="474"/>
                </a:lnTo>
                <a:cubicBezTo>
                  <a:pt x="5661410" y="0"/>
                  <a:pt x="5683924" y="5211"/>
                  <a:pt x="5704562" y="17528"/>
                </a:cubicBezTo>
                <a:cubicBezTo>
                  <a:pt x="5723793" y="28424"/>
                  <a:pt x="5739272" y="44057"/>
                  <a:pt x="5749591" y="62533"/>
                </a:cubicBezTo>
                <a:lnTo>
                  <a:pt x="6008038" y="514473"/>
                </a:lnTo>
                <a:cubicBezTo>
                  <a:pt x="6019294" y="533422"/>
                  <a:pt x="6025861" y="555687"/>
                  <a:pt x="6025861" y="579374"/>
                </a:cubicBezTo>
                <a:cubicBezTo>
                  <a:pt x="6025861" y="603535"/>
                  <a:pt x="6019294" y="625800"/>
                  <a:pt x="6007568" y="644749"/>
                </a:cubicBezTo>
                <a:lnTo>
                  <a:pt x="5749591" y="1096688"/>
                </a:lnTo>
                <a:cubicBezTo>
                  <a:pt x="5738803" y="1114690"/>
                  <a:pt x="5723793" y="1130324"/>
                  <a:pt x="5704562" y="1141693"/>
                </a:cubicBezTo>
                <a:cubicBezTo>
                  <a:pt x="5684393" y="1153536"/>
                  <a:pt x="5662348" y="1158747"/>
                  <a:pt x="5640302" y="1158273"/>
                </a:cubicBezTo>
                <a:lnTo>
                  <a:pt x="5571499" y="1158273"/>
                </a:lnTo>
                <a:lnTo>
                  <a:pt x="5571499" y="1158747"/>
                </a:lnTo>
                <a:lnTo>
                  <a:pt x="4154179" y="1158747"/>
                </a:lnTo>
                <a:lnTo>
                  <a:pt x="1992514" y="1158747"/>
                </a:lnTo>
                <a:lnTo>
                  <a:pt x="575194" y="1158747"/>
                </a:lnTo>
                <a:lnTo>
                  <a:pt x="575194" y="1158273"/>
                </a:lnTo>
                <a:lnTo>
                  <a:pt x="382745" y="1158273"/>
                </a:lnTo>
                <a:cubicBezTo>
                  <a:pt x="362107" y="1158273"/>
                  <a:pt x="340530" y="1153062"/>
                  <a:pt x="321299" y="1141693"/>
                </a:cubicBezTo>
                <a:cubicBezTo>
                  <a:pt x="302069" y="1130324"/>
                  <a:pt x="286590" y="1114690"/>
                  <a:pt x="276270" y="1096215"/>
                </a:cubicBezTo>
                <a:lnTo>
                  <a:pt x="16886" y="642380"/>
                </a:lnTo>
                <a:cubicBezTo>
                  <a:pt x="6098" y="623905"/>
                  <a:pt x="0" y="602587"/>
                  <a:pt x="0" y="579374"/>
                </a:cubicBezTo>
                <a:cubicBezTo>
                  <a:pt x="0" y="556161"/>
                  <a:pt x="6098" y="534843"/>
                  <a:pt x="16886" y="515894"/>
                </a:cubicBezTo>
                <a:lnTo>
                  <a:pt x="275332" y="63954"/>
                </a:lnTo>
                <a:cubicBezTo>
                  <a:pt x="286120" y="45478"/>
                  <a:pt x="301599" y="28898"/>
                  <a:pt x="321299" y="17528"/>
                </a:cubicBezTo>
                <a:cubicBezTo>
                  <a:pt x="339592" y="6633"/>
                  <a:pt x="359762" y="948"/>
                  <a:pt x="379930" y="474"/>
                </a:cubicBezTo>
                <a:lnTo>
                  <a:pt x="575194" y="4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TextBox 64">
            <a:extLst>
              <a:ext uri="{FF2B5EF4-FFF2-40B4-BE49-F238E27FC236}">
                <a16:creationId xmlns:a16="http://schemas.microsoft.com/office/drawing/2014/main" id="{D121E9CD-B4A9-4526-A8F2-5703DC417863}"/>
              </a:ext>
            </a:extLst>
          </p:cNvPr>
          <p:cNvSpPr txBox="1"/>
          <p:nvPr/>
        </p:nvSpPr>
        <p:spPr>
          <a:xfrm>
            <a:off x="4341271" y="5373216"/>
            <a:ext cx="5159122" cy="6653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{{slide_21_body_2}}</a:t>
            </a:r>
          </a:p>
        </p:txBody>
      </p:sp>
    </p:spTree>
    <p:extLst>
      <p:ext uri="{BB962C8B-B14F-4D97-AF65-F5344CB8AC3E}">
        <p14:creationId xmlns:p14="http://schemas.microsoft.com/office/powerpoint/2010/main" val="1463371705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/>
      <p:bldP spid="20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0">
            <a:extLst>
              <a:ext uri="{FF2B5EF4-FFF2-40B4-BE49-F238E27FC236}">
                <a16:creationId xmlns:a16="http://schemas.microsoft.com/office/drawing/2014/main" id="{8998D114-085B-41A1-AFD2-44A54DD0F75D}"/>
              </a:ext>
            </a:extLst>
          </p:cNvPr>
          <p:cNvSpPr txBox="1"/>
          <p:nvPr/>
        </p:nvSpPr>
        <p:spPr>
          <a:xfrm>
            <a:off x="3517900" y="1835532"/>
            <a:ext cx="515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{{slide_22_title}}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C479DD-974B-49AE-A130-D2490DBD7EC5}"/>
              </a:ext>
            </a:extLst>
          </p:cNvPr>
          <p:cNvCxnSpPr>
            <a:cxnSpLocks/>
          </p:cNvCxnSpPr>
          <p:nvPr/>
        </p:nvCxnSpPr>
        <p:spPr>
          <a:xfrm flipH="1">
            <a:off x="5618858" y="2348880"/>
            <a:ext cx="954284" cy="0"/>
          </a:xfrm>
          <a:prstGeom prst="line">
            <a:avLst/>
          </a:prstGeom>
          <a:ln w="38100" cap="rnd">
            <a:solidFill>
              <a:srgbClr val="18286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1264921" y="2588370"/>
            <a:ext cx="9662160" cy="3432918"/>
            <a:chOff x="1042022" y="2294922"/>
            <a:chExt cx="10107957" cy="3591309"/>
          </a:xfrm>
        </p:grpSpPr>
        <p:sp>
          <p:nvSpPr>
            <p:cNvPr id="9" name="矩形 19">
              <a:extLst>
                <a:ext uri="{FF2B5EF4-FFF2-40B4-BE49-F238E27FC236}">
                  <a16:creationId xmlns:a16="http://schemas.microsoft.com/office/drawing/2014/main" id="{9EEC1631-AFFC-4378-B056-AEFEE8D5C79A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5052835" y="2294922"/>
              <a:ext cx="6097144" cy="3589718"/>
            </a:xfrm>
            <a:custGeom>
              <a:avLst/>
              <a:gdLst>
                <a:gd name="connsiteX0" fmla="*/ 72429 w 3907999"/>
                <a:gd name="connsiteY0" fmla="*/ 2 h 3395913"/>
                <a:gd name="connsiteX1" fmla="*/ 2391008 w 3907999"/>
                <a:gd name="connsiteY1" fmla="*/ 13809 h 3395913"/>
                <a:gd name="connsiteX2" fmla="*/ 2456328 w 3907999"/>
                <a:gd name="connsiteY2" fmla="*/ 56461 h 3395913"/>
                <a:gd name="connsiteX3" fmla="*/ 3901663 w 3907999"/>
                <a:gd name="connsiteY3" fmla="*/ 3294566 h 3395913"/>
                <a:gd name="connsiteX4" fmla="*/ 3835915 w 3907999"/>
                <a:gd name="connsiteY4" fmla="*/ 3395913 h 3395913"/>
                <a:gd name="connsiteX5" fmla="*/ 72000 w 3907999"/>
                <a:gd name="connsiteY5" fmla="*/ 3395913 h 3395913"/>
                <a:gd name="connsiteX6" fmla="*/ 0 w 3907999"/>
                <a:gd name="connsiteY6" fmla="*/ 3323913 h 3395913"/>
                <a:gd name="connsiteX7" fmla="*/ 0 w 3907999"/>
                <a:gd name="connsiteY7" fmla="*/ 72001 h 3395913"/>
                <a:gd name="connsiteX8" fmla="*/ 72429 w 3907999"/>
                <a:gd name="connsiteY8" fmla="*/ 2 h 339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7999" h="3395913">
                  <a:moveTo>
                    <a:pt x="72429" y="2"/>
                  </a:moveTo>
                  <a:lnTo>
                    <a:pt x="2391008" y="13809"/>
                  </a:lnTo>
                  <a:cubicBezTo>
                    <a:pt x="2419269" y="13977"/>
                    <a:pt x="2444808" y="30654"/>
                    <a:pt x="2456328" y="56461"/>
                  </a:cubicBezTo>
                  <a:lnTo>
                    <a:pt x="3901663" y="3294566"/>
                  </a:lnTo>
                  <a:cubicBezTo>
                    <a:pt x="3922924" y="3342199"/>
                    <a:pt x="3888078" y="3395913"/>
                    <a:pt x="3835915" y="3395913"/>
                  </a:cubicBezTo>
                  <a:lnTo>
                    <a:pt x="72000" y="3395913"/>
                  </a:lnTo>
                  <a:cubicBezTo>
                    <a:pt x="32256" y="3395913"/>
                    <a:pt x="0" y="3363657"/>
                    <a:pt x="0" y="3323913"/>
                  </a:cubicBezTo>
                  <a:lnTo>
                    <a:pt x="0" y="72001"/>
                  </a:lnTo>
                  <a:cubicBezTo>
                    <a:pt x="0" y="32092"/>
                    <a:pt x="32521" y="-235"/>
                    <a:pt x="72429" y="2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101600" dist="76200" dir="5400000" algn="t" rotWithShape="0">
                <a:srgbClr val="354B59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D65EAD5A-1818-45BE-A6C6-EDE776D2CAB6}"/>
                </a:ext>
              </a:extLst>
            </p:cNvPr>
            <p:cNvSpPr txBox="1"/>
            <p:nvPr/>
          </p:nvSpPr>
          <p:spPr>
            <a:xfrm>
              <a:off x="7527504" y="3425631"/>
              <a:ext cx="3352981" cy="55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kern="1400" spc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此处添加详细文本描述，建议与标题相关并符合整体语言风格</a:t>
              </a:r>
              <a:endParaRPr lang="en-US" altLang="zh-CN" sz="1000" kern="140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D0EAA51F-CDF3-4866-B9D8-6C92F907BCF6}"/>
                </a:ext>
              </a:extLst>
            </p:cNvPr>
            <p:cNvSpPr txBox="1"/>
            <p:nvPr/>
          </p:nvSpPr>
          <p:spPr>
            <a:xfrm>
              <a:off x="7527504" y="4064830"/>
              <a:ext cx="3352981" cy="55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kern="1400" spc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此处添加详细文本描述，建议与标题相关并符合整体语言风格</a:t>
              </a:r>
              <a:endParaRPr lang="en-US" altLang="zh-CN" sz="1000" kern="140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TextBox 21">
              <a:extLst>
                <a:ext uri="{FF2B5EF4-FFF2-40B4-BE49-F238E27FC236}">
                  <a16:creationId xmlns:a16="http://schemas.microsoft.com/office/drawing/2014/main" id="{37B7B6BC-A94B-47A6-A111-1905155B8D4B}"/>
                </a:ext>
              </a:extLst>
            </p:cNvPr>
            <p:cNvSpPr txBox="1"/>
            <p:nvPr/>
          </p:nvSpPr>
          <p:spPr>
            <a:xfrm>
              <a:off x="7527504" y="4704029"/>
              <a:ext cx="3352981" cy="55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kern="1400" spc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此处添加详细文本描述，建议与标题相关并符合整体语言风格</a:t>
              </a:r>
              <a:endParaRPr lang="en-US" altLang="zh-CN" sz="1000" kern="140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9128898-12FB-426E-BCD3-85BAE20947A7}"/>
                </a:ext>
              </a:extLst>
            </p:cNvPr>
            <p:cNvCxnSpPr>
              <a:cxnSpLocks/>
            </p:cNvCxnSpPr>
            <p:nvPr/>
          </p:nvCxnSpPr>
          <p:spPr>
            <a:xfrm>
              <a:off x="7520458" y="3241633"/>
              <a:ext cx="3235085" cy="0"/>
            </a:xfrm>
            <a:prstGeom prst="line">
              <a:avLst/>
            </a:prstGeom>
            <a:ln>
              <a:solidFill>
                <a:srgbClr val="2156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任意多边形: 形状 56">
              <a:extLst>
                <a:ext uri="{FF2B5EF4-FFF2-40B4-BE49-F238E27FC236}">
                  <a16:creationId xmlns:a16="http://schemas.microsoft.com/office/drawing/2014/main" id="{7CC9AAD2-3AA2-43F3-BF11-B03BE96411CD}"/>
                </a:ext>
              </a:extLst>
            </p:cNvPr>
            <p:cNvSpPr/>
            <p:nvPr/>
          </p:nvSpPr>
          <p:spPr>
            <a:xfrm>
              <a:off x="10502017" y="5313207"/>
              <a:ext cx="647962" cy="571433"/>
            </a:xfrm>
            <a:custGeom>
              <a:avLst/>
              <a:gdLst>
                <a:gd name="connsiteX0" fmla="*/ 1039481 w 1178693"/>
                <a:gd name="connsiteY0" fmla="*/ 0 h 1039481"/>
                <a:gd name="connsiteX1" fmla="*/ 1145762 w 1178693"/>
                <a:gd name="connsiteY1" fmla="*/ 5367 h 1039481"/>
                <a:gd name="connsiteX2" fmla="*/ 1178693 w 1178693"/>
                <a:gd name="connsiteY2" fmla="*/ 10393 h 1039481"/>
                <a:gd name="connsiteX3" fmla="*/ 1178693 w 1178693"/>
                <a:gd name="connsiteY3" fmla="*/ 942775 h 1039481"/>
                <a:gd name="connsiteX4" fmla="*/ 1081987 w 1178693"/>
                <a:gd name="connsiteY4" fmla="*/ 1039481 h 1039481"/>
                <a:gd name="connsiteX5" fmla="*/ 0 w 1178693"/>
                <a:gd name="connsiteY5" fmla="*/ 1039481 h 1039481"/>
                <a:gd name="connsiteX6" fmla="*/ 1039481 w 1178693"/>
                <a:gd name="connsiteY6" fmla="*/ 0 h 103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8693" h="1039481">
                  <a:moveTo>
                    <a:pt x="1039481" y="0"/>
                  </a:moveTo>
                  <a:cubicBezTo>
                    <a:pt x="1075362" y="0"/>
                    <a:pt x="1110818" y="1818"/>
                    <a:pt x="1145762" y="5367"/>
                  </a:cubicBezTo>
                  <a:lnTo>
                    <a:pt x="1178693" y="10393"/>
                  </a:lnTo>
                  <a:lnTo>
                    <a:pt x="1178693" y="942775"/>
                  </a:lnTo>
                  <a:cubicBezTo>
                    <a:pt x="1178693" y="996184"/>
                    <a:pt x="1135396" y="1039481"/>
                    <a:pt x="1081987" y="1039481"/>
                  </a:cubicBezTo>
                  <a:lnTo>
                    <a:pt x="0" y="1039481"/>
                  </a:lnTo>
                  <a:cubicBezTo>
                    <a:pt x="0" y="465391"/>
                    <a:pt x="465391" y="0"/>
                    <a:pt x="1039481" y="0"/>
                  </a:cubicBezTo>
                  <a:close/>
                </a:path>
              </a:pathLst>
            </a:custGeom>
            <a:solidFill>
              <a:srgbClr val="1828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矩形 19">
              <a:extLst>
                <a:ext uri="{FF2B5EF4-FFF2-40B4-BE49-F238E27FC236}">
                  <a16:creationId xmlns:a16="http://schemas.microsoft.com/office/drawing/2014/main" id="{02036838-3D8B-49B5-8F6F-74CC32C7FF1A}"/>
                </a:ext>
              </a:extLst>
            </p:cNvPr>
            <p:cNvSpPr>
              <a:spLocks/>
            </p:cNvSpPr>
            <p:nvPr/>
          </p:nvSpPr>
          <p:spPr>
            <a:xfrm>
              <a:off x="1042022" y="2296513"/>
              <a:ext cx="6097144" cy="3589718"/>
            </a:xfrm>
            <a:custGeom>
              <a:avLst/>
              <a:gdLst>
                <a:gd name="connsiteX0" fmla="*/ 72429 w 3907999"/>
                <a:gd name="connsiteY0" fmla="*/ 2 h 3395913"/>
                <a:gd name="connsiteX1" fmla="*/ 2391008 w 3907999"/>
                <a:gd name="connsiteY1" fmla="*/ 13809 h 3395913"/>
                <a:gd name="connsiteX2" fmla="*/ 2456328 w 3907999"/>
                <a:gd name="connsiteY2" fmla="*/ 56461 h 3395913"/>
                <a:gd name="connsiteX3" fmla="*/ 3901663 w 3907999"/>
                <a:gd name="connsiteY3" fmla="*/ 3294566 h 3395913"/>
                <a:gd name="connsiteX4" fmla="*/ 3835915 w 3907999"/>
                <a:gd name="connsiteY4" fmla="*/ 3395913 h 3395913"/>
                <a:gd name="connsiteX5" fmla="*/ 72000 w 3907999"/>
                <a:gd name="connsiteY5" fmla="*/ 3395913 h 3395913"/>
                <a:gd name="connsiteX6" fmla="*/ 0 w 3907999"/>
                <a:gd name="connsiteY6" fmla="*/ 3323913 h 3395913"/>
                <a:gd name="connsiteX7" fmla="*/ 0 w 3907999"/>
                <a:gd name="connsiteY7" fmla="*/ 72001 h 3395913"/>
                <a:gd name="connsiteX8" fmla="*/ 72429 w 3907999"/>
                <a:gd name="connsiteY8" fmla="*/ 2 h 339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7999" h="3395913">
                  <a:moveTo>
                    <a:pt x="72429" y="2"/>
                  </a:moveTo>
                  <a:lnTo>
                    <a:pt x="2391008" y="13809"/>
                  </a:lnTo>
                  <a:cubicBezTo>
                    <a:pt x="2419269" y="13977"/>
                    <a:pt x="2444808" y="30654"/>
                    <a:pt x="2456328" y="56461"/>
                  </a:cubicBezTo>
                  <a:lnTo>
                    <a:pt x="3901663" y="3294566"/>
                  </a:lnTo>
                  <a:cubicBezTo>
                    <a:pt x="3922924" y="3342199"/>
                    <a:pt x="3888078" y="3395913"/>
                    <a:pt x="3835915" y="3395913"/>
                  </a:cubicBezTo>
                  <a:lnTo>
                    <a:pt x="72000" y="3395913"/>
                  </a:lnTo>
                  <a:cubicBezTo>
                    <a:pt x="32256" y="3395913"/>
                    <a:pt x="0" y="3363657"/>
                    <a:pt x="0" y="3323913"/>
                  </a:cubicBezTo>
                  <a:lnTo>
                    <a:pt x="0" y="72001"/>
                  </a:lnTo>
                  <a:cubicBezTo>
                    <a:pt x="0" y="32092"/>
                    <a:pt x="32521" y="-235"/>
                    <a:pt x="72429" y="2"/>
                  </a:cubicBezTo>
                </a:path>
              </a:pathLst>
            </a:custGeom>
            <a:solidFill>
              <a:srgbClr val="182863"/>
            </a:solidFill>
            <a:ln>
              <a:solidFill>
                <a:srgbClr val="BDDB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7E107FC6-1D24-4532-87E3-9A5A98F4278D}"/>
                </a:ext>
              </a:extLst>
            </p:cNvPr>
            <p:cNvSpPr txBox="1"/>
            <p:nvPr/>
          </p:nvSpPr>
          <p:spPr>
            <a:xfrm>
              <a:off x="1350939" y="2799753"/>
              <a:ext cx="1647590" cy="3863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Arial Unicode MS" panose="020B0604020202020204" pitchFamily="34" charset="-122"/>
                  <a:sym typeface="思源黑体 CN Normal" panose="020B0400000000000000" pitchFamily="34" charset="-122"/>
                </a:rPr>
                <a:t>不足分析</a:t>
              </a:r>
            </a:p>
          </p:txBody>
        </p:sp>
        <p:sp>
          <p:nvSpPr>
            <p:cNvPr id="17" name="TextBox 21">
              <a:extLst>
                <a:ext uri="{FF2B5EF4-FFF2-40B4-BE49-F238E27FC236}">
                  <a16:creationId xmlns:a16="http://schemas.microsoft.com/office/drawing/2014/main" id="{00943334-9A3E-4118-9140-0D0FF5224DD6}"/>
                </a:ext>
              </a:extLst>
            </p:cNvPr>
            <p:cNvSpPr txBox="1"/>
            <p:nvPr/>
          </p:nvSpPr>
          <p:spPr>
            <a:xfrm>
              <a:off x="1400415" y="3425631"/>
              <a:ext cx="3352981" cy="579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kern="1400" spc="1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此处添加详细文本描述，建议与标题相关并符合整体语言风格</a:t>
              </a:r>
              <a:endParaRPr lang="en-US" altLang="zh-CN" sz="1000" kern="1400" spc="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TextBox 21">
              <a:extLst>
                <a:ext uri="{FF2B5EF4-FFF2-40B4-BE49-F238E27FC236}">
                  <a16:creationId xmlns:a16="http://schemas.microsoft.com/office/drawing/2014/main" id="{052452B3-275A-4097-B712-9B91DDB36D03}"/>
                </a:ext>
              </a:extLst>
            </p:cNvPr>
            <p:cNvSpPr txBox="1"/>
            <p:nvPr/>
          </p:nvSpPr>
          <p:spPr>
            <a:xfrm>
              <a:off x="1400415" y="4064830"/>
              <a:ext cx="3352981" cy="579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kern="1400" spc="1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此处添加详细文本描述，建议与标题相关并符合整体语言风格</a:t>
              </a:r>
              <a:endParaRPr lang="en-US" altLang="zh-CN" sz="1000" kern="1400" spc="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9F299499-14F7-49B5-A4C3-87417C687780}"/>
                </a:ext>
              </a:extLst>
            </p:cNvPr>
            <p:cNvSpPr txBox="1"/>
            <p:nvPr/>
          </p:nvSpPr>
          <p:spPr>
            <a:xfrm>
              <a:off x="1400415" y="4704029"/>
              <a:ext cx="3352981" cy="579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kern="1400" spc="1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思源黑体 CN Normal" panose="020B0400000000000000" pitchFamily="34" charset="-122"/>
                </a:rPr>
                <a:t>此处添加详细文本描述，建议与标题相关并符合整体语言风格</a:t>
              </a:r>
              <a:endParaRPr lang="en-US" altLang="zh-CN" sz="1000" kern="1400" spc="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D66202C-122F-4B2F-8B04-7704EE7FFC7B}"/>
                </a:ext>
              </a:extLst>
            </p:cNvPr>
            <p:cNvSpPr/>
            <p:nvPr/>
          </p:nvSpPr>
          <p:spPr>
            <a:xfrm>
              <a:off x="2417803" y="2863887"/>
              <a:ext cx="1681613" cy="294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altLang="zh-CN" sz="105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Arial Unicode MS" panose="020B0604020202020204" pitchFamily="34" charset="-122"/>
                  <a:sym typeface="思源黑体 CN Normal" panose="020B0400000000000000" pitchFamily="34" charset="-122"/>
                </a:rPr>
                <a:t>TIAN JIA BIAO TI</a:t>
              </a:r>
              <a:endParaRPr lang="zh-CN" altLang="en-US" sz="105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1D1784B8-E85D-4E20-9051-5278E8826E8D}"/>
                </a:ext>
              </a:extLst>
            </p:cNvPr>
            <p:cNvCxnSpPr>
              <a:cxnSpLocks/>
            </p:cNvCxnSpPr>
            <p:nvPr/>
          </p:nvCxnSpPr>
          <p:spPr>
            <a:xfrm>
              <a:off x="1400415" y="3241633"/>
              <a:ext cx="3235085" cy="0"/>
            </a:xfrm>
            <a:prstGeom prst="line">
              <a:avLst/>
            </a:prstGeom>
            <a:ln>
              <a:solidFill>
                <a:schemeClr val="bg1">
                  <a:alpha val="8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任意多边形: 形状 57">
              <a:extLst>
                <a:ext uri="{FF2B5EF4-FFF2-40B4-BE49-F238E27FC236}">
                  <a16:creationId xmlns:a16="http://schemas.microsoft.com/office/drawing/2014/main" id="{1522FA48-1AAD-499C-B5C0-75312FDDFEE4}"/>
                </a:ext>
              </a:extLst>
            </p:cNvPr>
            <p:cNvSpPr/>
            <p:nvPr/>
          </p:nvSpPr>
          <p:spPr>
            <a:xfrm rot="10800000">
              <a:off x="1042023" y="2296513"/>
              <a:ext cx="647962" cy="571433"/>
            </a:xfrm>
            <a:custGeom>
              <a:avLst/>
              <a:gdLst>
                <a:gd name="connsiteX0" fmla="*/ 1039481 w 1178693"/>
                <a:gd name="connsiteY0" fmla="*/ 0 h 1039481"/>
                <a:gd name="connsiteX1" fmla="*/ 1145762 w 1178693"/>
                <a:gd name="connsiteY1" fmla="*/ 5367 h 1039481"/>
                <a:gd name="connsiteX2" fmla="*/ 1178693 w 1178693"/>
                <a:gd name="connsiteY2" fmla="*/ 10393 h 1039481"/>
                <a:gd name="connsiteX3" fmla="*/ 1178693 w 1178693"/>
                <a:gd name="connsiteY3" fmla="*/ 942775 h 1039481"/>
                <a:gd name="connsiteX4" fmla="*/ 1081987 w 1178693"/>
                <a:gd name="connsiteY4" fmla="*/ 1039481 h 1039481"/>
                <a:gd name="connsiteX5" fmla="*/ 0 w 1178693"/>
                <a:gd name="connsiteY5" fmla="*/ 1039481 h 1039481"/>
                <a:gd name="connsiteX6" fmla="*/ 1039481 w 1178693"/>
                <a:gd name="connsiteY6" fmla="*/ 0 h 103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8693" h="1039481">
                  <a:moveTo>
                    <a:pt x="1039481" y="0"/>
                  </a:moveTo>
                  <a:cubicBezTo>
                    <a:pt x="1075362" y="0"/>
                    <a:pt x="1110818" y="1818"/>
                    <a:pt x="1145762" y="5367"/>
                  </a:cubicBezTo>
                  <a:lnTo>
                    <a:pt x="1178693" y="10393"/>
                  </a:lnTo>
                  <a:lnTo>
                    <a:pt x="1178693" y="942775"/>
                  </a:lnTo>
                  <a:cubicBezTo>
                    <a:pt x="1178693" y="996184"/>
                    <a:pt x="1135396" y="1039481"/>
                    <a:pt x="1081987" y="1039481"/>
                  </a:cubicBezTo>
                  <a:lnTo>
                    <a:pt x="0" y="1039481"/>
                  </a:lnTo>
                  <a:cubicBezTo>
                    <a:pt x="0" y="465391"/>
                    <a:pt x="465391" y="0"/>
                    <a:pt x="10394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TextBox 20">
              <a:extLst>
                <a:ext uri="{FF2B5EF4-FFF2-40B4-BE49-F238E27FC236}">
                  <a16:creationId xmlns:a16="http://schemas.microsoft.com/office/drawing/2014/main" id="{7E107FC6-1D24-4532-87E3-9A5A98F4278D}"/>
                </a:ext>
              </a:extLst>
            </p:cNvPr>
            <p:cNvSpPr txBox="1"/>
            <p:nvPr/>
          </p:nvSpPr>
          <p:spPr>
            <a:xfrm>
              <a:off x="7494581" y="2799753"/>
              <a:ext cx="1647590" cy="3863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Arial Unicode MS" panose="020B0604020202020204" pitchFamily="34" charset="-122"/>
                  <a:sym typeface="思源黑体 CN Normal" panose="020B0400000000000000" pitchFamily="34" charset="-122"/>
                </a:rPr>
                <a:t>疑难问题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D66202C-122F-4B2F-8B04-7704EE7FFC7B}"/>
                </a:ext>
              </a:extLst>
            </p:cNvPr>
            <p:cNvSpPr/>
            <p:nvPr/>
          </p:nvSpPr>
          <p:spPr>
            <a:xfrm>
              <a:off x="8561445" y="2863887"/>
              <a:ext cx="1681613" cy="294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altLang="zh-CN" sz="105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Arial Unicode MS" panose="020B0604020202020204" pitchFamily="34" charset="-122"/>
                  <a:sym typeface="思源黑体 CN Normal" panose="020B0400000000000000" pitchFamily="34" charset="-122"/>
                </a:rPr>
                <a:t>TIAN JIA BIAO TI</a:t>
              </a:r>
              <a:endParaRPr lang="zh-CN" altLang="en-US" sz="105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3991960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19" b="4353"/>
          <a:stretch/>
        </p:blipFill>
        <p:spPr>
          <a:xfrm>
            <a:off x="0" y="0"/>
            <a:ext cx="12191999" cy="2594360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5147172" y="3872005"/>
            <a:ext cx="6086628" cy="95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{{slide_23_title}}</a:t>
            </a:r>
          </a:p>
        </p:txBody>
      </p:sp>
      <p:sp>
        <p:nvSpPr>
          <p:cNvPr id="9" name="Rectangle 3"/>
          <p:cNvSpPr>
            <a:spLocks/>
          </p:cNvSpPr>
          <p:nvPr/>
        </p:nvSpPr>
        <p:spPr bwMode="auto">
          <a:xfrm>
            <a:off x="5214166" y="4842749"/>
            <a:ext cx="60912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6813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r>
              <a:t>{{slide_23_body_1}}</a:t>
            </a:r>
          </a:p>
        </p:txBody>
      </p:sp>
      <p:sp>
        <p:nvSpPr>
          <p:cNvPr id="13" name="矩形 12"/>
          <p:cNvSpPr/>
          <p:nvPr/>
        </p:nvSpPr>
        <p:spPr>
          <a:xfrm>
            <a:off x="673603" y="3694316"/>
            <a:ext cx="452623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3800" dirty="0">
                <a:ln w="25400">
                  <a:solidFill>
                    <a:srgbClr val="182863"/>
                  </a:solidFill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  <a:endParaRPr lang="zh-CN" altLang="en-US" sz="13800" dirty="0">
              <a:ln w="25400">
                <a:solidFill>
                  <a:srgbClr val="182863"/>
                </a:solidFill>
              </a:ln>
              <a:solidFill>
                <a:schemeClr val="bg1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1" y="1"/>
            <a:ext cx="12192000" cy="2594359"/>
          </a:xfrm>
          <a:prstGeom prst="rect">
            <a:avLst/>
          </a:prstGeom>
          <a:gradFill>
            <a:gsLst>
              <a:gs pos="0">
                <a:srgbClr val="182863"/>
              </a:gs>
              <a:gs pos="100000">
                <a:srgbClr val="182863">
                  <a:alpha val="3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83390" y="4630699"/>
            <a:ext cx="2701636" cy="404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30">
            <a:extLst>
              <a:ext uri="{FF2B5EF4-FFF2-40B4-BE49-F238E27FC236}">
                <a16:creationId xmlns:a16="http://schemas.microsoft.com/office/drawing/2014/main" id="{BA8EA202-F87D-45AF-91DB-F2B3A7B8F57B}"/>
              </a:ext>
            </a:extLst>
          </p:cNvPr>
          <p:cNvSpPr txBox="1"/>
          <p:nvPr/>
        </p:nvSpPr>
        <p:spPr>
          <a:xfrm>
            <a:off x="1837349" y="4712789"/>
            <a:ext cx="2127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228600"/>
            <a:r>
              <a:rPr lang="en-US" altLang="zh-CN" sz="12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B0604020202020204" pitchFamily="34" charset="0"/>
              </a:rPr>
              <a:t>PART FOUR</a:t>
            </a:r>
            <a:endParaRPr lang="zh-CN" altLang="en-US" sz="1200" dirty="0">
              <a:solidFill>
                <a:srgbClr val="18286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B060402020202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556229" y="3988674"/>
            <a:ext cx="0" cy="1592318"/>
          </a:xfrm>
          <a:prstGeom prst="line">
            <a:avLst/>
          </a:prstGeom>
          <a:ln w="19050">
            <a:gradFill>
              <a:gsLst>
                <a:gs pos="50000">
                  <a:srgbClr val="182863"/>
                </a:gs>
                <a:gs pos="0">
                  <a:srgbClr val="182863">
                    <a:alpha val="0"/>
                  </a:srgbClr>
                </a:gs>
                <a:gs pos="100000">
                  <a:srgbClr val="182863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82719" y="989724"/>
            <a:ext cx="4638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{{slide_23_subtitle}}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82719" y="579222"/>
            <a:ext cx="2481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>
                <a:gradFill>
                  <a:gsLst>
                    <a:gs pos="35000">
                      <a:schemeClr val="bg1">
                        <a:alpha val="74000"/>
                      </a:schemeClr>
                    </a:gs>
                    <a:gs pos="86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FUTURE</a:t>
            </a:r>
            <a:endParaRPr lang="zh-CN" altLang="en-US" sz="2800" spc="300" dirty="0">
              <a:gradFill>
                <a:gsLst>
                  <a:gs pos="35000">
                    <a:schemeClr val="bg1">
                      <a:alpha val="74000"/>
                    </a:schemeClr>
                  </a:gs>
                  <a:gs pos="86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253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4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1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7" grpId="0" animBg="1"/>
      <p:bldP spid="5" grpId="0" animBg="1"/>
      <p:bldP spid="6" grpId="0"/>
      <p:bldP spid="25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5">
            <a:extLst>
              <a:ext uri="{FF2B5EF4-FFF2-40B4-BE49-F238E27FC236}">
                <a16:creationId xmlns:a16="http://schemas.microsoft.com/office/drawing/2014/main" id="{DDFBE880-6572-4561-86CE-E6A7779CECDD}"/>
              </a:ext>
            </a:extLst>
          </p:cNvPr>
          <p:cNvSpPr/>
          <p:nvPr/>
        </p:nvSpPr>
        <p:spPr>
          <a:xfrm>
            <a:off x="1795508" y="2955154"/>
            <a:ext cx="1308289" cy="51837"/>
          </a:xfrm>
          <a:prstGeom prst="roundRect">
            <a:avLst>
              <a:gd name="adj" fmla="val 50000"/>
            </a:avLst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1" name="矩形: 圆角 61">
            <a:extLst>
              <a:ext uri="{FF2B5EF4-FFF2-40B4-BE49-F238E27FC236}">
                <a16:creationId xmlns:a16="http://schemas.microsoft.com/office/drawing/2014/main" id="{AEC933F0-ED5E-4B1E-B632-18233062E70E}"/>
              </a:ext>
            </a:extLst>
          </p:cNvPr>
          <p:cNvSpPr/>
          <p:nvPr/>
        </p:nvSpPr>
        <p:spPr>
          <a:xfrm>
            <a:off x="4418555" y="2955154"/>
            <a:ext cx="1308289" cy="51837"/>
          </a:xfrm>
          <a:prstGeom prst="roundRect">
            <a:avLst>
              <a:gd name="adj" fmla="val 50000"/>
            </a:avLst>
          </a:prstGeom>
          <a:solidFill>
            <a:srgbClr val="182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4662226A-78D6-4517-998B-8560DB8A9ACB}"/>
              </a:ext>
            </a:extLst>
          </p:cNvPr>
          <p:cNvSpPr txBox="1"/>
          <p:nvPr/>
        </p:nvSpPr>
        <p:spPr>
          <a:xfrm>
            <a:off x="1704610" y="2243065"/>
            <a:ext cx="1490085" cy="931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>
              <a:lnSpc>
                <a:spcPct val="150000"/>
              </a:lnSpc>
              <a:defRPr sz="7500" b="0">
                <a:solidFill>
                  <a:srgbClr val="0388D6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t>{{slide_24_title}}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F492A5-D2E7-47D2-BBF8-F5AAFC5FA141}"/>
              </a:ext>
            </a:extLst>
          </p:cNvPr>
          <p:cNvSpPr txBox="1"/>
          <p:nvPr/>
        </p:nvSpPr>
        <p:spPr>
          <a:xfrm>
            <a:off x="1704610" y="3643286"/>
            <a:ext cx="2383744" cy="5737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600">
                <a:solidFill>
                  <a:srgbClr val="44546A"/>
                </a:solidFill>
                <a:latin typeface="+mn-ea"/>
              </a:defRPr>
            </a:lvl1pPr>
          </a:lstStyle>
          <a:p>
            <a:r>
              <a:t>{{slide_24_body_2}}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35A851-076C-45BF-90EA-48F5AD2E1224}"/>
              </a:ext>
            </a:extLst>
          </p:cNvPr>
          <p:cNvSpPr txBox="1"/>
          <p:nvPr/>
        </p:nvSpPr>
        <p:spPr>
          <a:xfrm>
            <a:off x="1704610" y="3329962"/>
            <a:ext cx="2251894" cy="3671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Medium" panose="020B0600000000000000" pitchFamily="34" charset="-122"/>
              </a:rPr>
              <a:t>下季度工作规划</a:t>
            </a: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B6810F1D-B93D-4A69-B28A-4CA4DB847C2F}"/>
              </a:ext>
            </a:extLst>
          </p:cNvPr>
          <p:cNvSpPr txBox="1"/>
          <p:nvPr/>
        </p:nvSpPr>
        <p:spPr>
          <a:xfrm>
            <a:off x="4327657" y="2243065"/>
            <a:ext cx="1490085" cy="931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>
              <a:lnSpc>
                <a:spcPct val="150000"/>
              </a:lnSpc>
              <a:defRPr sz="7500" b="0">
                <a:solidFill>
                  <a:srgbClr val="0388D6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t>{{slide_24_subtitle}}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B81C50-BA8C-48EE-BE7E-50B9CAB2509F}"/>
              </a:ext>
            </a:extLst>
          </p:cNvPr>
          <p:cNvSpPr txBox="1"/>
          <p:nvPr/>
        </p:nvSpPr>
        <p:spPr>
          <a:xfrm>
            <a:off x="4327657" y="3643286"/>
            <a:ext cx="2383744" cy="5737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600">
                <a:solidFill>
                  <a:srgbClr val="44546A"/>
                </a:solidFill>
                <a:latin typeface="+mn-ea"/>
              </a:defRPr>
            </a:lvl1pPr>
          </a:lstStyle>
          <a:p>
            <a:r>
              <a:t>{{slide_24_body_3}}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3A21BA-9A73-45B5-AE60-B160739FF8D5}"/>
              </a:ext>
            </a:extLst>
          </p:cNvPr>
          <p:cNvSpPr txBox="1"/>
          <p:nvPr/>
        </p:nvSpPr>
        <p:spPr>
          <a:xfrm>
            <a:off x="4327657" y="3329962"/>
            <a:ext cx="2251894" cy="3671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Medium" panose="020B0600000000000000" pitchFamily="34" charset="-122"/>
              </a:rPr>
              <a:t>下季度工作规划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7344065" y="1988840"/>
            <a:ext cx="2982390" cy="3960440"/>
          </a:xfrm>
          <a:prstGeom prst="roundRect">
            <a:avLst>
              <a:gd name="adj" fmla="val 6674"/>
            </a:avLst>
          </a:prstGeom>
          <a:solidFill>
            <a:srgbClr val="182863"/>
          </a:solidFill>
          <a:ln>
            <a:noFill/>
          </a:ln>
          <a:effectLst/>
        </p:spPr>
        <p:txBody>
          <a:bodyPr/>
          <a:lstStyle/>
          <a:p>
            <a:endParaRPr lang="zh-CN" altLang="en-US" sz="1200">
              <a:solidFill>
                <a:prstClr val="black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7619066" y="1988840"/>
            <a:ext cx="2982390" cy="3960440"/>
          </a:xfrm>
          <a:custGeom>
            <a:avLst/>
            <a:gdLst>
              <a:gd name="connsiteX0" fmla="*/ 150418 w 2253792"/>
              <a:gd name="connsiteY0" fmla="*/ 0 h 3163614"/>
              <a:gd name="connsiteX1" fmla="*/ 2103374 w 2253792"/>
              <a:gd name="connsiteY1" fmla="*/ 0 h 3163614"/>
              <a:gd name="connsiteX2" fmla="*/ 2253792 w 2253792"/>
              <a:gd name="connsiteY2" fmla="*/ 150418 h 3163614"/>
              <a:gd name="connsiteX3" fmla="*/ 2253792 w 2253792"/>
              <a:gd name="connsiteY3" fmla="*/ 3013196 h 3163614"/>
              <a:gd name="connsiteX4" fmla="*/ 2103374 w 2253792"/>
              <a:gd name="connsiteY4" fmla="*/ 3163614 h 3163614"/>
              <a:gd name="connsiteX5" fmla="*/ 150418 w 2253792"/>
              <a:gd name="connsiteY5" fmla="*/ 3163614 h 3163614"/>
              <a:gd name="connsiteX6" fmla="*/ 0 w 2253792"/>
              <a:gd name="connsiteY6" fmla="*/ 3013196 h 3163614"/>
              <a:gd name="connsiteX7" fmla="*/ 0 w 2253792"/>
              <a:gd name="connsiteY7" fmla="*/ 714228 h 3163614"/>
              <a:gd name="connsiteX8" fmla="*/ 200891 w 2253792"/>
              <a:gd name="connsiteY8" fmla="*/ 537582 h 3163614"/>
              <a:gd name="connsiteX9" fmla="*/ 0 w 2253792"/>
              <a:gd name="connsiteY9" fmla="*/ 360935 h 3163614"/>
              <a:gd name="connsiteX10" fmla="*/ 0 w 2253792"/>
              <a:gd name="connsiteY10" fmla="*/ 150418 h 3163614"/>
              <a:gd name="connsiteX11" fmla="*/ 150418 w 2253792"/>
              <a:gd name="connsiteY11" fmla="*/ 0 h 3163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53792" h="3163614">
                <a:moveTo>
                  <a:pt x="150418" y="0"/>
                </a:moveTo>
                <a:lnTo>
                  <a:pt x="2103374" y="0"/>
                </a:lnTo>
                <a:cubicBezTo>
                  <a:pt x="2186448" y="0"/>
                  <a:pt x="2253792" y="67344"/>
                  <a:pt x="2253792" y="150418"/>
                </a:cubicBezTo>
                <a:lnTo>
                  <a:pt x="2253792" y="3013196"/>
                </a:lnTo>
                <a:cubicBezTo>
                  <a:pt x="2253792" y="3096270"/>
                  <a:pt x="2186448" y="3163614"/>
                  <a:pt x="2103374" y="3163614"/>
                </a:cubicBezTo>
                <a:lnTo>
                  <a:pt x="150418" y="3163614"/>
                </a:lnTo>
                <a:cubicBezTo>
                  <a:pt x="67344" y="3163614"/>
                  <a:pt x="0" y="3096270"/>
                  <a:pt x="0" y="3013196"/>
                </a:cubicBezTo>
                <a:lnTo>
                  <a:pt x="0" y="714228"/>
                </a:lnTo>
                <a:lnTo>
                  <a:pt x="200891" y="537582"/>
                </a:lnTo>
                <a:lnTo>
                  <a:pt x="0" y="360935"/>
                </a:lnTo>
                <a:lnTo>
                  <a:pt x="0" y="150418"/>
                </a:lnTo>
                <a:cubicBezTo>
                  <a:pt x="0" y="67344"/>
                  <a:pt x="67344" y="0"/>
                  <a:pt x="1504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38100" dir="2700000" sx="102000" sy="102000" algn="tl" rotWithShape="0">
              <a:srgbClr val="3B5463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979027" y="2495118"/>
            <a:ext cx="2253301" cy="3671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2000" kern="0">
                <a:gradFill>
                  <a:gsLst>
                    <a:gs pos="100000">
                      <a:srgbClr val="A197FF"/>
                    </a:gs>
                    <a:gs pos="0">
                      <a:srgbClr val="2D6CD6"/>
                    </a:gs>
                  </a:gsLst>
                  <a:path path="circle">
                    <a:fillToRect r="100000" b="100000"/>
                  </a:path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defRPr>
            </a:lvl1pPr>
          </a:lstStyle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明年工作规划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B81C50-BA8C-48EE-BE7E-50B9CAB2509F}"/>
              </a:ext>
            </a:extLst>
          </p:cNvPr>
          <p:cNvSpPr txBox="1"/>
          <p:nvPr/>
        </p:nvSpPr>
        <p:spPr>
          <a:xfrm>
            <a:off x="7979027" y="2939756"/>
            <a:ext cx="2383744" cy="5737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600">
                <a:solidFill>
                  <a:srgbClr val="44546A"/>
                </a:solidFill>
                <a:latin typeface="+mn-ea"/>
              </a:defRPr>
            </a:lvl1pPr>
          </a:lstStyle>
          <a:p>
            <a:r>
              <a:t>{{slide_24_body_1}}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DB81C50-BA8C-48EE-BE7E-50B9CAB2509F}"/>
              </a:ext>
            </a:extLst>
          </p:cNvPr>
          <p:cNvSpPr txBox="1"/>
          <p:nvPr/>
        </p:nvSpPr>
        <p:spPr>
          <a:xfrm>
            <a:off x="7979027" y="3661912"/>
            <a:ext cx="2383744" cy="5737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600">
                <a:solidFill>
                  <a:srgbClr val="44546A"/>
                </a:solidFill>
                <a:latin typeface="+mn-ea"/>
              </a:defRPr>
            </a:lvl1pPr>
          </a:lstStyle>
          <a:p>
            <a:r>
              <a:t>{{slide_24_body_4}}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B81C50-BA8C-48EE-BE7E-50B9CAB2509F}"/>
              </a:ext>
            </a:extLst>
          </p:cNvPr>
          <p:cNvSpPr txBox="1"/>
          <p:nvPr/>
        </p:nvSpPr>
        <p:spPr>
          <a:xfrm>
            <a:off x="7979027" y="4379876"/>
            <a:ext cx="1648537" cy="5737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600">
                <a:solidFill>
                  <a:srgbClr val="44546A"/>
                </a:solidFill>
                <a:latin typeface="+mn-ea"/>
              </a:defRPr>
            </a:lvl1pPr>
          </a:lstStyle>
          <a:p>
            <a:r>
              <a:t>{{slide_24_body_5}}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596F294-87FE-46D2-928C-33F85B43BBC4}"/>
              </a:ext>
            </a:extLst>
          </p:cNvPr>
          <p:cNvCxnSpPr>
            <a:cxnSpLocks/>
          </p:cNvCxnSpPr>
          <p:nvPr/>
        </p:nvCxnSpPr>
        <p:spPr>
          <a:xfrm>
            <a:off x="1795508" y="4371871"/>
            <a:ext cx="4784043" cy="0"/>
          </a:xfrm>
          <a:prstGeom prst="line">
            <a:avLst/>
          </a:prstGeom>
          <a:ln w="6350">
            <a:solidFill>
              <a:srgbClr val="476DB9">
                <a:alpha val="50000"/>
              </a:srgbClr>
            </a:solidFill>
            <a:prstDash val="lgDash"/>
          </a:ln>
          <a:effectLst>
            <a:outerShdw blurRad="203200" dist="292100" dir="2700000" algn="tl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62F492A5-D2E7-47D2-BBF8-F5AAFC5FA141}"/>
              </a:ext>
            </a:extLst>
          </p:cNvPr>
          <p:cNvSpPr txBox="1"/>
          <p:nvPr/>
        </p:nvSpPr>
        <p:spPr>
          <a:xfrm>
            <a:off x="1704610" y="4929155"/>
            <a:ext cx="5006791" cy="5737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600">
                <a:solidFill>
                  <a:srgbClr val="44546A"/>
                </a:solidFill>
                <a:latin typeface="+mn-ea"/>
              </a:defRPr>
            </a:lvl1pPr>
          </a:lstStyle>
          <a:p>
            <a:r>
              <a:t>{{slide_24_body_6}}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35A851-076C-45BF-90EA-48F5AD2E1224}"/>
              </a:ext>
            </a:extLst>
          </p:cNvPr>
          <p:cNvSpPr txBox="1"/>
          <p:nvPr/>
        </p:nvSpPr>
        <p:spPr>
          <a:xfrm>
            <a:off x="1704610" y="4615830"/>
            <a:ext cx="2251894" cy="3671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Medium" panose="020B0600000000000000" pitchFamily="34" charset="-122"/>
              </a:rPr>
              <a:t>下季度工作规划</a:t>
            </a:r>
          </a:p>
        </p:txBody>
      </p:sp>
    </p:spTree>
    <p:extLst>
      <p:ext uri="{BB962C8B-B14F-4D97-AF65-F5344CB8AC3E}">
        <p14:creationId xmlns:p14="http://schemas.microsoft.com/office/powerpoint/2010/main" val="2703717048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8" grpId="0" animBg="1"/>
      <p:bldP spid="9" grpId="0"/>
      <p:bldP spid="10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9">
            <a:extLst>
              <a:ext uri="{FF2B5EF4-FFF2-40B4-BE49-F238E27FC236}">
                <a16:creationId xmlns:a16="http://schemas.microsoft.com/office/drawing/2014/main" id="{89A277F1-A16D-44DB-A71B-D8BABC603BC6}"/>
              </a:ext>
            </a:extLst>
          </p:cNvPr>
          <p:cNvSpPr/>
          <p:nvPr/>
        </p:nvSpPr>
        <p:spPr>
          <a:xfrm>
            <a:off x="1415480" y="1844824"/>
            <a:ext cx="4606914" cy="4087099"/>
          </a:xfrm>
          <a:custGeom>
            <a:avLst/>
            <a:gdLst>
              <a:gd name="connsiteX0" fmla="*/ 0 w 2131027"/>
              <a:gd name="connsiteY0" fmla="*/ 0 h 1483813"/>
              <a:gd name="connsiteX1" fmla="*/ 2131027 w 2131027"/>
              <a:gd name="connsiteY1" fmla="*/ 0 h 1483813"/>
              <a:gd name="connsiteX2" fmla="*/ 2131027 w 2131027"/>
              <a:gd name="connsiteY2" fmla="*/ 1483813 h 1483813"/>
              <a:gd name="connsiteX3" fmla="*/ 0 w 2131027"/>
              <a:gd name="connsiteY3" fmla="*/ 1483813 h 1483813"/>
              <a:gd name="connsiteX4" fmla="*/ 0 w 2131027"/>
              <a:gd name="connsiteY4" fmla="*/ 0 h 1483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1027" h="1483813">
                <a:moveTo>
                  <a:pt x="0" y="0"/>
                </a:moveTo>
                <a:lnTo>
                  <a:pt x="2131027" y="0"/>
                </a:lnTo>
                <a:lnTo>
                  <a:pt x="2131027" y="1483813"/>
                </a:lnTo>
                <a:lnTo>
                  <a:pt x="0" y="148381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稿定PPT-10-1">
            <a:extLst>
              <a:ext uri="{FF2B5EF4-FFF2-40B4-BE49-F238E27FC236}">
                <a16:creationId xmlns:a16="http://schemas.microsoft.com/office/drawing/2014/main" id="{BBCAFC44-F105-4205-9B48-92854458332A}"/>
              </a:ext>
            </a:extLst>
          </p:cNvPr>
          <p:cNvSpPr txBox="1"/>
          <p:nvPr/>
        </p:nvSpPr>
        <p:spPr>
          <a:xfrm>
            <a:off x="1737925" y="2188145"/>
            <a:ext cx="1983918" cy="3266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r>
              <a:t>{{slide_25_title}}</a:t>
            </a:r>
          </a:p>
        </p:txBody>
      </p:sp>
      <p:sp>
        <p:nvSpPr>
          <p:cNvPr id="9" name="稿定PPT-10-2">
            <a:extLst>
              <a:ext uri="{FF2B5EF4-FFF2-40B4-BE49-F238E27FC236}">
                <a16:creationId xmlns:a16="http://schemas.microsoft.com/office/drawing/2014/main" id="{882372F1-326E-4D4D-8F42-C638E5DA5BAE}"/>
              </a:ext>
            </a:extLst>
          </p:cNvPr>
          <p:cNvSpPr txBox="1"/>
          <p:nvPr/>
        </p:nvSpPr>
        <p:spPr>
          <a:xfrm>
            <a:off x="1737925" y="2540154"/>
            <a:ext cx="3342432" cy="60730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r>
              <a:t>{{slide_25_body_1}}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2E7720-6134-41E2-A875-B7EA53FA212A}"/>
              </a:ext>
            </a:extLst>
          </p:cNvPr>
          <p:cNvSpPr/>
          <p:nvPr/>
        </p:nvSpPr>
        <p:spPr>
          <a:xfrm>
            <a:off x="5556264" y="2107516"/>
            <a:ext cx="2557324" cy="3561715"/>
          </a:xfrm>
          <a:prstGeom prst="rect">
            <a:avLst/>
          </a:prstGeom>
          <a:solidFill>
            <a:srgbClr val="182863"/>
          </a:solidFill>
          <a:ln>
            <a:noFill/>
          </a:ln>
          <a:effectLst>
            <a:outerShdw blurRad="152400" dist="139700" dir="5400000" sx="97000" sy="97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稿定PPT-10-1">
            <a:extLst>
              <a:ext uri="{FF2B5EF4-FFF2-40B4-BE49-F238E27FC236}">
                <a16:creationId xmlns:a16="http://schemas.microsoft.com/office/drawing/2014/main" id="{5A3E58A9-DD1B-40EF-9576-B1209ADED191}"/>
              </a:ext>
            </a:extLst>
          </p:cNvPr>
          <p:cNvSpPr txBox="1"/>
          <p:nvPr/>
        </p:nvSpPr>
        <p:spPr>
          <a:xfrm>
            <a:off x="5872897" y="3637612"/>
            <a:ext cx="1983918" cy="32662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4008" tIns="32004" rIns="64008" bIns="32004" anchor="ctr" anchorCtr="0">
            <a:noAutofit/>
          </a:bodyPr>
          <a:lstStyle/>
          <a:p>
            <a:pPr lvl="0" algn="ctr" defTabSz="913765">
              <a:buSzPct val="25000"/>
              <a:defRPr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工作规划与展望</a:t>
            </a:r>
          </a:p>
        </p:txBody>
      </p:sp>
      <p:sp>
        <p:nvSpPr>
          <p:cNvPr id="12" name="稿定PPT-10-2">
            <a:extLst>
              <a:ext uri="{FF2B5EF4-FFF2-40B4-BE49-F238E27FC236}">
                <a16:creationId xmlns:a16="http://schemas.microsoft.com/office/drawing/2014/main" id="{3064208A-FBF2-43EA-B168-BCCA1E932C6A}"/>
              </a:ext>
            </a:extLst>
          </p:cNvPr>
          <p:cNvSpPr txBox="1"/>
          <p:nvPr/>
        </p:nvSpPr>
        <p:spPr>
          <a:xfrm>
            <a:off x="5753190" y="4285828"/>
            <a:ext cx="2163470" cy="8387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r>
              <a:t>{{slide_25_body_2}}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886604-13CB-4311-90BE-20D5ADE74F9F}"/>
              </a:ext>
            </a:extLst>
          </p:cNvPr>
          <p:cNvCxnSpPr>
            <a:cxnSpLocks/>
          </p:cNvCxnSpPr>
          <p:nvPr/>
        </p:nvCxnSpPr>
        <p:spPr>
          <a:xfrm>
            <a:off x="6681746" y="4139072"/>
            <a:ext cx="30635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BE9DC04-F35A-4B83-9FAA-03FD5202D6F0}"/>
              </a:ext>
            </a:extLst>
          </p:cNvPr>
          <p:cNvSpPr/>
          <p:nvPr/>
        </p:nvSpPr>
        <p:spPr>
          <a:xfrm>
            <a:off x="8388687" y="2107516"/>
            <a:ext cx="2557324" cy="3561715"/>
          </a:xfrm>
          <a:prstGeom prst="rect">
            <a:avLst/>
          </a:prstGeom>
          <a:solidFill>
            <a:srgbClr val="182863"/>
          </a:solidFill>
          <a:ln>
            <a:noFill/>
          </a:ln>
          <a:effectLst>
            <a:outerShdw blurRad="152400" dist="139700" dir="5400000" sx="97000" sy="97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稿定PPT-10-1">
            <a:extLst>
              <a:ext uri="{FF2B5EF4-FFF2-40B4-BE49-F238E27FC236}">
                <a16:creationId xmlns:a16="http://schemas.microsoft.com/office/drawing/2014/main" id="{08F59D36-1ECB-4C26-B5E0-98B1F105EC6A}"/>
              </a:ext>
            </a:extLst>
          </p:cNvPr>
          <p:cNvSpPr txBox="1"/>
          <p:nvPr/>
        </p:nvSpPr>
        <p:spPr>
          <a:xfrm>
            <a:off x="8705320" y="3637612"/>
            <a:ext cx="1983918" cy="32662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4008" tIns="32004" rIns="64008" bIns="32004" anchor="ctr" anchorCtr="0">
            <a:noAutofit/>
          </a:bodyPr>
          <a:lstStyle/>
          <a:p>
            <a:pPr lvl="0" algn="ctr" defTabSz="913765">
              <a:buSzPct val="25000"/>
              <a:defRPr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rPr>
              <a:t>工作规划与展望</a:t>
            </a:r>
          </a:p>
        </p:txBody>
      </p:sp>
      <p:sp>
        <p:nvSpPr>
          <p:cNvPr id="16" name="稿定PPT-10-2">
            <a:extLst>
              <a:ext uri="{FF2B5EF4-FFF2-40B4-BE49-F238E27FC236}">
                <a16:creationId xmlns:a16="http://schemas.microsoft.com/office/drawing/2014/main" id="{7924B73E-820F-42EC-A8FF-EA328494DD45}"/>
              </a:ext>
            </a:extLst>
          </p:cNvPr>
          <p:cNvSpPr txBox="1"/>
          <p:nvPr/>
        </p:nvSpPr>
        <p:spPr>
          <a:xfrm>
            <a:off x="8585614" y="4311430"/>
            <a:ext cx="2163470" cy="8387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r>
              <a:t>{{slide_25_body_3}}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A0D7634-D4BD-4135-BF4F-D5BDC892C7FD}"/>
              </a:ext>
            </a:extLst>
          </p:cNvPr>
          <p:cNvCxnSpPr>
            <a:cxnSpLocks/>
          </p:cNvCxnSpPr>
          <p:nvPr/>
        </p:nvCxnSpPr>
        <p:spPr>
          <a:xfrm>
            <a:off x="9514170" y="4139072"/>
            <a:ext cx="30635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4BEF8D8B-C659-4870-A9BF-390EEA539F13}"/>
              </a:ext>
            </a:extLst>
          </p:cNvPr>
          <p:cNvSpPr/>
          <p:nvPr/>
        </p:nvSpPr>
        <p:spPr>
          <a:xfrm>
            <a:off x="6498301" y="2540154"/>
            <a:ext cx="733108" cy="73310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52400" dist="139700" dir="5400000" sx="97000" sy="97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图形 9">
            <a:extLst>
              <a:ext uri="{FF2B5EF4-FFF2-40B4-BE49-F238E27FC236}">
                <a16:creationId xmlns:a16="http://schemas.microsoft.com/office/drawing/2014/main" id="{F5BC952E-E994-432C-97FC-47D6E14126A1}"/>
              </a:ext>
            </a:extLst>
          </p:cNvPr>
          <p:cNvSpPr/>
          <p:nvPr/>
        </p:nvSpPr>
        <p:spPr>
          <a:xfrm>
            <a:off x="6704231" y="2710206"/>
            <a:ext cx="321250" cy="418284"/>
          </a:xfrm>
          <a:custGeom>
            <a:avLst/>
            <a:gdLst>
              <a:gd name="connsiteX0" fmla="*/ 680291 w 1403690"/>
              <a:gd name="connsiteY0" fmla="*/ 424322 h 1827681"/>
              <a:gd name="connsiteX1" fmla="*/ 338 w 1403690"/>
              <a:gd name="connsiteY1" fmla="*/ 1147389 h 1827681"/>
              <a:gd name="connsiteX2" fmla="*/ 723404 w 1403690"/>
              <a:gd name="connsiteY2" fmla="*/ 1827344 h 1827681"/>
              <a:gd name="connsiteX3" fmla="*/ 1403690 w 1403690"/>
              <a:gd name="connsiteY3" fmla="*/ 1125662 h 1827681"/>
              <a:gd name="connsiteX4" fmla="*/ 689111 w 1403690"/>
              <a:gd name="connsiteY4" fmla="*/ 424185 h 1827681"/>
              <a:gd name="connsiteX5" fmla="*/ 680291 w 1403690"/>
              <a:gd name="connsiteY5" fmla="*/ 424322 h 1827681"/>
              <a:gd name="connsiteX6" fmla="*/ 1047556 w 1403690"/>
              <a:gd name="connsiteY6" fmla="*/ 1039336 h 1827681"/>
              <a:gd name="connsiteX7" fmla="*/ 912801 w 1403690"/>
              <a:gd name="connsiteY7" fmla="*/ 1178702 h 1827681"/>
              <a:gd name="connsiteX8" fmla="*/ 946490 w 1403690"/>
              <a:gd name="connsiteY8" fmla="*/ 1375918 h 1827681"/>
              <a:gd name="connsiteX9" fmla="*/ 867883 w 1403690"/>
              <a:gd name="connsiteY9" fmla="*/ 1433972 h 1827681"/>
              <a:gd name="connsiteX10" fmla="*/ 699242 w 1403690"/>
              <a:gd name="connsiteY10" fmla="*/ 1341329 h 1827681"/>
              <a:gd name="connsiteX11" fmla="*/ 530700 w 1403690"/>
              <a:gd name="connsiteY11" fmla="*/ 1434171 h 1827681"/>
              <a:gd name="connsiteX12" fmla="*/ 451992 w 1403690"/>
              <a:gd name="connsiteY12" fmla="*/ 1376119 h 1827681"/>
              <a:gd name="connsiteX13" fmla="*/ 485782 w 1403690"/>
              <a:gd name="connsiteY13" fmla="*/ 1178801 h 1827681"/>
              <a:gd name="connsiteX14" fmla="*/ 350926 w 1403690"/>
              <a:gd name="connsiteY14" fmla="*/ 1039437 h 1827681"/>
              <a:gd name="connsiteX15" fmla="*/ 384716 w 1403690"/>
              <a:gd name="connsiteY15" fmla="*/ 935062 h 1827681"/>
              <a:gd name="connsiteX16" fmla="*/ 564387 w 1403690"/>
              <a:gd name="connsiteY16" fmla="*/ 911802 h 1827681"/>
              <a:gd name="connsiteX17" fmla="*/ 643193 w 1403690"/>
              <a:gd name="connsiteY17" fmla="*/ 737645 h 1827681"/>
              <a:gd name="connsiteX18" fmla="*/ 744460 w 1403690"/>
              <a:gd name="connsiteY18" fmla="*/ 737645 h 1827681"/>
              <a:gd name="connsiteX19" fmla="*/ 823166 w 1403690"/>
              <a:gd name="connsiteY19" fmla="*/ 911802 h 1827681"/>
              <a:gd name="connsiteX20" fmla="*/ 1014067 w 1403690"/>
              <a:gd name="connsiteY20" fmla="*/ 935062 h 1827681"/>
              <a:gd name="connsiteX21" fmla="*/ 1047857 w 1403690"/>
              <a:gd name="connsiteY21" fmla="*/ 1039336 h 1827681"/>
              <a:gd name="connsiteX22" fmla="*/ 1047556 w 1403690"/>
              <a:gd name="connsiteY22" fmla="*/ 1039336 h 1827681"/>
              <a:gd name="connsiteX23" fmla="*/ 1392461 w 1403690"/>
              <a:gd name="connsiteY23" fmla="*/ 63675 h 1827681"/>
              <a:gd name="connsiteX24" fmla="*/ 1403690 w 1403690"/>
              <a:gd name="connsiteY24" fmla="*/ 42620 h 1827681"/>
              <a:gd name="connsiteX25" fmla="*/ 1358973 w 1403690"/>
              <a:gd name="connsiteY25" fmla="*/ 509 h 1827681"/>
              <a:gd name="connsiteX26" fmla="*/ 934560 w 1403690"/>
              <a:gd name="connsiteY26" fmla="*/ 509 h 1827681"/>
              <a:gd name="connsiteX27" fmla="*/ 905382 w 1403690"/>
              <a:gd name="connsiteY27" fmla="*/ 7227 h 1827681"/>
              <a:gd name="connsiteX28" fmla="*/ 889841 w 1403690"/>
              <a:gd name="connsiteY28" fmla="*/ 31992 h 1827681"/>
              <a:gd name="connsiteX29" fmla="*/ 755789 w 1403690"/>
              <a:gd name="connsiteY29" fmla="*/ 263700 h 1827681"/>
              <a:gd name="connsiteX30" fmla="*/ 1202863 w 1403690"/>
              <a:gd name="connsiteY30" fmla="*/ 432041 h 1827681"/>
              <a:gd name="connsiteX31" fmla="*/ 1392562 w 1403690"/>
              <a:gd name="connsiteY31" fmla="*/ 63675 h 1827681"/>
              <a:gd name="connsiteX32" fmla="*/ 647506 w 1403690"/>
              <a:gd name="connsiteY32" fmla="*/ 274027 h 1827681"/>
              <a:gd name="connsiteX33" fmla="*/ 513653 w 1403690"/>
              <a:gd name="connsiteY33" fmla="*/ 32092 h 1827681"/>
              <a:gd name="connsiteX34" fmla="*/ 498013 w 1403690"/>
              <a:gd name="connsiteY34" fmla="*/ 7227 h 1827681"/>
              <a:gd name="connsiteX35" fmla="*/ 468936 w 1403690"/>
              <a:gd name="connsiteY35" fmla="*/ 509 h 1827681"/>
              <a:gd name="connsiteX36" fmla="*/ 55852 w 1403690"/>
              <a:gd name="connsiteY36" fmla="*/ 509 h 1827681"/>
              <a:gd name="connsiteX37" fmla="*/ 7 w 1403690"/>
              <a:gd name="connsiteY37" fmla="*/ 42620 h 1827681"/>
              <a:gd name="connsiteX38" fmla="*/ 11135 w 1403690"/>
              <a:gd name="connsiteY38" fmla="*/ 63675 h 1827681"/>
              <a:gd name="connsiteX39" fmla="*/ 201034 w 1403690"/>
              <a:gd name="connsiteY39" fmla="*/ 431942 h 1827681"/>
              <a:gd name="connsiteX40" fmla="*/ 647906 w 1403690"/>
              <a:gd name="connsiteY40" fmla="*/ 274027 h 1827681"/>
              <a:gd name="connsiteX41" fmla="*/ 647506 w 1403690"/>
              <a:gd name="connsiteY41" fmla="*/ 274027 h 1827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03690" h="1827681">
                <a:moveTo>
                  <a:pt x="680291" y="424322"/>
                </a:moveTo>
                <a:cubicBezTo>
                  <a:pt x="292858" y="436227"/>
                  <a:pt x="-11569" y="759956"/>
                  <a:pt x="338" y="1147389"/>
                </a:cubicBezTo>
                <a:cubicBezTo>
                  <a:pt x="12242" y="1534822"/>
                  <a:pt x="335971" y="1839248"/>
                  <a:pt x="723404" y="1827344"/>
                </a:cubicBezTo>
                <a:cubicBezTo>
                  <a:pt x="1102516" y="1815694"/>
                  <a:pt x="1403781" y="1504952"/>
                  <a:pt x="1403690" y="1125662"/>
                </a:cubicBezTo>
                <a:cubicBezTo>
                  <a:pt x="1400072" y="734629"/>
                  <a:pt x="1080145" y="420566"/>
                  <a:pt x="689111" y="424185"/>
                </a:cubicBezTo>
                <a:cubicBezTo>
                  <a:pt x="686171" y="424213"/>
                  <a:pt x="683232" y="424257"/>
                  <a:pt x="680291" y="424322"/>
                </a:cubicBezTo>
                <a:close/>
                <a:moveTo>
                  <a:pt x="1047556" y="1039336"/>
                </a:moveTo>
                <a:lnTo>
                  <a:pt x="912801" y="1178702"/>
                </a:lnTo>
                <a:lnTo>
                  <a:pt x="946490" y="1375918"/>
                </a:lnTo>
                <a:cubicBezTo>
                  <a:pt x="957719" y="1445602"/>
                  <a:pt x="923932" y="1468763"/>
                  <a:pt x="867883" y="1433972"/>
                </a:cubicBezTo>
                <a:lnTo>
                  <a:pt x="699242" y="1341329"/>
                </a:lnTo>
                <a:lnTo>
                  <a:pt x="530700" y="1434171"/>
                </a:lnTo>
                <a:cubicBezTo>
                  <a:pt x="474551" y="1468964"/>
                  <a:pt x="440763" y="1434171"/>
                  <a:pt x="451992" y="1376119"/>
                </a:cubicBezTo>
                <a:lnTo>
                  <a:pt x="485782" y="1178801"/>
                </a:lnTo>
                <a:lnTo>
                  <a:pt x="350926" y="1039437"/>
                </a:lnTo>
                <a:cubicBezTo>
                  <a:pt x="305910" y="993114"/>
                  <a:pt x="317139" y="946592"/>
                  <a:pt x="384716" y="935062"/>
                </a:cubicBezTo>
                <a:lnTo>
                  <a:pt x="564387" y="911802"/>
                </a:lnTo>
                <a:lnTo>
                  <a:pt x="643193" y="737645"/>
                </a:lnTo>
                <a:cubicBezTo>
                  <a:pt x="665653" y="679592"/>
                  <a:pt x="710672" y="679592"/>
                  <a:pt x="744460" y="737645"/>
                </a:cubicBezTo>
                <a:lnTo>
                  <a:pt x="823166" y="911802"/>
                </a:lnTo>
                <a:lnTo>
                  <a:pt x="1014067" y="935062"/>
                </a:lnTo>
                <a:cubicBezTo>
                  <a:pt x="1081645" y="958122"/>
                  <a:pt x="1104203" y="992915"/>
                  <a:pt x="1047857" y="1039336"/>
                </a:cubicBezTo>
                <a:lnTo>
                  <a:pt x="1047556" y="1039336"/>
                </a:lnTo>
                <a:close/>
                <a:moveTo>
                  <a:pt x="1392461" y="63675"/>
                </a:moveTo>
                <a:cubicBezTo>
                  <a:pt x="1398788" y="58375"/>
                  <a:pt x="1402814" y="50827"/>
                  <a:pt x="1403690" y="42620"/>
                </a:cubicBezTo>
                <a:cubicBezTo>
                  <a:pt x="1401361" y="19401"/>
                  <a:pt x="1382289" y="1442"/>
                  <a:pt x="1358973" y="509"/>
                </a:cubicBezTo>
                <a:lnTo>
                  <a:pt x="934560" y="509"/>
                </a:lnTo>
                <a:cubicBezTo>
                  <a:pt x="924330" y="-1145"/>
                  <a:pt x="913858" y="1266"/>
                  <a:pt x="905382" y="7227"/>
                </a:cubicBezTo>
                <a:cubicBezTo>
                  <a:pt x="897064" y="13039"/>
                  <a:pt x="891457" y="21974"/>
                  <a:pt x="889841" y="31992"/>
                </a:cubicBezTo>
                <a:lnTo>
                  <a:pt x="755789" y="263700"/>
                </a:lnTo>
                <a:cubicBezTo>
                  <a:pt x="755789" y="263700"/>
                  <a:pt x="1035223" y="274127"/>
                  <a:pt x="1202863" y="432041"/>
                </a:cubicBezTo>
                <a:lnTo>
                  <a:pt x="1392562" y="63675"/>
                </a:lnTo>
                <a:close/>
                <a:moveTo>
                  <a:pt x="647506" y="274027"/>
                </a:moveTo>
                <a:lnTo>
                  <a:pt x="513653" y="32092"/>
                </a:lnTo>
                <a:cubicBezTo>
                  <a:pt x="512016" y="22030"/>
                  <a:pt x="506374" y="13059"/>
                  <a:pt x="498013" y="7227"/>
                </a:cubicBezTo>
                <a:cubicBezTo>
                  <a:pt x="489564" y="1292"/>
                  <a:pt x="479133" y="-1118"/>
                  <a:pt x="468936" y="509"/>
                </a:cubicBezTo>
                <a:lnTo>
                  <a:pt x="55852" y="509"/>
                </a:lnTo>
                <a:cubicBezTo>
                  <a:pt x="28902" y="-2904"/>
                  <a:pt x="4136" y="15770"/>
                  <a:pt x="7" y="42620"/>
                </a:cubicBezTo>
                <a:cubicBezTo>
                  <a:pt x="7" y="53147"/>
                  <a:pt x="7" y="63675"/>
                  <a:pt x="11135" y="63675"/>
                </a:cubicBezTo>
                <a:lnTo>
                  <a:pt x="201034" y="431942"/>
                </a:lnTo>
                <a:cubicBezTo>
                  <a:pt x="368473" y="295082"/>
                  <a:pt x="647906" y="274027"/>
                  <a:pt x="647906" y="274027"/>
                </a:cubicBezTo>
                <a:lnTo>
                  <a:pt x="647506" y="274027"/>
                </a:lnTo>
                <a:close/>
              </a:path>
            </a:pathLst>
          </a:custGeom>
          <a:solidFill>
            <a:srgbClr val="182863"/>
          </a:solidFill>
          <a:ln w="3175">
            <a:noFill/>
          </a:ln>
          <a:effectLst>
            <a:outerShdw blurRad="238252" dist="119126" dir="2700001" algn="tl" rotWithShape="0">
              <a:srgbClr val="BFA3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BEF8D8B-C659-4870-A9BF-390EEA539F13}"/>
              </a:ext>
            </a:extLst>
          </p:cNvPr>
          <p:cNvSpPr/>
          <p:nvPr/>
        </p:nvSpPr>
        <p:spPr>
          <a:xfrm>
            <a:off x="9330725" y="2540154"/>
            <a:ext cx="733108" cy="73310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52400" dist="139700" dir="5400000" sx="97000" sy="97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图形 9">
            <a:extLst>
              <a:ext uri="{FF2B5EF4-FFF2-40B4-BE49-F238E27FC236}">
                <a16:creationId xmlns:a16="http://schemas.microsoft.com/office/drawing/2014/main" id="{F5BC952E-E994-432C-97FC-47D6E14126A1}"/>
              </a:ext>
            </a:extLst>
          </p:cNvPr>
          <p:cNvSpPr/>
          <p:nvPr/>
        </p:nvSpPr>
        <p:spPr>
          <a:xfrm>
            <a:off x="9488137" y="2768742"/>
            <a:ext cx="418284" cy="301214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037" h="437859">
                <a:moveTo>
                  <a:pt x="435614" y="275305"/>
                </a:moveTo>
                <a:cubicBezTo>
                  <a:pt x="437271" y="274359"/>
                  <a:pt x="439284" y="274596"/>
                  <a:pt x="440823" y="275778"/>
                </a:cubicBezTo>
                <a:cubicBezTo>
                  <a:pt x="448635" y="281809"/>
                  <a:pt x="457277" y="285948"/>
                  <a:pt x="466273" y="287959"/>
                </a:cubicBezTo>
                <a:cubicBezTo>
                  <a:pt x="467930" y="288313"/>
                  <a:pt x="469232" y="289496"/>
                  <a:pt x="469824" y="291033"/>
                </a:cubicBezTo>
                <a:lnTo>
                  <a:pt x="478939" y="315276"/>
                </a:lnTo>
                <a:lnTo>
                  <a:pt x="488172" y="291033"/>
                </a:lnTo>
                <a:cubicBezTo>
                  <a:pt x="488764" y="289496"/>
                  <a:pt x="490066" y="288313"/>
                  <a:pt x="491723" y="287959"/>
                </a:cubicBezTo>
                <a:cubicBezTo>
                  <a:pt x="500838" y="285948"/>
                  <a:pt x="509361" y="281809"/>
                  <a:pt x="517174" y="275778"/>
                </a:cubicBezTo>
                <a:cubicBezTo>
                  <a:pt x="518713" y="274596"/>
                  <a:pt x="520725" y="274359"/>
                  <a:pt x="522382" y="275305"/>
                </a:cubicBezTo>
                <a:cubicBezTo>
                  <a:pt x="529485" y="278971"/>
                  <a:pt x="564878" y="298247"/>
                  <a:pt x="573875" y="309954"/>
                </a:cubicBezTo>
                <a:cubicBezTo>
                  <a:pt x="591157" y="332423"/>
                  <a:pt x="603468" y="399829"/>
                  <a:pt x="607966" y="427738"/>
                </a:cubicBezTo>
                <a:cubicBezTo>
                  <a:pt x="608203" y="429157"/>
                  <a:pt x="607848" y="430694"/>
                  <a:pt x="606901" y="431758"/>
                </a:cubicBezTo>
                <a:cubicBezTo>
                  <a:pt x="605954" y="432823"/>
                  <a:pt x="604652" y="433414"/>
                  <a:pt x="603231" y="433414"/>
                </a:cubicBezTo>
                <a:lnTo>
                  <a:pt x="354765" y="433414"/>
                </a:lnTo>
                <a:cubicBezTo>
                  <a:pt x="353344" y="433414"/>
                  <a:pt x="352042" y="432823"/>
                  <a:pt x="351095" y="431758"/>
                </a:cubicBezTo>
                <a:cubicBezTo>
                  <a:pt x="350148" y="430694"/>
                  <a:pt x="349793" y="429157"/>
                  <a:pt x="350030" y="427738"/>
                </a:cubicBezTo>
                <a:cubicBezTo>
                  <a:pt x="354528" y="399829"/>
                  <a:pt x="366839" y="332423"/>
                  <a:pt x="384122" y="309954"/>
                </a:cubicBezTo>
                <a:cubicBezTo>
                  <a:pt x="393118" y="298247"/>
                  <a:pt x="428512" y="278971"/>
                  <a:pt x="435614" y="275305"/>
                </a:cubicBezTo>
                <a:close/>
                <a:moveTo>
                  <a:pt x="479051" y="123066"/>
                </a:moveTo>
                <a:cubicBezTo>
                  <a:pt x="542255" y="123066"/>
                  <a:pt x="548646" y="158180"/>
                  <a:pt x="548646" y="201334"/>
                </a:cubicBezTo>
                <a:cubicBezTo>
                  <a:pt x="548646" y="244607"/>
                  <a:pt x="517518" y="279721"/>
                  <a:pt x="479051" y="279721"/>
                </a:cubicBezTo>
                <a:cubicBezTo>
                  <a:pt x="440584" y="279721"/>
                  <a:pt x="409337" y="244607"/>
                  <a:pt x="409337" y="201334"/>
                </a:cubicBezTo>
                <a:cubicBezTo>
                  <a:pt x="409337" y="198852"/>
                  <a:pt x="409337" y="196369"/>
                  <a:pt x="409455" y="193886"/>
                </a:cubicBezTo>
                <a:cubicBezTo>
                  <a:pt x="405668" y="196723"/>
                  <a:pt x="402235" y="200389"/>
                  <a:pt x="400460" y="205000"/>
                </a:cubicBezTo>
                <a:cubicBezTo>
                  <a:pt x="397856" y="211502"/>
                  <a:pt x="399276" y="219305"/>
                  <a:pt x="404484" y="228173"/>
                </a:cubicBezTo>
                <a:cubicBezTo>
                  <a:pt x="406259" y="228646"/>
                  <a:pt x="407916" y="229710"/>
                  <a:pt x="408982" y="231365"/>
                </a:cubicBezTo>
                <a:lnTo>
                  <a:pt x="411822" y="235503"/>
                </a:lnTo>
                <a:cubicBezTo>
                  <a:pt x="413124" y="237276"/>
                  <a:pt x="413598" y="239405"/>
                  <a:pt x="413243" y="241651"/>
                </a:cubicBezTo>
                <a:cubicBezTo>
                  <a:pt x="412888" y="243779"/>
                  <a:pt x="411586" y="245671"/>
                  <a:pt x="409810" y="246853"/>
                </a:cubicBezTo>
                <a:cubicBezTo>
                  <a:pt x="408508" y="247799"/>
                  <a:pt x="406851" y="248390"/>
                  <a:pt x="405194" y="248390"/>
                </a:cubicBezTo>
                <a:cubicBezTo>
                  <a:pt x="402472" y="248390"/>
                  <a:pt x="399986" y="247090"/>
                  <a:pt x="398448" y="244843"/>
                </a:cubicBezTo>
                <a:lnTo>
                  <a:pt x="395489" y="240705"/>
                </a:lnTo>
                <a:cubicBezTo>
                  <a:pt x="394187" y="238695"/>
                  <a:pt x="393832" y="236331"/>
                  <a:pt x="394305" y="234202"/>
                </a:cubicBezTo>
                <a:cubicBezTo>
                  <a:pt x="387085" y="222143"/>
                  <a:pt x="385428" y="210793"/>
                  <a:pt x="389334" y="200625"/>
                </a:cubicBezTo>
                <a:cubicBezTo>
                  <a:pt x="393358" y="190221"/>
                  <a:pt x="402590" y="183482"/>
                  <a:pt x="410284" y="179344"/>
                </a:cubicBezTo>
                <a:cubicBezTo>
                  <a:pt x="413361" y="146830"/>
                  <a:pt x="426854" y="123066"/>
                  <a:pt x="479051" y="123066"/>
                </a:cubicBezTo>
                <a:close/>
                <a:moveTo>
                  <a:pt x="251377" y="87196"/>
                </a:moveTo>
                <a:cubicBezTo>
                  <a:pt x="255047" y="87078"/>
                  <a:pt x="258599" y="88970"/>
                  <a:pt x="260493" y="92162"/>
                </a:cubicBezTo>
                <a:lnTo>
                  <a:pt x="294826" y="150452"/>
                </a:lnTo>
                <a:lnTo>
                  <a:pt x="373554" y="150452"/>
                </a:lnTo>
                <a:cubicBezTo>
                  <a:pt x="379118" y="150452"/>
                  <a:pt x="383735" y="155063"/>
                  <a:pt x="383735" y="160738"/>
                </a:cubicBezTo>
                <a:cubicBezTo>
                  <a:pt x="383735" y="166414"/>
                  <a:pt x="379118" y="171025"/>
                  <a:pt x="373554" y="171025"/>
                </a:cubicBezTo>
                <a:lnTo>
                  <a:pt x="289025" y="171025"/>
                </a:lnTo>
                <a:cubicBezTo>
                  <a:pt x="285355" y="171025"/>
                  <a:pt x="281921" y="169015"/>
                  <a:pt x="280145" y="165941"/>
                </a:cubicBezTo>
                <a:lnTo>
                  <a:pt x="252206" y="118529"/>
                </a:lnTo>
                <a:lnTo>
                  <a:pt x="201773" y="214890"/>
                </a:lnTo>
                <a:cubicBezTo>
                  <a:pt x="200115" y="217964"/>
                  <a:pt x="197155" y="219974"/>
                  <a:pt x="193722" y="220329"/>
                </a:cubicBezTo>
                <a:cubicBezTo>
                  <a:pt x="193367" y="220329"/>
                  <a:pt x="193012" y="220447"/>
                  <a:pt x="192657" y="220447"/>
                </a:cubicBezTo>
                <a:cubicBezTo>
                  <a:pt x="189579" y="220447"/>
                  <a:pt x="186619" y="219028"/>
                  <a:pt x="184606" y="216545"/>
                </a:cubicBezTo>
                <a:lnTo>
                  <a:pt x="148261" y="171025"/>
                </a:lnTo>
                <a:lnTo>
                  <a:pt x="75926" y="171025"/>
                </a:lnTo>
                <a:cubicBezTo>
                  <a:pt x="70243" y="171025"/>
                  <a:pt x="65626" y="166414"/>
                  <a:pt x="65626" y="160738"/>
                </a:cubicBezTo>
                <a:cubicBezTo>
                  <a:pt x="65626" y="155063"/>
                  <a:pt x="70243" y="150452"/>
                  <a:pt x="75926" y="150452"/>
                </a:cubicBezTo>
                <a:lnTo>
                  <a:pt x="153233" y="150452"/>
                </a:lnTo>
                <a:cubicBezTo>
                  <a:pt x="156311" y="150452"/>
                  <a:pt x="159271" y="151871"/>
                  <a:pt x="161284" y="154354"/>
                </a:cubicBezTo>
                <a:lnTo>
                  <a:pt x="190881" y="191480"/>
                </a:lnTo>
                <a:lnTo>
                  <a:pt x="242498" y="92635"/>
                </a:lnTo>
                <a:cubicBezTo>
                  <a:pt x="244274" y="89325"/>
                  <a:pt x="247589" y="87315"/>
                  <a:pt x="251377" y="87196"/>
                </a:cubicBezTo>
                <a:close/>
                <a:moveTo>
                  <a:pt x="13735" y="0"/>
                </a:moveTo>
                <a:lnTo>
                  <a:pt x="495160" y="0"/>
                </a:lnTo>
                <a:cubicBezTo>
                  <a:pt x="502738" y="0"/>
                  <a:pt x="508776" y="6147"/>
                  <a:pt x="508776" y="13713"/>
                </a:cubicBezTo>
                <a:lnTo>
                  <a:pt x="508776" y="104618"/>
                </a:lnTo>
                <a:cubicBezTo>
                  <a:pt x="499186" y="102254"/>
                  <a:pt x="488411" y="101072"/>
                  <a:pt x="476452" y="101072"/>
                </a:cubicBezTo>
                <a:cubicBezTo>
                  <a:pt x="472308" y="101072"/>
                  <a:pt x="468282" y="101190"/>
                  <a:pt x="464375" y="101426"/>
                </a:cubicBezTo>
                <a:lnTo>
                  <a:pt x="464375" y="37946"/>
                </a:lnTo>
                <a:lnTo>
                  <a:pt x="44401" y="37946"/>
                </a:lnTo>
                <a:lnTo>
                  <a:pt x="44401" y="297896"/>
                </a:lnTo>
                <a:lnTo>
                  <a:pt x="203653" y="297896"/>
                </a:lnTo>
                <a:lnTo>
                  <a:pt x="305242" y="297896"/>
                </a:lnTo>
                <a:lnTo>
                  <a:pt x="362667" y="297896"/>
                </a:lnTo>
                <a:cubicBezTo>
                  <a:pt x="356037" y="306998"/>
                  <a:pt x="350117" y="320356"/>
                  <a:pt x="345025" y="335842"/>
                </a:cubicBezTo>
                <a:lnTo>
                  <a:pt x="325015" y="335842"/>
                </a:lnTo>
                <a:cubicBezTo>
                  <a:pt x="326673" y="345772"/>
                  <a:pt x="329515" y="359957"/>
                  <a:pt x="334132" y="375916"/>
                </a:cubicBezTo>
                <a:cubicBezTo>
                  <a:pt x="330343" y="392584"/>
                  <a:pt x="327265" y="409606"/>
                  <a:pt x="324778" y="424974"/>
                </a:cubicBezTo>
                <a:cubicBezTo>
                  <a:pt x="324068" y="429348"/>
                  <a:pt x="324542" y="433722"/>
                  <a:pt x="325844" y="437859"/>
                </a:cubicBezTo>
                <a:lnTo>
                  <a:pt x="171566" y="437859"/>
                </a:lnTo>
                <a:cubicBezTo>
                  <a:pt x="166829" y="437859"/>
                  <a:pt x="162567" y="435495"/>
                  <a:pt x="159962" y="431594"/>
                </a:cubicBezTo>
                <a:cubicBezTo>
                  <a:pt x="157476" y="427575"/>
                  <a:pt x="157120" y="422728"/>
                  <a:pt x="159133" y="418472"/>
                </a:cubicBezTo>
                <a:cubicBezTo>
                  <a:pt x="173815" y="386437"/>
                  <a:pt x="180801" y="354046"/>
                  <a:pt x="183761" y="335842"/>
                </a:cubicBezTo>
                <a:lnTo>
                  <a:pt x="13735" y="335842"/>
                </a:lnTo>
                <a:cubicBezTo>
                  <a:pt x="6157" y="335842"/>
                  <a:pt x="0" y="329695"/>
                  <a:pt x="0" y="322129"/>
                </a:cubicBezTo>
                <a:lnTo>
                  <a:pt x="0" y="13713"/>
                </a:lnTo>
                <a:cubicBezTo>
                  <a:pt x="0" y="6147"/>
                  <a:pt x="6157" y="0"/>
                  <a:pt x="13735" y="0"/>
                </a:cubicBezTo>
                <a:close/>
              </a:path>
            </a:pathLst>
          </a:custGeom>
          <a:solidFill>
            <a:srgbClr val="182863"/>
          </a:solidFill>
          <a:ln w="3175">
            <a:noFill/>
          </a:ln>
          <a:effectLst>
            <a:outerShdw blurRad="238252" dist="119126" dir="2700001" algn="tl" rotWithShape="0">
              <a:srgbClr val="BFA3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1" b="7251"/>
          <a:stretch/>
        </p:blipFill>
        <p:spPr>
          <a:xfrm>
            <a:off x="1786082" y="3614001"/>
            <a:ext cx="3216224" cy="1831223"/>
          </a:xfrm>
          <a:custGeom>
            <a:avLst/>
            <a:gdLst>
              <a:gd name="connsiteX0" fmla="*/ 0 w 3622864"/>
              <a:gd name="connsiteY0" fmla="*/ 0 h 2159000"/>
              <a:gd name="connsiteX1" fmla="*/ 3622864 w 3622864"/>
              <a:gd name="connsiteY1" fmla="*/ 0 h 2159000"/>
              <a:gd name="connsiteX2" fmla="*/ 3622864 w 3622864"/>
              <a:gd name="connsiteY2" fmla="*/ 2159000 h 2159000"/>
              <a:gd name="connsiteX3" fmla="*/ 0 w 3622864"/>
              <a:gd name="connsiteY3" fmla="*/ 2159000 h 215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864" h="2159000">
                <a:moveTo>
                  <a:pt x="0" y="0"/>
                </a:moveTo>
                <a:lnTo>
                  <a:pt x="3622864" y="0"/>
                </a:lnTo>
                <a:lnTo>
                  <a:pt x="3622864" y="2159000"/>
                </a:lnTo>
                <a:lnTo>
                  <a:pt x="0" y="2159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76774425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 animBg="1"/>
      <p:bldP spid="11" grpId="0"/>
      <p:bldP spid="12" grpId="0"/>
      <p:bldP spid="14" grpId="0" animBg="1"/>
      <p:bldP spid="15" grpId="0"/>
      <p:bldP spid="16" grpId="0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2">
            <a:extLst>
              <a:ext uri="{FF2B5EF4-FFF2-40B4-BE49-F238E27FC236}">
                <a16:creationId xmlns:a16="http://schemas.microsoft.com/office/drawing/2014/main" id="{21965E02-FB23-405B-A4BB-36B1CB49E73F}"/>
              </a:ext>
            </a:extLst>
          </p:cNvPr>
          <p:cNvSpPr/>
          <p:nvPr/>
        </p:nvSpPr>
        <p:spPr>
          <a:xfrm>
            <a:off x="1386526" y="1797167"/>
            <a:ext cx="9614846" cy="2013085"/>
          </a:xfrm>
          <a:prstGeom prst="roundRect">
            <a:avLst>
              <a:gd name="adj" fmla="val 2323"/>
            </a:avLst>
          </a:prstGeom>
          <a:solidFill>
            <a:srgbClr val="182863"/>
          </a:solidFill>
          <a:ln w="19050">
            <a:noFill/>
          </a:ln>
          <a:effectLst>
            <a:outerShdw blurRad="292100" dist="38100" dir="5400000" sx="102000" sy="102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83D21218-C114-4F04-8325-38313FF2E30D}"/>
              </a:ext>
            </a:extLst>
          </p:cNvPr>
          <p:cNvSpPr/>
          <p:nvPr/>
        </p:nvSpPr>
        <p:spPr>
          <a:xfrm>
            <a:off x="1703512" y="4189432"/>
            <a:ext cx="631190" cy="631191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01</a:t>
            </a:r>
            <a:endParaRPr lang="id-ID" sz="1200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8D81B798-14A8-4535-88DB-614A64DE61FE}"/>
              </a:ext>
            </a:extLst>
          </p:cNvPr>
          <p:cNvSpPr/>
          <p:nvPr/>
        </p:nvSpPr>
        <p:spPr>
          <a:xfrm>
            <a:off x="1703512" y="5199804"/>
            <a:ext cx="631190" cy="631191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02</a:t>
            </a:r>
            <a:endParaRPr lang="id-ID" sz="1200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CBB01B5F-B723-488B-A331-875B583A998D}"/>
              </a:ext>
            </a:extLst>
          </p:cNvPr>
          <p:cNvSpPr/>
          <p:nvPr/>
        </p:nvSpPr>
        <p:spPr>
          <a:xfrm>
            <a:off x="6748616" y="4189432"/>
            <a:ext cx="631190" cy="631191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03</a:t>
            </a:r>
            <a:endParaRPr lang="id-ID" sz="1200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BEF6D021-77F9-4E47-83F1-4B36F5EE223C}"/>
              </a:ext>
            </a:extLst>
          </p:cNvPr>
          <p:cNvSpPr/>
          <p:nvPr/>
        </p:nvSpPr>
        <p:spPr>
          <a:xfrm>
            <a:off x="6748616" y="5199804"/>
            <a:ext cx="631190" cy="631191"/>
          </a:xfrm>
          <a:prstGeom prst="ellipse">
            <a:avLst/>
          </a:prstGeom>
          <a:solidFill>
            <a:srgbClr val="182863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04</a:t>
            </a:r>
            <a:endParaRPr lang="id-ID" sz="1200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5127871" y="2721499"/>
            <a:ext cx="517849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{{slide_26_body_1}}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BF54C4-3FB7-4FB8-9F28-9C679CC3745C}"/>
              </a:ext>
            </a:extLst>
          </p:cNvPr>
          <p:cNvSpPr txBox="1"/>
          <p:nvPr/>
        </p:nvSpPr>
        <p:spPr>
          <a:xfrm>
            <a:off x="5127871" y="2115231"/>
            <a:ext cx="2210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Light" panose="020B0300000000000000" pitchFamily="34" charset="-122"/>
              </a:rPr>
              <a:t>接下来工作规划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BF54C4-3FB7-4FB8-9F28-9C679CC3745C}"/>
              </a:ext>
            </a:extLst>
          </p:cNvPr>
          <p:cNvSpPr txBox="1"/>
          <p:nvPr/>
        </p:nvSpPr>
        <p:spPr>
          <a:xfrm>
            <a:off x="2539168" y="4005064"/>
            <a:ext cx="2210681" cy="37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Light" panose="020B0300000000000000" pitchFamily="34" charset="-122"/>
              </a:rPr>
              <a:t>添加标题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2539168" y="4403167"/>
            <a:ext cx="30182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{{slide_26_title}}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2539168" y="5467290"/>
            <a:ext cx="30182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{{slide_26_body_2}}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BF54C4-3FB7-4FB8-9F28-9C679CC3745C}"/>
              </a:ext>
            </a:extLst>
          </p:cNvPr>
          <p:cNvSpPr txBox="1"/>
          <p:nvPr/>
        </p:nvSpPr>
        <p:spPr>
          <a:xfrm>
            <a:off x="2539168" y="5069186"/>
            <a:ext cx="2210681" cy="37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Light" panose="020B0300000000000000" pitchFamily="34" charset="-122"/>
              </a:rPr>
              <a:t>添加标题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7643146" y="4403167"/>
            <a:ext cx="30182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{{slide_26_subtitle}}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BF54C4-3FB7-4FB8-9F28-9C679CC3745C}"/>
              </a:ext>
            </a:extLst>
          </p:cNvPr>
          <p:cNvSpPr txBox="1"/>
          <p:nvPr/>
        </p:nvSpPr>
        <p:spPr>
          <a:xfrm>
            <a:off x="7643146" y="4005064"/>
            <a:ext cx="2210681" cy="37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Light" panose="020B0300000000000000" pitchFamily="34" charset="-122"/>
              </a:rPr>
              <a:t>添加标题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7643146" y="5467290"/>
            <a:ext cx="30182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{{slide_26_body_3}}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BF54C4-3FB7-4FB8-9F28-9C679CC3745C}"/>
              </a:ext>
            </a:extLst>
          </p:cNvPr>
          <p:cNvSpPr txBox="1"/>
          <p:nvPr/>
        </p:nvSpPr>
        <p:spPr>
          <a:xfrm>
            <a:off x="7643146" y="5069186"/>
            <a:ext cx="2210681" cy="37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 CN Light" panose="020B0300000000000000" pitchFamily="34" charset="-122"/>
              </a:rPr>
              <a:t>添加标题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 CN Light" panose="020B0300000000000000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5240441" y="2602205"/>
            <a:ext cx="325149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0" r="20390"/>
          <a:stretch/>
        </p:blipFill>
        <p:spPr>
          <a:xfrm>
            <a:off x="1386527" y="1797167"/>
            <a:ext cx="3046336" cy="2013084"/>
          </a:xfrm>
          <a:custGeom>
            <a:avLst/>
            <a:gdLst>
              <a:gd name="connsiteX0" fmla="*/ 51855 w 3263641"/>
              <a:gd name="connsiteY0" fmla="*/ 0 h 2232248"/>
              <a:gd name="connsiteX1" fmla="*/ 3211786 w 3263641"/>
              <a:gd name="connsiteY1" fmla="*/ 0 h 2232248"/>
              <a:gd name="connsiteX2" fmla="*/ 3263641 w 3263641"/>
              <a:gd name="connsiteY2" fmla="*/ 51855 h 2232248"/>
              <a:gd name="connsiteX3" fmla="*/ 3263641 w 3263641"/>
              <a:gd name="connsiteY3" fmla="*/ 2180393 h 2232248"/>
              <a:gd name="connsiteX4" fmla="*/ 3211786 w 3263641"/>
              <a:gd name="connsiteY4" fmla="*/ 2232248 h 2232248"/>
              <a:gd name="connsiteX5" fmla="*/ 51855 w 3263641"/>
              <a:gd name="connsiteY5" fmla="*/ 2232248 h 2232248"/>
              <a:gd name="connsiteX6" fmla="*/ 0 w 3263641"/>
              <a:gd name="connsiteY6" fmla="*/ 2180393 h 2232248"/>
              <a:gd name="connsiteX7" fmla="*/ 0 w 3263641"/>
              <a:gd name="connsiteY7" fmla="*/ 51855 h 2232248"/>
              <a:gd name="connsiteX8" fmla="*/ 51855 w 3263641"/>
              <a:gd name="connsiteY8" fmla="*/ 0 h 2232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3641" h="2232248">
                <a:moveTo>
                  <a:pt x="51855" y="0"/>
                </a:moveTo>
                <a:lnTo>
                  <a:pt x="3211786" y="0"/>
                </a:lnTo>
                <a:cubicBezTo>
                  <a:pt x="3240425" y="0"/>
                  <a:pt x="3263641" y="23216"/>
                  <a:pt x="3263641" y="51855"/>
                </a:cubicBezTo>
                <a:lnTo>
                  <a:pt x="3263641" y="2180393"/>
                </a:lnTo>
                <a:cubicBezTo>
                  <a:pt x="3263641" y="2209032"/>
                  <a:pt x="3240425" y="2232248"/>
                  <a:pt x="3211786" y="2232248"/>
                </a:cubicBezTo>
                <a:lnTo>
                  <a:pt x="51855" y="2232248"/>
                </a:lnTo>
                <a:cubicBezTo>
                  <a:pt x="23216" y="2232248"/>
                  <a:pt x="0" y="2209032"/>
                  <a:pt x="0" y="2180393"/>
                </a:cubicBezTo>
                <a:lnTo>
                  <a:pt x="0" y="51855"/>
                </a:lnTo>
                <a:cubicBezTo>
                  <a:pt x="0" y="23216"/>
                  <a:pt x="23216" y="0"/>
                  <a:pt x="5185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2526744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apezoid 39">
            <a:extLst>
              <a:ext uri="{FF2B5EF4-FFF2-40B4-BE49-F238E27FC236}">
                <a16:creationId xmlns:a16="http://schemas.microsoft.com/office/drawing/2014/main" id="{CE6A38A9-EC40-947A-9A4B-70B493B71A11}"/>
              </a:ext>
            </a:extLst>
          </p:cNvPr>
          <p:cNvSpPr/>
          <p:nvPr/>
        </p:nvSpPr>
        <p:spPr>
          <a:xfrm rot="10800000">
            <a:off x="1343473" y="3079341"/>
            <a:ext cx="2272015" cy="98422"/>
          </a:xfrm>
          <a:prstGeom prst="trapezoid">
            <a:avLst>
              <a:gd name="adj" fmla="val 75086"/>
            </a:avLst>
          </a:prstGeom>
          <a:solidFill>
            <a:srgbClr val="1B2C54"/>
          </a:solidFill>
          <a:ln w="3175"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7" name="Trapezoid 40">
            <a:extLst>
              <a:ext uri="{FF2B5EF4-FFF2-40B4-BE49-F238E27FC236}">
                <a16:creationId xmlns:a16="http://schemas.microsoft.com/office/drawing/2014/main" id="{2D0A4A6F-B24B-1394-B88B-920EBD2C9EB0}"/>
              </a:ext>
            </a:extLst>
          </p:cNvPr>
          <p:cNvSpPr/>
          <p:nvPr/>
        </p:nvSpPr>
        <p:spPr>
          <a:xfrm rot="10800000">
            <a:off x="1766455" y="4544592"/>
            <a:ext cx="1437652" cy="98422"/>
          </a:xfrm>
          <a:prstGeom prst="trapezoid">
            <a:avLst>
              <a:gd name="adj" fmla="val 75086"/>
            </a:avLst>
          </a:prstGeom>
          <a:solidFill>
            <a:srgbClr val="1B2C54"/>
          </a:solidFill>
          <a:ln w="3175"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8" name="Arrow: Up 41">
            <a:extLst>
              <a:ext uri="{FF2B5EF4-FFF2-40B4-BE49-F238E27FC236}">
                <a16:creationId xmlns:a16="http://schemas.microsoft.com/office/drawing/2014/main" id="{01FB0F28-4E80-B2A7-1950-44AA580B13A2}"/>
              </a:ext>
            </a:extLst>
          </p:cNvPr>
          <p:cNvSpPr/>
          <p:nvPr/>
        </p:nvSpPr>
        <p:spPr>
          <a:xfrm>
            <a:off x="1343475" y="1942364"/>
            <a:ext cx="2272015" cy="2599629"/>
          </a:xfrm>
          <a:prstGeom prst="upArrow">
            <a:avLst>
              <a:gd name="adj1" fmla="val 63377"/>
              <a:gd name="adj2" fmla="val 50000"/>
            </a:avLst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A5CE3F4-CBF8-9023-626F-FE6AAE607570}"/>
              </a:ext>
            </a:extLst>
          </p:cNvPr>
          <p:cNvSpPr/>
          <p:nvPr/>
        </p:nvSpPr>
        <p:spPr bwMode="auto">
          <a:xfrm>
            <a:off x="2197750" y="2622168"/>
            <a:ext cx="563461" cy="375640"/>
          </a:xfrm>
          <a:custGeom>
            <a:avLst/>
            <a:gdLst>
              <a:gd name="T0" fmla="*/ 271245842 w 21600"/>
              <a:gd name="T1" fmla="*/ 0 h 21600"/>
              <a:gd name="T2" fmla="*/ 23038200 w 21600"/>
              <a:gd name="T3" fmla="*/ 0 h 21600"/>
              <a:gd name="T4" fmla="*/ 0 w 21600"/>
              <a:gd name="T5" fmla="*/ 6760360 h 21600"/>
              <a:gd name="T6" fmla="*/ 0 w 21600"/>
              <a:gd name="T7" fmla="*/ 51369316 h 21600"/>
              <a:gd name="T8" fmla="*/ 23038200 w 21600"/>
              <a:gd name="T9" fmla="*/ 58129677 h 21600"/>
              <a:gd name="T10" fmla="*/ 271245842 w 21600"/>
              <a:gd name="T11" fmla="*/ 58129677 h 21600"/>
              <a:gd name="T12" fmla="*/ 294284053 w 21600"/>
              <a:gd name="T13" fmla="*/ 51369316 h 21600"/>
              <a:gd name="T14" fmla="*/ 294284053 w 21600"/>
              <a:gd name="T15" fmla="*/ 6760360 h 21600"/>
              <a:gd name="T16" fmla="*/ 271245842 w 21600"/>
              <a:gd name="T17" fmla="*/ 0 h 21600"/>
              <a:gd name="T18" fmla="*/ 23038200 w 21600"/>
              <a:gd name="T19" fmla="*/ 5366279 h 21600"/>
              <a:gd name="T20" fmla="*/ 271245842 w 21600"/>
              <a:gd name="T21" fmla="*/ 5366279 h 21600"/>
              <a:gd name="T22" fmla="*/ 275999976 w 21600"/>
              <a:gd name="T23" fmla="*/ 6760360 h 21600"/>
              <a:gd name="T24" fmla="*/ 275999976 w 21600"/>
              <a:gd name="T25" fmla="*/ 11677128 h 21600"/>
              <a:gd name="T26" fmla="*/ 18284077 w 21600"/>
              <a:gd name="T27" fmla="*/ 11677128 h 21600"/>
              <a:gd name="T28" fmla="*/ 18284077 w 21600"/>
              <a:gd name="T29" fmla="*/ 6760360 h 21600"/>
              <a:gd name="T30" fmla="*/ 23038200 w 21600"/>
              <a:gd name="T31" fmla="*/ 5366279 h 21600"/>
              <a:gd name="T32" fmla="*/ 271245842 w 21600"/>
              <a:gd name="T33" fmla="*/ 52763398 h 21600"/>
              <a:gd name="T34" fmla="*/ 23038200 w 21600"/>
              <a:gd name="T35" fmla="*/ 52763398 h 21600"/>
              <a:gd name="T36" fmla="*/ 18284077 w 21600"/>
              <a:gd name="T37" fmla="*/ 51371967 h 21600"/>
              <a:gd name="T38" fmla="*/ 18284077 w 21600"/>
              <a:gd name="T39" fmla="*/ 24535697 h 21600"/>
              <a:gd name="T40" fmla="*/ 275999976 w 21600"/>
              <a:gd name="T41" fmla="*/ 24535697 h 21600"/>
              <a:gd name="T42" fmla="*/ 275999976 w 21600"/>
              <a:gd name="T43" fmla="*/ 51371967 h 21600"/>
              <a:gd name="T44" fmla="*/ 271245842 w 21600"/>
              <a:gd name="T45" fmla="*/ 52763398 h 21600"/>
              <a:gd name="T46" fmla="*/ 271245842 w 21600"/>
              <a:gd name="T47" fmla="*/ 52763398 h 2160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1600" h="21600">
                <a:moveTo>
                  <a:pt x="19909" y="0"/>
                </a:moveTo>
                <a:lnTo>
                  <a:pt x="1691" y="0"/>
                </a:lnTo>
                <a:cubicBezTo>
                  <a:pt x="761" y="0"/>
                  <a:pt x="0" y="1131"/>
                  <a:pt x="0" y="2512"/>
                </a:cubicBezTo>
                <a:lnTo>
                  <a:pt x="0" y="19088"/>
                </a:lnTo>
                <a:cubicBezTo>
                  <a:pt x="0" y="20469"/>
                  <a:pt x="761" y="21600"/>
                  <a:pt x="1691" y="21600"/>
                </a:cubicBezTo>
                <a:lnTo>
                  <a:pt x="19909" y="21600"/>
                </a:lnTo>
                <a:cubicBezTo>
                  <a:pt x="20840" y="21600"/>
                  <a:pt x="21600" y="20469"/>
                  <a:pt x="21600" y="19088"/>
                </a:cubicBezTo>
                <a:lnTo>
                  <a:pt x="21600" y="2512"/>
                </a:lnTo>
                <a:cubicBezTo>
                  <a:pt x="21600" y="1131"/>
                  <a:pt x="20839" y="0"/>
                  <a:pt x="19909" y="0"/>
                </a:cubicBezTo>
                <a:close/>
                <a:moveTo>
                  <a:pt x="1691" y="1994"/>
                </a:moveTo>
                <a:lnTo>
                  <a:pt x="19909" y="1994"/>
                </a:lnTo>
                <a:cubicBezTo>
                  <a:pt x="20098" y="1994"/>
                  <a:pt x="20258" y="2232"/>
                  <a:pt x="20258" y="2512"/>
                </a:cubicBezTo>
                <a:lnTo>
                  <a:pt x="20258" y="4339"/>
                </a:lnTo>
                <a:lnTo>
                  <a:pt x="1342" y="4339"/>
                </a:lnTo>
                <a:lnTo>
                  <a:pt x="1342" y="2512"/>
                </a:lnTo>
                <a:cubicBezTo>
                  <a:pt x="1342" y="2232"/>
                  <a:pt x="1502" y="1994"/>
                  <a:pt x="1691" y="1994"/>
                </a:cubicBezTo>
                <a:close/>
                <a:moveTo>
                  <a:pt x="19909" y="19606"/>
                </a:moveTo>
                <a:lnTo>
                  <a:pt x="1691" y="19606"/>
                </a:lnTo>
                <a:cubicBezTo>
                  <a:pt x="1502" y="19606"/>
                  <a:pt x="1342" y="19369"/>
                  <a:pt x="1342" y="19089"/>
                </a:cubicBezTo>
                <a:lnTo>
                  <a:pt x="1342" y="9117"/>
                </a:lnTo>
                <a:lnTo>
                  <a:pt x="20258" y="9117"/>
                </a:lnTo>
                <a:lnTo>
                  <a:pt x="20258" y="19089"/>
                </a:lnTo>
                <a:cubicBezTo>
                  <a:pt x="20258" y="19368"/>
                  <a:pt x="20098" y="19606"/>
                  <a:pt x="19909" y="19606"/>
                </a:cubicBezTo>
                <a:close/>
                <a:moveTo>
                  <a:pt x="19909" y="19606"/>
                </a:move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0" name="Trapezoid 43">
            <a:extLst>
              <a:ext uri="{FF2B5EF4-FFF2-40B4-BE49-F238E27FC236}">
                <a16:creationId xmlns:a16="http://schemas.microsoft.com/office/drawing/2014/main" id="{317C1002-6F2E-A1EC-A9C5-E1279DD46CDC}"/>
              </a:ext>
            </a:extLst>
          </p:cNvPr>
          <p:cNvSpPr/>
          <p:nvPr/>
        </p:nvSpPr>
        <p:spPr>
          <a:xfrm rot="10800000">
            <a:off x="3801833" y="3079341"/>
            <a:ext cx="2272015" cy="98422"/>
          </a:xfrm>
          <a:prstGeom prst="trapezoid">
            <a:avLst>
              <a:gd name="adj" fmla="val 75086"/>
            </a:avLst>
          </a:prstGeom>
          <a:solidFill>
            <a:srgbClr val="1B2C54"/>
          </a:solidFill>
          <a:ln w="3175"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1" name="Trapezoid 44">
            <a:extLst>
              <a:ext uri="{FF2B5EF4-FFF2-40B4-BE49-F238E27FC236}">
                <a16:creationId xmlns:a16="http://schemas.microsoft.com/office/drawing/2014/main" id="{B1D33F39-9610-E687-B4D3-7C405DF29481}"/>
              </a:ext>
            </a:extLst>
          </p:cNvPr>
          <p:cNvSpPr/>
          <p:nvPr/>
        </p:nvSpPr>
        <p:spPr>
          <a:xfrm rot="10800000">
            <a:off x="4224815" y="4544592"/>
            <a:ext cx="1437652" cy="98422"/>
          </a:xfrm>
          <a:prstGeom prst="trapezoid">
            <a:avLst>
              <a:gd name="adj" fmla="val 75086"/>
            </a:avLst>
          </a:prstGeom>
          <a:solidFill>
            <a:srgbClr val="1B2C54"/>
          </a:solidFill>
          <a:ln w="3175"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2" name="Arrow: Up 45">
            <a:extLst>
              <a:ext uri="{FF2B5EF4-FFF2-40B4-BE49-F238E27FC236}">
                <a16:creationId xmlns:a16="http://schemas.microsoft.com/office/drawing/2014/main" id="{36D4AA39-8AB2-5E7C-EE3F-D3AF93A35FE1}"/>
              </a:ext>
            </a:extLst>
          </p:cNvPr>
          <p:cNvSpPr/>
          <p:nvPr/>
        </p:nvSpPr>
        <p:spPr>
          <a:xfrm>
            <a:off x="3801835" y="1942364"/>
            <a:ext cx="2272015" cy="2599629"/>
          </a:xfrm>
          <a:prstGeom prst="upArrow">
            <a:avLst>
              <a:gd name="adj1" fmla="val 63377"/>
              <a:gd name="adj2" fmla="val 50000"/>
            </a:avLst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13" name="Group 61">
            <a:extLst>
              <a:ext uri="{FF2B5EF4-FFF2-40B4-BE49-F238E27FC236}">
                <a16:creationId xmlns:a16="http://schemas.microsoft.com/office/drawing/2014/main" id="{DC4A696D-57CE-AAFB-FDC8-45B2715200F5}"/>
              </a:ext>
            </a:extLst>
          </p:cNvPr>
          <p:cNvGrpSpPr/>
          <p:nvPr/>
        </p:nvGrpSpPr>
        <p:grpSpPr bwMode="auto">
          <a:xfrm>
            <a:off x="4658027" y="2617841"/>
            <a:ext cx="559625" cy="352642"/>
            <a:chOff x="0" y="0"/>
            <a:chExt cx="575" cy="363"/>
          </a:xfrm>
          <a:solidFill>
            <a:schemeClr val="bg1"/>
          </a:solidFill>
        </p:grpSpPr>
        <p:sp>
          <p:nvSpPr>
            <p:cNvPr id="14" name="Freeform: Shape 63">
              <a:extLst>
                <a:ext uri="{FF2B5EF4-FFF2-40B4-BE49-F238E27FC236}">
                  <a16:creationId xmlns:a16="http://schemas.microsoft.com/office/drawing/2014/main" id="{94342060-82C9-1990-A890-A6EBF4D5B7BD}"/>
                </a:ext>
              </a:extLst>
            </p:cNvPr>
            <p:cNvSpPr/>
            <p:nvPr/>
          </p:nvSpPr>
          <p:spPr bwMode="auto">
            <a:xfrm>
              <a:off x="0" y="104"/>
              <a:ext cx="205" cy="259"/>
            </a:xfrm>
            <a:custGeom>
              <a:avLst/>
              <a:gdLst>
                <a:gd name="T0" fmla="*/ 0 w 21470"/>
                <a:gd name="T1" fmla="*/ 0 h 21600"/>
                <a:gd name="T2" fmla="*/ 0 w 21470"/>
                <a:gd name="T3" fmla="*/ 0 h 21600"/>
                <a:gd name="T4" fmla="*/ 0 w 21470"/>
                <a:gd name="T5" fmla="*/ 0 h 21600"/>
                <a:gd name="T6" fmla="*/ 0 w 21470"/>
                <a:gd name="T7" fmla="*/ 0 h 21600"/>
                <a:gd name="T8" fmla="*/ 0 w 21470"/>
                <a:gd name="T9" fmla="*/ 0 h 21600"/>
                <a:gd name="T10" fmla="*/ 0 w 21470"/>
                <a:gd name="T11" fmla="*/ 0 h 21600"/>
                <a:gd name="T12" fmla="*/ 0 w 21470"/>
                <a:gd name="T13" fmla="*/ 0 h 21600"/>
                <a:gd name="T14" fmla="*/ 0 w 21470"/>
                <a:gd name="T15" fmla="*/ 0 h 21600"/>
                <a:gd name="T16" fmla="*/ 0 w 21470"/>
                <a:gd name="T17" fmla="*/ 0 h 21600"/>
                <a:gd name="T18" fmla="*/ 0 w 21470"/>
                <a:gd name="T19" fmla="*/ 0 h 21600"/>
                <a:gd name="T20" fmla="*/ 0 w 21470"/>
                <a:gd name="T21" fmla="*/ 0 h 21600"/>
                <a:gd name="T22" fmla="*/ 0 w 21470"/>
                <a:gd name="T23" fmla="*/ 0 h 21600"/>
                <a:gd name="T24" fmla="*/ 0 w 21470"/>
                <a:gd name="T25" fmla="*/ 0 h 21600"/>
                <a:gd name="T26" fmla="*/ 0 w 21470"/>
                <a:gd name="T27" fmla="*/ 0 h 21600"/>
                <a:gd name="T28" fmla="*/ 0 w 21470"/>
                <a:gd name="T29" fmla="*/ 0 h 21600"/>
                <a:gd name="T30" fmla="*/ 0 w 21470"/>
                <a:gd name="T31" fmla="*/ 0 h 21600"/>
                <a:gd name="T32" fmla="*/ 0 w 21470"/>
                <a:gd name="T33" fmla="*/ 0 h 21600"/>
                <a:gd name="T34" fmla="*/ 0 w 21470"/>
                <a:gd name="T35" fmla="*/ 0 h 21600"/>
                <a:gd name="T36" fmla="*/ 0 w 21470"/>
                <a:gd name="T37" fmla="*/ 0 h 2160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1470" h="21600">
                  <a:moveTo>
                    <a:pt x="13938" y="18089"/>
                  </a:moveTo>
                  <a:lnTo>
                    <a:pt x="13938" y="18075"/>
                  </a:lnTo>
                  <a:cubicBezTo>
                    <a:pt x="13949" y="17312"/>
                    <a:pt x="14370" y="14919"/>
                    <a:pt x="18829" y="12741"/>
                  </a:cubicBezTo>
                  <a:cubicBezTo>
                    <a:pt x="19646" y="11856"/>
                    <a:pt x="20317" y="10649"/>
                    <a:pt x="21003" y="9256"/>
                  </a:cubicBezTo>
                  <a:cubicBezTo>
                    <a:pt x="21476" y="8293"/>
                    <a:pt x="21396" y="7471"/>
                    <a:pt x="21396" y="6302"/>
                  </a:cubicBezTo>
                  <a:cubicBezTo>
                    <a:pt x="21396" y="5437"/>
                    <a:pt x="21600" y="4050"/>
                    <a:pt x="21332" y="3287"/>
                  </a:cubicBezTo>
                  <a:cubicBezTo>
                    <a:pt x="20424" y="712"/>
                    <a:pt x="18134" y="0"/>
                    <a:pt x="15449" y="0"/>
                  </a:cubicBezTo>
                  <a:cubicBezTo>
                    <a:pt x="12764" y="0"/>
                    <a:pt x="10471" y="714"/>
                    <a:pt x="9566" y="3295"/>
                  </a:cubicBezTo>
                  <a:cubicBezTo>
                    <a:pt x="9299" y="4054"/>
                    <a:pt x="9504" y="5439"/>
                    <a:pt x="9504" y="6301"/>
                  </a:cubicBezTo>
                  <a:cubicBezTo>
                    <a:pt x="9504" y="7473"/>
                    <a:pt x="9424" y="8297"/>
                    <a:pt x="9900" y="9263"/>
                  </a:cubicBezTo>
                  <a:cubicBezTo>
                    <a:pt x="10724" y="10935"/>
                    <a:pt x="11509" y="12336"/>
                    <a:pt x="12556" y="13231"/>
                  </a:cubicBezTo>
                  <a:cubicBezTo>
                    <a:pt x="8479" y="13828"/>
                    <a:pt x="5724" y="15525"/>
                    <a:pt x="3865" y="16187"/>
                  </a:cubicBezTo>
                  <a:cubicBezTo>
                    <a:pt x="18" y="17556"/>
                    <a:pt x="0" y="19055"/>
                    <a:pt x="0" y="19055"/>
                  </a:cubicBezTo>
                  <a:lnTo>
                    <a:pt x="0" y="21600"/>
                  </a:lnTo>
                  <a:lnTo>
                    <a:pt x="13940" y="21598"/>
                  </a:lnTo>
                  <a:lnTo>
                    <a:pt x="13940" y="18100"/>
                  </a:lnTo>
                  <a:lnTo>
                    <a:pt x="13940" y="18089"/>
                  </a:lnTo>
                  <a:lnTo>
                    <a:pt x="13938" y="18089"/>
                  </a:lnTo>
                  <a:close/>
                  <a:moveTo>
                    <a:pt x="13938" y="18089"/>
                  </a:moveTo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Freeform: Shape 64">
              <a:extLst>
                <a:ext uri="{FF2B5EF4-FFF2-40B4-BE49-F238E27FC236}">
                  <a16:creationId xmlns:a16="http://schemas.microsoft.com/office/drawing/2014/main" id="{EB2566CC-DCF1-204A-E040-C7BE44930A80}"/>
                </a:ext>
              </a:extLst>
            </p:cNvPr>
            <p:cNvSpPr/>
            <p:nvPr/>
          </p:nvSpPr>
          <p:spPr bwMode="auto">
            <a:xfrm>
              <a:off x="168" y="0"/>
              <a:ext cx="407" cy="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w 21600"/>
                <a:gd name="T27" fmla="*/ 0 h 21600"/>
                <a:gd name="T28" fmla="*/ 0 w 21600"/>
                <a:gd name="T29" fmla="*/ 0 h 21600"/>
                <a:gd name="T30" fmla="*/ 0 w 21600"/>
                <a:gd name="T31" fmla="*/ 0 h 21600"/>
                <a:gd name="T32" fmla="*/ 0 w 21600"/>
                <a:gd name="T33" fmla="*/ 0 h 216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600" h="21600">
                  <a:moveTo>
                    <a:pt x="18895" y="16182"/>
                  </a:moveTo>
                  <a:cubicBezTo>
                    <a:pt x="17591" y="15518"/>
                    <a:pt x="15655" y="13809"/>
                    <a:pt x="12789" y="13222"/>
                  </a:cubicBezTo>
                  <a:cubicBezTo>
                    <a:pt x="13522" y="12323"/>
                    <a:pt x="14076" y="10920"/>
                    <a:pt x="14647" y="9256"/>
                  </a:cubicBezTo>
                  <a:cubicBezTo>
                    <a:pt x="14978" y="8292"/>
                    <a:pt x="14921" y="7470"/>
                    <a:pt x="14921" y="6300"/>
                  </a:cubicBezTo>
                  <a:cubicBezTo>
                    <a:pt x="14921" y="5435"/>
                    <a:pt x="15063" y="4048"/>
                    <a:pt x="14876" y="3287"/>
                  </a:cubicBezTo>
                  <a:cubicBezTo>
                    <a:pt x="14244" y="710"/>
                    <a:pt x="12647" y="0"/>
                    <a:pt x="10775" y="0"/>
                  </a:cubicBezTo>
                  <a:cubicBezTo>
                    <a:pt x="8902" y="0"/>
                    <a:pt x="7303" y="714"/>
                    <a:pt x="6672" y="3294"/>
                  </a:cubicBezTo>
                  <a:cubicBezTo>
                    <a:pt x="6486" y="4054"/>
                    <a:pt x="6628" y="5438"/>
                    <a:pt x="6628" y="6300"/>
                  </a:cubicBezTo>
                  <a:cubicBezTo>
                    <a:pt x="6628" y="7473"/>
                    <a:pt x="6572" y="8297"/>
                    <a:pt x="6904" y="9262"/>
                  </a:cubicBezTo>
                  <a:cubicBezTo>
                    <a:pt x="7479" y="10934"/>
                    <a:pt x="8026" y="12336"/>
                    <a:pt x="8756" y="13231"/>
                  </a:cubicBezTo>
                  <a:cubicBezTo>
                    <a:pt x="5913" y="13828"/>
                    <a:pt x="3991" y="15526"/>
                    <a:pt x="2695" y="16187"/>
                  </a:cubicBezTo>
                  <a:cubicBezTo>
                    <a:pt x="13" y="17556"/>
                    <a:pt x="0" y="19054"/>
                    <a:pt x="0" y="19054"/>
                  </a:cubicBezTo>
                  <a:lnTo>
                    <a:pt x="0" y="21600"/>
                  </a:lnTo>
                  <a:lnTo>
                    <a:pt x="21600" y="21597"/>
                  </a:lnTo>
                  <a:lnTo>
                    <a:pt x="21600" y="19054"/>
                  </a:lnTo>
                  <a:cubicBezTo>
                    <a:pt x="21600" y="19054"/>
                    <a:pt x="21587" y="17551"/>
                    <a:pt x="18895" y="16182"/>
                  </a:cubicBezTo>
                  <a:close/>
                  <a:moveTo>
                    <a:pt x="18895" y="16182"/>
                  </a:moveTo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16" name="Trapezoid 47">
            <a:extLst>
              <a:ext uri="{FF2B5EF4-FFF2-40B4-BE49-F238E27FC236}">
                <a16:creationId xmlns:a16="http://schemas.microsoft.com/office/drawing/2014/main" id="{AA2B2BBE-3C80-D597-B42E-6026D8E582DD}"/>
              </a:ext>
            </a:extLst>
          </p:cNvPr>
          <p:cNvSpPr/>
          <p:nvPr/>
        </p:nvSpPr>
        <p:spPr>
          <a:xfrm rot="10800000">
            <a:off x="6260194" y="3079341"/>
            <a:ext cx="2272015" cy="98422"/>
          </a:xfrm>
          <a:prstGeom prst="trapezoid">
            <a:avLst>
              <a:gd name="adj" fmla="val 75086"/>
            </a:avLst>
          </a:prstGeom>
          <a:solidFill>
            <a:srgbClr val="1B2C54"/>
          </a:solidFill>
          <a:ln w="3175"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7" name="Trapezoid 48">
            <a:extLst>
              <a:ext uri="{FF2B5EF4-FFF2-40B4-BE49-F238E27FC236}">
                <a16:creationId xmlns:a16="http://schemas.microsoft.com/office/drawing/2014/main" id="{DEFE23B2-D2ED-F127-42CD-C3887ACDBCDB}"/>
              </a:ext>
            </a:extLst>
          </p:cNvPr>
          <p:cNvSpPr/>
          <p:nvPr/>
        </p:nvSpPr>
        <p:spPr>
          <a:xfrm rot="10800000">
            <a:off x="6683176" y="4544592"/>
            <a:ext cx="1437652" cy="98422"/>
          </a:xfrm>
          <a:prstGeom prst="trapezoid">
            <a:avLst>
              <a:gd name="adj" fmla="val 75086"/>
            </a:avLst>
          </a:prstGeom>
          <a:solidFill>
            <a:srgbClr val="1B2C54"/>
          </a:solidFill>
          <a:ln w="3175"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Arrow: Up 49">
            <a:extLst>
              <a:ext uri="{FF2B5EF4-FFF2-40B4-BE49-F238E27FC236}">
                <a16:creationId xmlns:a16="http://schemas.microsoft.com/office/drawing/2014/main" id="{5C4065D1-817A-006B-961D-27033C527264}"/>
              </a:ext>
            </a:extLst>
          </p:cNvPr>
          <p:cNvSpPr/>
          <p:nvPr/>
        </p:nvSpPr>
        <p:spPr>
          <a:xfrm>
            <a:off x="6260196" y="1942364"/>
            <a:ext cx="2272015" cy="2599629"/>
          </a:xfrm>
          <a:prstGeom prst="upArrow">
            <a:avLst>
              <a:gd name="adj1" fmla="val 63377"/>
              <a:gd name="adj2" fmla="val 50000"/>
            </a:avLst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19" name="Group 65">
            <a:extLst>
              <a:ext uri="{FF2B5EF4-FFF2-40B4-BE49-F238E27FC236}">
                <a16:creationId xmlns:a16="http://schemas.microsoft.com/office/drawing/2014/main" id="{DD1BFFEE-B0CC-E409-0841-F35B1CBE6F2F}"/>
              </a:ext>
            </a:extLst>
          </p:cNvPr>
          <p:cNvGrpSpPr/>
          <p:nvPr/>
        </p:nvGrpSpPr>
        <p:grpSpPr bwMode="auto">
          <a:xfrm>
            <a:off x="7163366" y="2593478"/>
            <a:ext cx="465670" cy="465670"/>
            <a:chOff x="0" y="0"/>
            <a:chExt cx="576" cy="576"/>
          </a:xfrm>
          <a:solidFill>
            <a:schemeClr val="bg1"/>
          </a:solidFill>
        </p:grpSpPr>
        <p:sp>
          <p:nvSpPr>
            <p:cNvPr id="20" name="Freeform: Shape 66">
              <a:extLst>
                <a:ext uri="{FF2B5EF4-FFF2-40B4-BE49-F238E27FC236}">
                  <a16:creationId xmlns:a16="http://schemas.microsoft.com/office/drawing/2014/main" id="{DFFD1380-257E-95A4-4FB8-EF2D8A0B757E}"/>
                </a:ext>
              </a:extLst>
            </p:cNvPr>
            <p:cNvSpPr/>
            <p:nvPr/>
          </p:nvSpPr>
          <p:spPr bwMode="auto">
            <a:xfrm>
              <a:off x="0" y="0"/>
              <a:ext cx="344" cy="344"/>
            </a:xfrm>
            <a:custGeom>
              <a:avLst/>
              <a:gdLst>
                <a:gd name="T0" fmla="*/ 0 w 20573"/>
                <a:gd name="T1" fmla="*/ 0 h 20574"/>
                <a:gd name="T2" fmla="*/ 0 w 20573"/>
                <a:gd name="T3" fmla="*/ 0 h 20574"/>
                <a:gd name="T4" fmla="*/ 0 w 20573"/>
                <a:gd name="T5" fmla="*/ 0 h 20574"/>
                <a:gd name="T6" fmla="*/ 0 w 20573"/>
                <a:gd name="T7" fmla="*/ 0 h 20574"/>
                <a:gd name="T8" fmla="*/ 0 w 20573"/>
                <a:gd name="T9" fmla="*/ 0 h 20574"/>
                <a:gd name="T10" fmla="*/ 0 w 20573"/>
                <a:gd name="T11" fmla="*/ 0 h 20574"/>
                <a:gd name="T12" fmla="*/ 0 w 20573"/>
                <a:gd name="T13" fmla="*/ 0 h 20574"/>
                <a:gd name="T14" fmla="*/ 0 w 20573"/>
                <a:gd name="T15" fmla="*/ 0 h 20574"/>
                <a:gd name="T16" fmla="*/ 0 w 20573"/>
                <a:gd name="T17" fmla="*/ 0 h 20574"/>
                <a:gd name="T18" fmla="*/ 0 w 20573"/>
                <a:gd name="T19" fmla="*/ 0 h 20574"/>
                <a:gd name="T20" fmla="*/ 0 w 20573"/>
                <a:gd name="T21" fmla="*/ 0 h 20574"/>
                <a:gd name="T22" fmla="*/ 0 w 20573"/>
                <a:gd name="T23" fmla="*/ 0 h 20574"/>
                <a:gd name="T24" fmla="*/ 0 w 20573"/>
                <a:gd name="T25" fmla="*/ 0 h 20574"/>
                <a:gd name="T26" fmla="*/ 0 w 20573"/>
                <a:gd name="T27" fmla="*/ 0 h 20574"/>
                <a:gd name="T28" fmla="*/ 0 w 20573"/>
                <a:gd name="T29" fmla="*/ 0 h 20574"/>
                <a:gd name="T30" fmla="*/ 0 w 20573"/>
                <a:gd name="T31" fmla="*/ 0 h 20574"/>
                <a:gd name="T32" fmla="*/ 0 w 20573"/>
                <a:gd name="T33" fmla="*/ 0 h 20574"/>
                <a:gd name="T34" fmla="*/ 0 w 20573"/>
                <a:gd name="T35" fmla="*/ 0 h 205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573" h="20574">
                  <a:moveTo>
                    <a:pt x="11769" y="16478"/>
                  </a:moveTo>
                  <a:cubicBezTo>
                    <a:pt x="11279" y="16703"/>
                    <a:pt x="10682" y="16620"/>
                    <a:pt x="10279" y="16217"/>
                  </a:cubicBezTo>
                  <a:lnTo>
                    <a:pt x="4359" y="10297"/>
                  </a:lnTo>
                  <a:cubicBezTo>
                    <a:pt x="3843" y="9781"/>
                    <a:pt x="3843" y="8941"/>
                    <a:pt x="4359" y="8424"/>
                  </a:cubicBezTo>
                  <a:lnTo>
                    <a:pt x="8424" y="4359"/>
                  </a:lnTo>
                  <a:cubicBezTo>
                    <a:pt x="8941" y="3843"/>
                    <a:pt x="9781" y="3843"/>
                    <a:pt x="10296" y="4359"/>
                  </a:cubicBezTo>
                  <a:lnTo>
                    <a:pt x="16216" y="10279"/>
                  </a:lnTo>
                  <a:cubicBezTo>
                    <a:pt x="16630" y="10692"/>
                    <a:pt x="16705" y="11311"/>
                    <a:pt x="16459" y="11806"/>
                  </a:cubicBezTo>
                  <a:lnTo>
                    <a:pt x="19303" y="14651"/>
                  </a:lnTo>
                  <a:cubicBezTo>
                    <a:pt x="21083" y="12571"/>
                    <a:pt x="20993" y="9440"/>
                    <a:pt x="19025" y="7471"/>
                  </a:cubicBezTo>
                  <a:lnTo>
                    <a:pt x="13105" y="1551"/>
                  </a:lnTo>
                  <a:cubicBezTo>
                    <a:pt x="11036" y="-517"/>
                    <a:pt x="7684" y="-517"/>
                    <a:pt x="5617" y="1551"/>
                  </a:cubicBezTo>
                  <a:lnTo>
                    <a:pt x="1552" y="5617"/>
                  </a:lnTo>
                  <a:cubicBezTo>
                    <a:pt x="-517" y="7684"/>
                    <a:pt x="-517" y="11037"/>
                    <a:pt x="1552" y="13105"/>
                  </a:cubicBezTo>
                  <a:lnTo>
                    <a:pt x="7471" y="19025"/>
                  </a:lnTo>
                  <a:cubicBezTo>
                    <a:pt x="9430" y="20984"/>
                    <a:pt x="12541" y="21083"/>
                    <a:pt x="14621" y="19330"/>
                  </a:cubicBezTo>
                  <a:lnTo>
                    <a:pt x="11769" y="16478"/>
                  </a:lnTo>
                  <a:close/>
                  <a:moveTo>
                    <a:pt x="11769" y="16478"/>
                  </a:moveTo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Freeform: Shape 67">
              <a:extLst>
                <a:ext uri="{FF2B5EF4-FFF2-40B4-BE49-F238E27FC236}">
                  <a16:creationId xmlns:a16="http://schemas.microsoft.com/office/drawing/2014/main" id="{24F8350F-C424-1532-29FA-47E49EDE4698}"/>
                </a:ext>
              </a:extLst>
            </p:cNvPr>
            <p:cNvSpPr/>
            <p:nvPr/>
          </p:nvSpPr>
          <p:spPr bwMode="auto">
            <a:xfrm>
              <a:off x="231" y="231"/>
              <a:ext cx="345" cy="345"/>
            </a:xfrm>
            <a:custGeom>
              <a:avLst/>
              <a:gdLst>
                <a:gd name="T0" fmla="*/ 0 w 20573"/>
                <a:gd name="T1" fmla="*/ 0 h 20573"/>
                <a:gd name="T2" fmla="*/ 0 w 20573"/>
                <a:gd name="T3" fmla="*/ 0 h 20573"/>
                <a:gd name="T4" fmla="*/ 0 w 20573"/>
                <a:gd name="T5" fmla="*/ 0 h 20573"/>
                <a:gd name="T6" fmla="*/ 0 w 20573"/>
                <a:gd name="T7" fmla="*/ 0 h 20573"/>
                <a:gd name="T8" fmla="*/ 0 w 20573"/>
                <a:gd name="T9" fmla="*/ 0 h 20573"/>
                <a:gd name="T10" fmla="*/ 0 w 20573"/>
                <a:gd name="T11" fmla="*/ 0 h 20573"/>
                <a:gd name="T12" fmla="*/ 0 w 20573"/>
                <a:gd name="T13" fmla="*/ 0 h 20573"/>
                <a:gd name="T14" fmla="*/ 0 w 20573"/>
                <a:gd name="T15" fmla="*/ 0 h 20573"/>
                <a:gd name="T16" fmla="*/ 0 w 20573"/>
                <a:gd name="T17" fmla="*/ 0 h 20573"/>
                <a:gd name="T18" fmla="*/ 0 w 20573"/>
                <a:gd name="T19" fmla="*/ 0 h 20573"/>
                <a:gd name="T20" fmla="*/ 0 w 20573"/>
                <a:gd name="T21" fmla="*/ 0 h 20573"/>
                <a:gd name="T22" fmla="*/ 0 w 20573"/>
                <a:gd name="T23" fmla="*/ 0 h 20573"/>
                <a:gd name="T24" fmla="*/ 0 w 20573"/>
                <a:gd name="T25" fmla="*/ 0 h 20573"/>
                <a:gd name="T26" fmla="*/ 0 w 20573"/>
                <a:gd name="T27" fmla="*/ 0 h 20573"/>
                <a:gd name="T28" fmla="*/ 0 w 20573"/>
                <a:gd name="T29" fmla="*/ 0 h 20573"/>
                <a:gd name="T30" fmla="*/ 0 w 20573"/>
                <a:gd name="T31" fmla="*/ 0 h 20573"/>
                <a:gd name="T32" fmla="*/ 0 w 20573"/>
                <a:gd name="T33" fmla="*/ 0 h 20573"/>
                <a:gd name="T34" fmla="*/ 0 w 20573"/>
                <a:gd name="T35" fmla="*/ 0 h 205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573" h="20573">
                  <a:moveTo>
                    <a:pt x="14956" y="19022"/>
                  </a:moveTo>
                  <a:lnTo>
                    <a:pt x="19023" y="14957"/>
                  </a:lnTo>
                  <a:cubicBezTo>
                    <a:pt x="21090" y="12888"/>
                    <a:pt x="21090" y="9536"/>
                    <a:pt x="19023" y="7469"/>
                  </a:cubicBezTo>
                  <a:lnTo>
                    <a:pt x="13103" y="1549"/>
                  </a:lnTo>
                  <a:cubicBezTo>
                    <a:pt x="11134" y="-420"/>
                    <a:pt x="8003" y="-510"/>
                    <a:pt x="5922" y="1270"/>
                  </a:cubicBezTo>
                  <a:lnTo>
                    <a:pt x="8767" y="4115"/>
                  </a:lnTo>
                  <a:cubicBezTo>
                    <a:pt x="9263" y="3867"/>
                    <a:pt x="9881" y="3944"/>
                    <a:pt x="10295" y="4357"/>
                  </a:cubicBezTo>
                  <a:lnTo>
                    <a:pt x="16214" y="10277"/>
                  </a:lnTo>
                  <a:cubicBezTo>
                    <a:pt x="16730" y="10793"/>
                    <a:pt x="16730" y="11633"/>
                    <a:pt x="16214" y="12149"/>
                  </a:cubicBezTo>
                  <a:lnTo>
                    <a:pt x="12149" y="16214"/>
                  </a:lnTo>
                  <a:cubicBezTo>
                    <a:pt x="11632" y="16730"/>
                    <a:pt x="10792" y="16730"/>
                    <a:pt x="10277" y="16214"/>
                  </a:cubicBezTo>
                  <a:lnTo>
                    <a:pt x="4357" y="10295"/>
                  </a:lnTo>
                  <a:cubicBezTo>
                    <a:pt x="3954" y="9892"/>
                    <a:pt x="3870" y="9294"/>
                    <a:pt x="4096" y="8805"/>
                  </a:cubicBezTo>
                  <a:lnTo>
                    <a:pt x="1243" y="5952"/>
                  </a:lnTo>
                  <a:cubicBezTo>
                    <a:pt x="-510" y="8032"/>
                    <a:pt x="-410" y="11143"/>
                    <a:pt x="1549" y="13102"/>
                  </a:cubicBezTo>
                  <a:lnTo>
                    <a:pt x="7469" y="19022"/>
                  </a:lnTo>
                  <a:cubicBezTo>
                    <a:pt x="9536" y="21090"/>
                    <a:pt x="12889" y="21090"/>
                    <a:pt x="14956" y="19022"/>
                  </a:cubicBezTo>
                  <a:close/>
                  <a:moveTo>
                    <a:pt x="14956" y="19022"/>
                  </a:moveTo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Freeform: Shape 70">
              <a:extLst>
                <a:ext uri="{FF2B5EF4-FFF2-40B4-BE49-F238E27FC236}">
                  <a16:creationId xmlns:a16="http://schemas.microsoft.com/office/drawing/2014/main" id="{77D5E4AD-8204-9C94-4F44-4442D881451A}"/>
                </a:ext>
              </a:extLst>
            </p:cNvPr>
            <p:cNvSpPr/>
            <p:nvPr/>
          </p:nvSpPr>
          <p:spPr bwMode="auto">
            <a:xfrm>
              <a:off x="152" y="151"/>
              <a:ext cx="269" cy="270"/>
            </a:xfrm>
            <a:custGeom>
              <a:avLst/>
              <a:gdLst>
                <a:gd name="T0" fmla="*/ 0 w 21091"/>
                <a:gd name="T1" fmla="*/ 0 h 21090"/>
                <a:gd name="T2" fmla="*/ 0 w 21091"/>
                <a:gd name="T3" fmla="*/ 0 h 21090"/>
                <a:gd name="T4" fmla="*/ 0 w 21091"/>
                <a:gd name="T5" fmla="*/ 0 h 21090"/>
                <a:gd name="T6" fmla="*/ 0 w 21091"/>
                <a:gd name="T7" fmla="*/ 0 h 21090"/>
                <a:gd name="T8" fmla="*/ 0 w 21091"/>
                <a:gd name="T9" fmla="*/ 0 h 21090"/>
                <a:gd name="T10" fmla="*/ 0 w 21091"/>
                <a:gd name="T11" fmla="*/ 0 h 21090"/>
                <a:gd name="T12" fmla="*/ 0 w 21091"/>
                <a:gd name="T13" fmla="*/ 0 h 21090"/>
                <a:gd name="T14" fmla="*/ 0 w 21091"/>
                <a:gd name="T15" fmla="*/ 0 h 210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091" h="21090">
                  <a:moveTo>
                    <a:pt x="763" y="763"/>
                  </a:moveTo>
                  <a:cubicBezTo>
                    <a:pt x="-254" y="1780"/>
                    <a:pt x="-254" y="3428"/>
                    <a:pt x="762" y="4445"/>
                  </a:cubicBezTo>
                  <a:lnTo>
                    <a:pt x="16645" y="20328"/>
                  </a:lnTo>
                  <a:cubicBezTo>
                    <a:pt x="17663" y="21344"/>
                    <a:pt x="19312" y="21346"/>
                    <a:pt x="20329" y="20329"/>
                  </a:cubicBezTo>
                  <a:cubicBezTo>
                    <a:pt x="21346" y="19312"/>
                    <a:pt x="21345" y="17663"/>
                    <a:pt x="20328" y="16646"/>
                  </a:cubicBezTo>
                  <a:lnTo>
                    <a:pt x="4444" y="763"/>
                  </a:lnTo>
                  <a:cubicBezTo>
                    <a:pt x="3428" y="-254"/>
                    <a:pt x="1780" y="-253"/>
                    <a:pt x="763" y="763"/>
                  </a:cubicBezTo>
                  <a:close/>
                  <a:moveTo>
                    <a:pt x="763" y="763"/>
                  </a:moveTo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3" name="Trapezoid 51">
            <a:extLst>
              <a:ext uri="{FF2B5EF4-FFF2-40B4-BE49-F238E27FC236}">
                <a16:creationId xmlns:a16="http://schemas.microsoft.com/office/drawing/2014/main" id="{4D11C77E-CCB6-FED6-7870-2686CEAA7173}"/>
              </a:ext>
            </a:extLst>
          </p:cNvPr>
          <p:cNvSpPr/>
          <p:nvPr/>
        </p:nvSpPr>
        <p:spPr>
          <a:xfrm rot="10800000">
            <a:off x="8718556" y="3079341"/>
            <a:ext cx="2272015" cy="98422"/>
          </a:xfrm>
          <a:prstGeom prst="trapezoid">
            <a:avLst>
              <a:gd name="adj" fmla="val 75086"/>
            </a:avLst>
          </a:prstGeom>
          <a:solidFill>
            <a:srgbClr val="1B2C54"/>
          </a:solidFill>
          <a:ln w="3175"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4" name="Trapezoid 52">
            <a:extLst>
              <a:ext uri="{FF2B5EF4-FFF2-40B4-BE49-F238E27FC236}">
                <a16:creationId xmlns:a16="http://schemas.microsoft.com/office/drawing/2014/main" id="{BA3EFA14-6AAC-FE53-B22A-8427FA679DC7}"/>
              </a:ext>
            </a:extLst>
          </p:cNvPr>
          <p:cNvSpPr/>
          <p:nvPr/>
        </p:nvSpPr>
        <p:spPr>
          <a:xfrm rot="10800000">
            <a:off x="9141538" y="4544592"/>
            <a:ext cx="1437652" cy="98422"/>
          </a:xfrm>
          <a:prstGeom prst="trapezoid">
            <a:avLst>
              <a:gd name="adj" fmla="val 75086"/>
            </a:avLst>
          </a:prstGeom>
          <a:solidFill>
            <a:srgbClr val="1B2C54"/>
          </a:solidFill>
          <a:ln w="3175"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5" name="Arrow: Up 53">
            <a:extLst>
              <a:ext uri="{FF2B5EF4-FFF2-40B4-BE49-F238E27FC236}">
                <a16:creationId xmlns:a16="http://schemas.microsoft.com/office/drawing/2014/main" id="{CED499EC-263F-8081-1CFF-B9AF56B2CC1C}"/>
              </a:ext>
            </a:extLst>
          </p:cNvPr>
          <p:cNvSpPr/>
          <p:nvPr/>
        </p:nvSpPr>
        <p:spPr>
          <a:xfrm>
            <a:off x="8718558" y="1942364"/>
            <a:ext cx="2272015" cy="2599629"/>
          </a:xfrm>
          <a:prstGeom prst="upArrow">
            <a:avLst>
              <a:gd name="adj1" fmla="val 63377"/>
              <a:gd name="adj2" fmla="val 50000"/>
            </a:avLst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6" name="Freeform: Shape 60">
            <a:extLst>
              <a:ext uri="{FF2B5EF4-FFF2-40B4-BE49-F238E27FC236}">
                <a16:creationId xmlns:a16="http://schemas.microsoft.com/office/drawing/2014/main" id="{996B95DC-E8C5-049B-21ED-8FE1E8622AF4}"/>
              </a:ext>
            </a:extLst>
          </p:cNvPr>
          <p:cNvSpPr/>
          <p:nvPr/>
        </p:nvSpPr>
        <p:spPr bwMode="auto">
          <a:xfrm>
            <a:off x="9574749" y="2650700"/>
            <a:ext cx="559625" cy="352642"/>
          </a:xfrm>
          <a:custGeom>
            <a:avLst/>
            <a:gdLst>
              <a:gd name="T0" fmla="*/ 205817445 w 21600"/>
              <a:gd name="T1" fmla="*/ 12896655 h 21600"/>
              <a:gd name="T2" fmla="*/ 205817445 w 21600"/>
              <a:gd name="T3" fmla="*/ 3873124 h 21600"/>
              <a:gd name="T4" fmla="*/ 190413453 w 21600"/>
              <a:gd name="T5" fmla="*/ 0 h 21600"/>
              <a:gd name="T6" fmla="*/ 15405247 w 21600"/>
              <a:gd name="T7" fmla="*/ 0 h 21600"/>
              <a:gd name="T8" fmla="*/ 0 w 21600"/>
              <a:gd name="T9" fmla="*/ 3873124 h 21600"/>
              <a:gd name="T10" fmla="*/ 0 w 21600"/>
              <a:gd name="T11" fmla="*/ 41275556 h 21600"/>
              <a:gd name="T12" fmla="*/ 15405247 w 21600"/>
              <a:gd name="T13" fmla="*/ 45148680 h 21600"/>
              <a:gd name="T14" fmla="*/ 190413453 w 21600"/>
              <a:gd name="T15" fmla="*/ 45148680 h 21600"/>
              <a:gd name="T16" fmla="*/ 205817445 w 21600"/>
              <a:gd name="T17" fmla="*/ 41275556 h 21600"/>
              <a:gd name="T18" fmla="*/ 205817445 w 21600"/>
              <a:gd name="T19" fmla="*/ 32367006 h 21600"/>
              <a:gd name="T20" fmla="*/ 205817445 w 21600"/>
              <a:gd name="T21" fmla="*/ 32488207 h 21600"/>
              <a:gd name="T22" fmla="*/ 286355233 w 21600"/>
              <a:gd name="T23" fmla="*/ 41984108 h 21600"/>
              <a:gd name="T24" fmla="*/ 286355233 w 21600"/>
              <a:gd name="T25" fmla="*/ 3315119 h 21600"/>
              <a:gd name="T26" fmla="*/ 205817445 w 21600"/>
              <a:gd name="T27" fmla="*/ 12896655 h 21600"/>
              <a:gd name="T28" fmla="*/ 205817445 w 21600"/>
              <a:gd name="T29" fmla="*/ 12896655 h 2160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1600" h="21600">
                <a:moveTo>
                  <a:pt x="15525" y="6170"/>
                </a:moveTo>
                <a:lnTo>
                  <a:pt x="15525" y="1853"/>
                </a:lnTo>
                <a:cubicBezTo>
                  <a:pt x="15525" y="834"/>
                  <a:pt x="15002" y="0"/>
                  <a:pt x="14363" y="0"/>
                </a:cubicBezTo>
                <a:lnTo>
                  <a:pt x="1162" y="0"/>
                </a:lnTo>
                <a:cubicBezTo>
                  <a:pt x="523" y="0"/>
                  <a:pt x="0" y="834"/>
                  <a:pt x="0" y="1853"/>
                </a:cubicBezTo>
                <a:lnTo>
                  <a:pt x="0" y="19747"/>
                </a:lnTo>
                <a:cubicBezTo>
                  <a:pt x="0" y="20766"/>
                  <a:pt x="523" y="21600"/>
                  <a:pt x="1162" y="21600"/>
                </a:cubicBezTo>
                <a:lnTo>
                  <a:pt x="14363" y="21600"/>
                </a:lnTo>
                <a:cubicBezTo>
                  <a:pt x="15002" y="21600"/>
                  <a:pt x="15525" y="20766"/>
                  <a:pt x="15525" y="19747"/>
                </a:cubicBezTo>
                <a:lnTo>
                  <a:pt x="15525" y="15485"/>
                </a:lnTo>
                <a:lnTo>
                  <a:pt x="15525" y="15543"/>
                </a:lnTo>
                <a:lnTo>
                  <a:pt x="21600" y="20086"/>
                </a:lnTo>
                <a:lnTo>
                  <a:pt x="21600" y="1586"/>
                </a:lnTo>
                <a:lnTo>
                  <a:pt x="15525" y="6170"/>
                </a:lnTo>
                <a:close/>
                <a:moveTo>
                  <a:pt x="15525" y="6170"/>
                </a:move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7" name="Rectangle 31">
            <a:extLst>
              <a:ext uri="{FF2B5EF4-FFF2-40B4-BE49-F238E27FC236}">
                <a16:creationId xmlns:a16="http://schemas.microsoft.com/office/drawing/2014/main" id="{6BC2180F-E5B0-532B-6B6E-9C36B162333B}"/>
              </a:ext>
            </a:extLst>
          </p:cNvPr>
          <p:cNvSpPr/>
          <p:nvPr/>
        </p:nvSpPr>
        <p:spPr>
          <a:xfrm>
            <a:off x="1766454" y="3415987"/>
            <a:ext cx="1437652" cy="228506"/>
          </a:xfrm>
          <a:prstGeom prst="rect">
            <a:avLst/>
          </a:prstGeom>
        </p:spPr>
        <p:txBody>
          <a:bodyPr wrap="none" lIns="0" tIns="0" rIns="0" bIns="0">
            <a:normAutofit lnSpcReduction="10000"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工作规划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75D0ADB-F7AE-E056-B62C-749170801A41}"/>
              </a:ext>
            </a:extLst>
          </p:cNvPr>
          <p:cNvSpPr txBox="1"/>
          <p:nvPr/>
        </p:nvSpPr>
        <p:spPr>
          <a:xfrm>
            <a:off x="1828968" y="3659383"/>
            <a:ext cx="130102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kern="1400" spc="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kern="1400" spc="1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384D52F4-10E7-60DA-9593-29D09904C3AD}"/>
              </a:ext>
            </a:extLst>
          </p:cNvPr>
          <p:cNvSpPr/>
          <p:nvPr/>
        </p:nvSpPr>
        <p:spPr>
          <a:xfrm>
            <a:off x="4249967" y="3415987"/>
            <a:ext cx="1437652" cy="228506"/>
          </a:xfrm>
          <a:prstGeom prst="rect">
            <a:avLst/>
          </a:prstGeom>
        </p:spPr>
        <p:txBody>
          <a:bodyPr wrap="none" lIns="0" tIns="0" rIns="0" bIns="0">
            <a:normAutofit lnSpcReduction="10000"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工作规划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088C72B-6619-4CCE-7C22-90B698B90923}"/>
              </a:ext>
            </a:extLst>
          </p:cNvPr>
          <p:cNvSpPr txBox="1"/>
          <p:nvPr/>
        </p:nvSpPr>
        <p:spPr>
          <a:xfrm>
            <a:off x="4312481" y="3659383"/>
            <a:ext cx="130102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kern="1400" spc="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kern="1400" spc="1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DE572206-D8ED-8B39-9073-259A00AC6C22}"/>
              </a:ext>
            </a:extLst>
          </p:cNvPr>
          <p:cNvSpPr/>
          <p:nvPr/>
        </p:nvSpPr>
        <p:spPr>
          <a:xfrm>
            <a:off x="6693336" y="3415987"/>
            <a:ext cx="1437652" cy="228506"/>
          </a:xfrm>
          <a:prstGeom prst="rect">
            <a:avLst/>
          </a:prstGeom>
        </p:spPr>
        <p:txBody>
          <a:bodyPr wrap="none" lIns="0" tIns="0" rIns="0" bIns="0">
            <a:normAutofit lnSpcReduction="10000"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工作规划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F4E7940-0493-F5FD-E3CA-FE871CFAAA75}"/>
              </a:ext>
            </a:extLst>
          </p:cNvPr>
          <p:cNvSpPr txBox="1"/>
          <p:nvPr/>
        </p:nvSpPr>
        <p:spPr>
          <a:xfrm>
            <a:off x="6755850" y="3659383"/>
            <a:ext cx="130102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kern="1400" spc="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kern="1400" spc="1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E5B57E89-B73E-3C58-1CCF-EC3120BAFEA9}"/>
              </a:ext>
            </a:extLst>
          </p:cNvPr>
          <p:cNvSpPr/>
          <p:nvPr/>
        </p:nvSpPr>
        <p:spPr>
          <a:xfrm>
            <a:off x="9129940" y="3415987"/>
            <a:ext cx="1437652" cy="228506"/>
          </a:xfrm>
          <a:prstGeom prst="rect">
            <a:avLst/>
          </a:prstGeom>
        </p:spPr>
        <p:txBody>
          <a:bodyPr wrap="none" lIns="0" tIns="0" rIns="0" bIns="0">
            <a:normAutofit lnSpcReduction="10000"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工作规划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0582255-A94A-2B84-FF73-F3905DC659BE}"/>
              </a:ext>
            </a:extLst>
          </p:cNvPr>
          <p:cNvSpPr txBox="1"/>
          <p:nvPr/>
        </p:nvSpPr>
        <p:spPr>
          <a:xfrm>
            <a:off x="9192454" y="3659383"/>
            <a:ext cx="130102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kern="1400" spc="1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kern="1400" spc="1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D47A825-2953-7F01-4DE4-4E88527A22B1}"/>
              </a:ext>
            </a:extLst>
          </p:cNvPr>
          <p:cNvSpPr/>
          <p:nvPr/>
        </p:nvSpPr>
        <p:spPr>
          <a:xfrm>
            <a:off x="1621855" y="4882114"/>
            <a:ext cx="1715248" cy="276183"/>
          </a:xfrm>
          <a:prstGeom prst="rect">
            <a:avLst/>
          </a:prstGeom>
        </p:spPr>
        <p:txBody>
          <a:bodyPr wrap="none" lIns="0" tIns="0" rIns="0" bIns="0" anchor="ctr" anchorCtr="1">
            <a:normAutofit/>
          </a:bodyPr>
          <a:lstStyle/>
          <a:p>
            <a:pPr lvl="0" algn="ctr" defTabSz="913765">
              <a:spcBef>
                <a:spcPct val="0"/>
              </a:spcBef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工作规划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CCEA0C0-17FB-04C2-D2A6-B1384C40ACDE}"/>
              </a:ext>
            </a:extLst>
          </p:cNvPr>
          <p:cNvSpPr txBox="1"/>
          <p:nvPr/>
        </p:nvSpPr>
        <p:spPr>
          <a:xfrm>
            <a:off x="1433769" y="5229200"/>
            <a:ext cx="209142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t>{{slide_27_title}}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A23CA10-BBE6-138F-A658-C74F163391FE}"/>
              </a:ext>
            </a:extLst>
          </p:cNvPr>
          <p:cNvSpPr/>
          <p:nvPr/>
        </p:nvSpPr>
        <p:spPr>
          <a:xfrm>
            <a:off x="4080216" y="4882114"/>
            <a:ext cx="1715248" cy="276183"/>
          </a:xfrm>
          <a:prstGeom prst="rect">
            <a:avLst/>
          </a:prstGeom>
        </p:spPr>
        <p:txBody>
          <a:bodyPr wrap="none" lIns="0" tIns="0" rIns="0" bIns="0" anchor="ctr" anchorCtr="1">
            <a:normAutofit/>
          </a:bodyPr>
          <a:lstStyle/>
          <a:p>
            <a:pPr lvl="0" algn="ctr" defTabSz="913765">
              <a:spcBef>
                <a:spcPct val="0"/>
              </a:spcBef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工作规划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5ED708C-765D-5F31-E8DA-5FD17FB4F209}"/>
              </a:ext>
            </a:extLst>
          </p:cNvPr>
          <p:cNvSpPr txBox="1"/>
          <p:nvPr/>
        </p:nvSpPr>
        <p:spPr>
          <a:xfrm>
            <a:off x="3892130" y="5229200"/>
            <a:ext cx="209142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t>{{slide_27_subtitle}}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FFEED79-C9C5-B90A-9D09-CC9872603114}"/>
              </a:ext>
            </a:extLst>
          </p:cNvPr>
          <p:cNvSpPr/>
          <p:nvPr/>
        </p:nvSpPr>
        <p:spPr>
          <a:xfrm>
            <a:off x="6538577" y="4882114"/>
            <a:ext cx="1715248" cy="276183"/>
          </a:xfrm>
          <a:prstGeom prst="rect">
            <a:avLst/>
          </a:prstGeom>
        </p:spPr>
        <p:txBody>
          <a:bodyPr wrap="none" lIns="0" tIns="0" rIns="0" bIns="0" anchor="ctr" anchorCtr="1">
            <a:normAutofit/>
          </a:bodyPr>
          <a:lstStyle/>
          <a:p>
            <a:pPr lvl="0" algn="ctr" defTabSz="913765">
              <a:spcBef>
                <a:spcPct val="0"/>
              </a:spcBef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工作规划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0B45EC8-B3BA-ECC7-9F64-7FE839B714F9}"/>
              </a:ext>
            </a:extLst>
          </p:cNvPr>
          <p:cNvSpPr txBox="1"/>
          <p:nvPr/>
        </p:nvSpPr>
        <p:spPr>
          <a:xfrm>
            <a:off x="6350491" y="5229200"/>
            <a:ext cx="209142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kern="140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kern="1400" spc="100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D045D91-727A-BC3F-FC37-935E5B60EC6A}"/>
              </a:ext>
            </a:extLst>
          </p:cNvPr>
          <p:cNvSpPr/>
          <p:nvPr/>
        </p:nvSpPr>
        <p:spPr>
          <a:xfrm>
            <a:off x="8996938" y="4882114"/>
            <a:ext cx="1715248" cy="276183"/>
          </a:xfrm>
          <a:prstGeom prst="rect">
            <a:avLst/>
          </a:prstGeom>
        </p:spPr>
        <p:txBody>
          <a:bodyPr wrap="none" lIns="0" tIns="0" rIns="0" bIns="0" anchor="ctr" anchorCtr="1">
            <a:normAutofit/>
          </a:bodyPr>
          <a:lstStyle/>
          <a:p>
            <a:pPr lvl="0" algn="ctr" defTabSz="913765">
              <a:spcBef>
                <a:spcPct val="0"/>
              </a:spcBef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 CN Normal" panose="020B0400000000000000" pitchFamily="34" charset="-122"/>
              </a:rPr>
              <a:t>工作规划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E879D5B-92BD-A38B-9655-BFA2487F9FA9}"/>
              </a:ext>
            </a:extLst>
          </p:cNvPr>
          <p:cNvSpPr txBox="1"/>
          <p:nvPr/>
        </p:nvSpPr>
        <p:spPr>
          <a:xfrm>
            <a:off x="8808852" y="5229200"/>
            <a:ext cx="209142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kern="140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此处添加详细文本描述，建议与标题相关</a:t>
            </a:r>
            <a:endParaRPr lang="en-US" altLang="zh-CN" sz="1000" kern="1400" spc="100" dirty="0">
              <a:solidFill>
                <a:schemeClr val="tx1">
                  <a:lumMod val="50000"/>
                  <a:lumOff val="50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7490560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形状">
            <a:extLst>
              <a:ext uri="{FF2B5EF4-FFF2-40B4-BE49-F238E27FC236}">
                <a16:creationId xmlns:a16="http://schemas.microsoft.com/office/drawing/2014/main" id="{175D000E-9AE6-4B1B-B891-EB95C5AD1BF1}"/>
              </a:ext>
            </a:extLst>
          </p:cNvPr>
          <p:cNvSpPr/>
          <p:nvPr/>
        </p:nvSpPr>
        <p:spPr>
          <a:xfrm>
            <a:off x="5766799" y="2416070"/>
            <a:ext cx="1734709" cy="1734709"/>
          </a:xfrm>
          <a:prstGeom prst="arc">
            <a:avLst/>
          </a:prstGeom>
          <a:noFill/>
          <a:ln w="63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stealth" w="lg" len="lg"/>
            <a:tailEnd type="stealth" w="lg" len="lg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11" name="形状">
            <a:extLst>
              <a:ext uri="{FF2B5EF4-FFF2-40B4-BE49-F238E27FC236}">
                <a16:creationId xmlns:a16="http://schemas.microsoft.com/office/drawing/2014/main" id="{F03EE9AD-F5EF-4851-AF59-BBB5B556C77F}"/>
              </a:ext>
            </a:extLst>
          </p:cNvPr>
          <p:cNvSpPr/>
          <p:nvPr/>
        </p:nvSpPr>
        <p:spPr>
          <a:xfrm rot="2700000">
            <a:off x="6454258" y="3196602"/>
            <a:ext cx="1159116" cy="1159116"/>
          </a:xfrm>
          <a:prstGeom prst="roundRect">
            <a:avLst>
              <a:gd name="adj" fmla="val 8491"/>
            </a:avLst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87C654CA-52BA-4FAB-902F-8E5EB137CA03}"/>
              </a:ext>
            </a:extLst>
          </p:cNvPr>
          <p:cNvSpPr/>
          <p:nvPr/>
        </p:nvSpPr>
        <p:spPr>
          <a:xfrm>
            <a:off x="6857537" y="3620303"/>
            <a:ext cx="352559" cy="311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2681"/>
                </a:moveTo>
                <a:lnTo>
                  <a:pt x="19493" y="521"/>
                </a:lnTo>
                <a:lnTo>
                  <a:pt x="19229" y="372"/>
                </a:lnTo>
                <a:lnTo>
                  <a:pt x="19032" y="298"/>
                </a:lnTo>
                <a:lnTo>
                  <a:pt x="18768" y="372"/>
                </a:lnTo>
                <a:lnTo>
                  <a:pt x="18505" y="521"/>
                </a:lnTo>
                <a:lnTo>
                  <a:pt x="18373" y="819"/>
                </a:lnTo>
                <a:lnTo>
                  <a:pt x="18373" y="1192"/>
                </a:lnTo>
                <a:lnTo>
                  <a:pt x="18176" y="1192"/>
                </a:lnTo>
                <a:lnTo>
                  <a:pt x="17912" y="1341"/>
                </a:lnTo>
                <a:lnTo>
                  <a:pt x="12907" y="7001"/>
                </a:lnTo>
                <a:lnTo>
                  <a:pt x="12907" y="7672"/>
                </a:lnTo>
                <a:lnTo>
                  <a:pt x="12644" y="8342"/>
                </a:lnTo>
                <a:lnTo>
                  <a:pt x="13171" y="9012"/>
                </a:lnTo>
                <a:lnTo>
                  <a:pt x="12051" y="10279"/>
                </a:lnTo>
                <a:lnTo>
                  <a:pt x="8495" y="6182"/>
                </a:lnTo>
                <a:lnTo>
                  <a:pt x="8627" y="5512"/>
                </a:lnTo>
                <a:lnTo>
                  <a:pt x="8627" y="4320"/>
                </a:lnTo>
                <a:lnTo>
                  <a:pt x="8495" y="3650"/>
                </a:lnTo>
                <a:lnTo>
                  <a:pt x="8363" y="3128"/>
                </a:lnTo>
                <a:lnTo>
                  <a:pt x="8166" y="2458"/>
                </a:lnTo>
                <a:lnTo>
                  <a:pt x="7771" y="1862"/>
                </a:lnTo>
                <a:lnTo>
                  <a:pt x="7441" y="1341"/>
                </a:lnTo>
                <a:lnTo>
                  <a:pt x="6915" y="968"/>
                </a:lnTo>
                <a:lnTo>
                  <a:pt x="6454" y="670"/>
                </a:lnTo>
                <a:lnTo>
                  <a:pt x="5993" y="298"/>
                </a:lnTo>
                <a:lnTo>
                  <a:pt x="4807" y="0"/>
                </a:lnTo>
                <a:lnTo>
                  <a:pt x="3754" y="0"/>
                </a:lnTo>
                <a:lnTo>
                  <a:pt x="3095" y="149"/>
                </a:lnTo>
                <a:lnTo>
                  <a:pt x="5663" y="2979"/>
                </a:lnTo>
                <a:lnTo>
                  <a:pt x="5005" y="5661"/>
                </a:lnTo>
                <a:lnTo>
                  <a:pt x="2502" y="6331"/>
                </a:lnTo>
                <a:lnTo>
                  <a:pt x="132" y="3650"/>
                </a:lnTo>
                <a:lnTo>
                  <a:pt x="0" y="4171"/>
                </a:lnTo>
                <a:lnTo>
                  <a:pt x="0" y="5512"/>
                </a:lnTo>
                <a:lnTo>
                  <a:pt x="132" y="6108"/>
                </a:lnTo>
                <a:lnTo>
                  <a:pt x="263" y="6778"/>
                </a:lnTo>
                <a:lnTo>
                  <a:pt x="527" y="7299"/>
                </a:lnTo>
                <a:lnTo>
                  <a:pt x="1185" y="8342"/>
                </a:lnTo>
                <a:lnTo>
                  <a:pt x="1712" y="8789"/>
                </a:lnTo>
                <a:lnTo>
                  <a:pt x="2305" y="9161"/>
                </a:lnTo>
                <a:lnTo>
                  <a:pt x="2766" y="9459"/>
                </a:lnTo>
                <a:lnTo>
                  <a:pt x="3951" y="9757"/>
                </a:lnTo>
                <a:lnTo>
                  <a:pt x="5005" y="9757"/>
                </a:lnTo>
                <a:lnTo>
                  <a:pt x="5663" y="9608"/>
                </a:lnTo>
                <a:lnTo>
                  <a:pt x="9220" y="13481"/>
                </a:lnTo>
                <a:lnTo>
                  <a:pt x="5861" y="17429"/>
                </a:lnTo>
                <a:lnTo>
                  <a:pt x="5663" y="17131"/>
                </a:lnTo>
                <a:lnTo>
                  <a:pt x="4676" y="18099"/>
                </a:lnTo>
                <a:lnTo>
                  <a:pt x="3095" y="20930"/>
                </a:lnTo>
                <a:lnTo>
                  <a:pt x="3490" y="21302"/>
                </a:lnTo>
                <a:lnTo>
                  <a:pt x="5993" y="19589"/>
                </a:lnTo>
                <a:lnTo>
                  <a:pt x="6849" y="18472"/>
                </a:lnTo>
                <a:lnTo>
                  <a:pt x="6585" y="18248"/>
                </a:lnTo>
                <a:lnTo>
                  <a:pt x="10076" y="14450"/>
                </a:lnTo>
                <a:lnTo>
                  <a:pt x="15805" y="20930"/>
                </a:lnTo>
                <a:lnTo>
                  <a:pt x="16134" y="21228"/>
                </a:lnTo>
                <a:lnTo>
                  <a:pt x="16463" y="21451"/>
                </a:lnTo>
                <a:lnTo>
                  <a:pt x="16859" y="21600"/>
                </a:lnTo>
                <a:lnTo>
                  <a:pt x="17583" y="21600"/>
                </a:lnTo>
                <a:lnTo>
                  <a:pt x="17912" y="21451"/>
                </a:lnTo>
                <a:lnTo>
                  <a:pt x="18307" y="21228"/>
                </a:lnTo>
                <a:lnTo>
                  <a:pt x="18637" y="20930"/>
                </a:lnTo>
                <a:lnTo>
                  <a:pt x="18900" y="20632"/>
                </a:lnTo>
                <a:lnTo>
                  <a:pt x="19098" y="20259"/>
                </a:lnTo>
                <a:lnTo>
                  <a:pt x="19229" y="19738"/>
                </a:lnTo>
                <a:lnTo>
                  <a:pt x="19229" y="18919"/>
                </a:lnTo>
                <a:lnTo>
                  <a:pt x="19098" y="18472"/>
                </a:lnTo>
                <a:lnTo>
                  <a:pt x="18900" y="18099"/>
                </a:lnTo>
                <a:lnTo>
                  <a:pt x="18637" y="17652"/>
                </a:lnTo>
                <a:lnTo>
                  <a:pt x="12907" y="11172"/>
                </a:lnTo>
                <a:lnTo>
                  <a:pt x="13961" y="9981"/>
                </a:lnTo>
                <a:lnTo>
                  <a:pt x="14488" y="10502"/>
                </a:lnTo>
                <a:lnTo>
                  <a:pt x="15080" y="10130"/>
                </a:lnTo>
                <a:lnTo>
                  <a:pt x="15805" y="10130"/>
                </a:lnTo>
                <a:lnTo>
                  <a:pt x="20678" y="4618"/>
                </a:lnTo>
                <a:lnTo>
                  <a:pt x="20678" y="4469"/>
                </a:lnTo>
                <a:lnTo>
                  <a:pt x="20810" y="4171"/>
                </a:lnTo>
                <a:lnTo>
                  <a:pt x="20941" y="4022"/>
                </a:lnTo>
                <a:lnTo>
                  <a:pt x="21139" y="3948"/>
                </a:lnTo>
                <a:lnTo>
                  <a:pt x="21402" y="3799"/>
                </a:lnTo>
                <a:lnTo>
                  <a:pt x="21600" y="3501"/>
                </a:lnTo>
                <a:lnTo>
                  <a:pt x="21600" y="2979"/>
                </a:lnTo>
                <a:lnTo>
                  <a:pt x="21402" y="2681"/>
                </a:lnTo>
                <a:close/>
                <a:moveTo>
                  <a:pt x="17320" y="18770"/>
                </a:moveTo>
                <a:lnTo>
                  <a:pt x="17715" y="18919"/>
                </a:lnTo>
                <a:lnTo>
                  <a:pt x="17912" y="19068"/>
                </a:lnTo>
                <a:lnTo>
                  <a:pt x="18176" y="19291"/>
                </a:lnTo>
                <a:lnTo>
                  <a:pt x="18176" y="19961"/>
                </a:lnTo>
                <a:lnTo>
                  <a:pt x="17912" y="20259"/>
                </a:lnTo>
                <a:lnTo>
                  <a:pt x="17715" y="20557"/>
                </a:lnTo>
                <a:lnTo>
                  <a:pt x="17122" y="20557"/>
                </a:lnTo>
                <a:lnTo>
                  <a:pt x="16595" y="19961"/>
                </a:lnTo>
                <a:lnTo>
                  <a:pt x="16595" y="19291"/>
                </a:lnTo>
                <a:lnTo>
                  <a:pt x="16859" y="19068"/>
                </a:lnTo>
                <a:lnTo>
                  <a:pt x="17122" y="18919"/>
                </a:lnTo>
                <a:lnTo>
                  <a:pt x="17320" y="18770"/>
                </a:lnTo>
                <a:close/>
                <a:moveTo>
                  <a:pt x="14554" y="7299"/>
                </a:moveTo>
                <a:lnTo>
                  <a:pt x="14224" y="6852"/>
                </a:lnTo>
                <a:lnTo>
                  <a:pt x="17912" y="2681"/>
                </a:lnTo>
                <a:lnTo>
                  <a:pt x="18307" y="3128"/>
                </a:lnTo>
                <a:lnTo>
                  <a:pt x="14554" y="7299"/>
                </a:lnTo>
                <a:close/>
                <a:moveTo>
                  <a:pt x="15805" y="8640"/>
                </a:moveTo>
                <a:lnTo>
                  <a:pt x="15410" y="8268"/>
                </a:lnTo>
                <a:lnTo>
                  <a:pt x="19098" y="4022"/>
                </a:lnTo>
                <a:lnTo>
                  <a:pt x="19493" y="4469"/>
                </a:lnTo>
                <a:lnTo>
                  <a:pt x="15805" y="864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3EB0FD-6759-4D4A-9DA6-E291401CEBC6}"/>
              </a:ext>
            </a:extLst>
          </p:cNvPr>
          <p:cNvSpPr txBox="1"/>
          <p:nvPr/>
        </p:nvSpPr>
        <p:spPr>
          <a:xfrm>
            <a:off x="8152858" y="2436136"/>
            <a:ext cx="2983702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{{slide_28_body_2}}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BDE934-8DA1-4C10-8EF2-BC5F3DB22601}"/>
              </a:ext>
            </a:extLst>
          </p:cNvPr>
          <p:cNvSpPr txBox="1"/>
          <p:nvPr/>
        </p:nvSpPr>
        <p:spPr>
          <a:xfrm>
            <a:off x="8053185" y="2011017"/>
            <a:ext cx="224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工作规划</a:t>
            </a:r>
          </a:p>
        </p:txBody>
      </p:sp>
      <p:sp>
        <p:nvSpPr>
          <p:cNvPr id="15" name="形状">
            <a:extLst>
              <a:ext uri="{FF2B5EF4-FFF2-40B4-BE49-F238E27FC236}">
                <a16:creationId xmlns:a16="http://schemas.microsoft.com/office/drawing/2014/main" id="{D7E5C9C7-3979-4E39-8067-F24E0769F408}"/>
              </a:ext>
            </a:extLst>
          </p:cNvPr>
          <p:cNvSpPr/>
          <p:nvPr/>
        </p:nvSpPr>
        <p:spPr>
          <a:xfrm flipV="1">
            <a:off x="5766799" y="3368749"/>
            <a:ext cx="1734709" cy="1734709"/>
          </a:xfrm>
          <a:prstGeom prst="arc">
            <a:avLst/>
          </a:prstGeom>
          <a:noFill/>
          <a:ln w="63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stealth" w="lg" len="lg"/>
            <a:tailEnd type="stealth" w="lg" len="lg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16" name="形状">
            <a:extLst>
              <a:ext uri="{FF2B5EF4-FFF2-40B4-BE49-F238E27FC236}">
                <a16:creationId xmlns:a16="http://schemas.microsoft.com/office/drawing/2014/main" id="{668C7045-14F0-4AF9-AEE2-866B03F55D9B}"/>
              </a:ext>
            </a:extLst>
          </p:cNvPr>
          <p:cNvSpPr/>
          <p:nvPr/>
        </p:nvSpPr>
        <p:spPr>
          <a:xfrm rot="2700000">
            <a:off x="5516441" y="4106894"/>
            <a:ext cx="1159116" cy="1159116"/>
          </a:xfrm>
          <a:prstGeom prst="roundRect">
            <a:avLst>
              <a:gd name="adj" fmla="val 8491"/>
            </a:avLst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47DE6191-4EE3-4606-90DE-2566A9660216}"/>
              </a:ext>
            </a:extLst>
          </p:cNvPr>
          <p:cNvSpPr/>
          <p:nvPr/>
        </p:nvSpPr>
        <p:spPr>
          <a:xfrm>
            <a:off x="5997831" y="4741356"/>
            <a:ext cx="180579" cy="1139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8882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8882"/>
                </a:lnTo>
                <a:close/>
                <a:moveTo>
                  <a:pt x="2556" y="4441"/>
                </a:moveTo>
                <a:lnTo>
                  <a:pt x="18788" y="4441"/>
                </a:lnTo>
                <a:lnTo>
                  <a:pt x="18788" y="8882"/>
                </a:lnTo>
                <a:lnTo>
                  <a:pt x="2556" y="8882"/>
                </a:lnTo>
                <a:lnTo>
                  <a:pt x="2556" y="4441"/>
                </a:lnTo>
                <a:close/>
                <a:moveTo>
                  <a:pt x="2556" y="12920"/>
                </a:moveTo>
                <a:lnTo>
                  <a:pt x="18788" y="12920"/>
                </a:lnTo>
                <a:lnTo>
                  <a:pt x="18788" y="17361"/>
                </a:lnTo>
                <a:lnTo>
                  <a:pt x="2556" y="17361"/>
                </a:lnTo>
                <a:lnTo>
                  <a:pt x="2556" y="1292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16072293-86EC-491E-83BB-703F398DE9BE}"/>
              </a:ext>
            </a:extLst>
          </p:cNvPr>
          <p:cNvSpPr/>
          <p:nvPr/>
        </p:nvSpPr>
        <p:spPr>
          <a:xfrm>
            <a:off x="5997831" y="4515631"/>
            <a:ext cx="180579" cy="1117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166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3166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05F9FFF6-AA97-4857-95EF-B2E6F04D9B00}"/>
              </a:ext>
            </a:extLst>
          </p:cNvPr>
          <p:cNvSpPr/>
          <p:nvPr/>
        </p:nvSpPr>
        <p:spPr>
          <a:xfrm>
            <a:off x="5905391" y="4582274"/>
            <a:ext cx="363309" cy="2042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8" y="0"/>
                </a:moveTo>
                <a:lnTo>
                  <a:pt x="17562" y="0"/>
                </a:lnTo>
                <a:lnTo>
                  <a:pt x="17562" y="7162"/>
                </a:lnTo>
                <a:lnTo>
                  <a:pt x="4038" y="7162"/>
                </a:lnTo>
                <a:lnTo>
                  <a:pt x="4038" y="0"/>
                </a:lnTo>
                <a:lnTo>
                  <a:pt x="2692" y="0"/>
                </a:lnTo>
                <a:lnTo>
                  <a:pt x="2179" y="114"/>
                </a:lnTo>
                <a:lnTo>
                  <a:pt x="1731" y="341"/>
                </a:lnTo>
                <a:lnTo>
                  <a:pt x="1282" y="796"/>
                </a:lnTo>
                <a:lnTo>
                  <a:pt x="833" y="1364"/>
                </a:lnTo>
                <a:lnTo>
                  <a:pt x="449" y="2274"/>
                </a:lnTo>
                <a:lnTo>
                  <a:pt x="256" y="3069"/>
                </a:lnTo>
                <a:lnTo>
                  <a:pt x="0" y="4661"/>
                </a:lnTo>
                <a:lnTo>
                  <a:pt x="0" y="16598"/>
                </a:lnTo>
                <a:lnTo>
                  <a:pt x="128" y="17735"/>
                </a:lnTo>
                <a:lnTo>
                  <a:pt x="256" y="18531"/>
                </a:lnTo>
                <a:lnTo>
                  <a:pt x="449" y="19326"/>
                </a:lnTo>
                <a:lnTo>
                  <a:pt x="833" y="19895"/>
                </a:lnTo>
                <a:lnTo>
                  <a:pt x="1282" y="20577"/>
                </a:lnTo>
                <a:lnTo>
                  <a:pt x="1731" y="21145"/>
                </a:lnTo>
                <a:lnTo>
                  <a:pt x="2179" y="21373"/>
                </a:lnTo>
                <a:lnTo>
                  <a:pt x="2692" y="21600"/>
                </a:lnTo>
                <a:lnTo>
                  <a:pt x="4038" y="21600"/>
                </a:lnTo>
                <a:lnTo>
                  <a:pt x="4038" y="14438"/>
                </a:lnTo>
                <a:lnTo>
                  <a:pt x="17562" y="14438"/>
                </a:lnTo>
                <a:lnTo>
                  <a:pt x="17562" y="21600"/>
                </a:lnTo>
                <a:lnTo>
                  <a:pt x="18908" y="21600"/>
                </a:lnTo>
                <a:lnTo>
                  <a:pt x="19421" y="21373"/>
                </a:lnTo>
                <a:lnTo>
                  <a:pt x="19869" y="21145"/>
                </a:lnTo>
                <a:lnTo>
                  <a:pt x="20318" y="20577"/>
                </a:lnTo>
                <a:lnTo>
                  <a:pt x="20767" y="19895"/>
                </a:lnTo>
                <a:lnTo>
                  <a:pt x="21151" y="19326"/>
                </a:lnTo>
                <a:lnTo>
                  <a:pt x="21408" y="18531"/>
                </a:lnTo>
                <a:lnTo>
                  <a:pt x="21600" y="17735"/>
                </a:lnTo>
                <a:lnTo>
                  <a:pt x="21600" y="3865"/>
                </a:lnTo>
                <a:lnTo>
                  <a:pt x="21408" y="3069"/>
                </a:lnTo>
                <a:lnTo>
                  <a:pt x="21151" y="2274"/>
                </a:lnTo>
                <a:lnTo>
                  <a:pt x="20767" y="1364"/>
                </a:lnTo>
                <a:lnTo>
                  <a:pt x="20318" y="796"/>
                </a:lnTo>
                <a:lnTo>
                  <a:pt x="19869" y="341"/>
                </a:lnTo>
                <a:lnTo>
                  <a:pt x="19421" y="114"/>
                </a:lnTo>
                <a:lnTo>
                  <a:pt x="18908" y="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1BA311-4B5E-4673-82A1-A2A481611B0B}"/>
              </a:ext>
            </a:extLst>
          </p:cNvPr>
          <p:cNvSpPr txBox="1"/>
          <p:nvPr/>
        </p:nvSpPr>
        <p:spPr>
          <a:xfrm>
            <a:off x="8152858" y="5097958"/>
            <a:ext cx="2983702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{{slide_28_body_4}}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63CDE1-FCA5-40C0-A498-62DB91827871}"/>
              </a:ext>
            </a:extLst>
          </p:cNvPr>
          <p:cNvSpPr txBox="1"/>
          <p:nvPr/>
        </p:nvSpPr>
        <p:spPr>
          <a:xfrm>
            <a:off x="8053185" y="4672839"/>
            <a:ext cx="224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工作规划</a:t>
            </a:r>
          </a:p>
        </p:txBody>
      </p:sp>
      <p:sp>
        <p:nvSpPr>
          <p:cNvPr id="22" name="形状">
            <a:extLst>
              <a:ext uri="{FF2B5EF4-FFF2-40B4-BE49-F238E27FC236}">
                <a16:creationId xmlns:a16="http://schemas.microsoft.com/office/drawing/2014/main" id="{6424039E-1A04-40C6-9122-3FB226AD3CD1}"/>
              </a:ext>
            </a:extLst>
          </p:cNvPr>
          <p:cNvSpPr/>
          <p:nvPr/>
        </p:nvSpPr>
        <p:spPr>
          <a:xfrm flipH="1">
            <a:off x="4675746" y="2416070"/>
            <a:ext cx="1734709" cy="1734709"/>
          </a:xfrm>
          <a:prstGeom prst="arc">
            <a:avLst/>
          </a:prstGeom>
          <a:noFill/>
          <a:ln w="63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stealth" w="lg" len="lg"/>
            <a:tailEnd type="stealth" w="lg" len="lg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23" name="形状">
            <a:extLst>
              <a:ext uri="{FF2B5EF4-FFF2-40B4-BE49-F238E27FC236}">
                <a16:creationId xmlns:a16="http://schemas.microsoft.com/office/drawing/2014/main" id="{CFFD9178-A9FB-4B06-98F6-72716101ABB4}"/>
              </a:ext>
            </a:extLst>
          </p:cNvPr>
          <p:cNvSpPr/>
          <p:nvPr/>
        </p:nvSpPr>
        <p:spPr>
          <a:xfrm rot="2700000">
            <a:off x="5516441" y="2296456"/>
            <a:ext cx="1159116" cy="1159116"/>
          </a:xfrm>
          <a:prstGeom prst="roundRect">
            <a:avLst>
              <a:gd name="adj" fmla="val 8491"/>
            </a:avLst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24" name="Freeform: Shape 20">
            <a:extLst>
              <a:ext uri="{FF2B5EF4-FFF2-40B4-BE49-F238E27FC236}">
                <a16:creationId xmlns:a16="http://schemas.microsoft.com/office/drawing/2014/main" id="{B63F178C-8678-4307-AD70-A8F8E6C89156}"/>
              </a:ext>
            </a:extLst>
          </p:cNvPr>
          <p:cNvSpPr/>
          <p:nvPr/>
        </p:nvSpPr>
        <p:spPr>
          <a:xfrm>
            <a:off x="5962699" y="2850923"/>
            <a:ext cx="144277" cy="205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674" y="8295"/>
                </a:moveTo>
                <a:lnTo>
                  <a:pt x="14674" y="18972"/>
                </a:lnTo>
                <a:lnTo>
                  <a:pt x="14557" y="19465"/>
                </a:lnTo>
                <a:lnTo>
                  <a:pt x="14322" y="19957"/>
                </a:lnTo>
                <a:lnTo>
                  <a:pt x="13970" y="20368"/>
                </a:lnTo>
                <a:lnTo>
                  <a:pt x="13500" y="20779"/>
                </a:lnTo>
                <a:lnTo>
                  <a:pt x="12913" y="21107"/>
                </a:lnTo>
                <a:lnTo>
                  <a:pt x="12326" y="21354"/>
                </a:lnTo>
                <a:lnTo>
                  <a:pt x="11622" y="21518"/>
                </a:lnTo>
                <a:lnTo>
                  <a:pt x="10917" y="21600"/>
                </a:lnTo>
                <a:lnTo>
                  <a:pt x="10213" y="21518"/>
                </a:lnTo>
                <a:lnTo>
                  <a:pt x="9391" y="21354"/>
                </a:lnTo>
                <a:lnTo>
                  <a:pt x="8687" y="21107"/>
                </a:lnTo>
                <a:lnTo>
                  <a:pt x="8100" y="20779"/>
                </a:lnTo>
                <a:lnTo>
                  <a:pt x="7396" y="19957"/>
                </a:lnTo>
                <a:lnTo>
                  <a:pt x="7161" y="19465"/>
                </a:lnTo>
                <a:lnTo>
                  <a:pt x="7161" y="8295"/>
                </a:lnTo>
                <a:lnTo>
                  <a:pt x="1878" y="8295"/>
                </a:lnTo>
                <a:lnTo>
                  <a:pt x="1174" y="8213"/>
                </a:lnTo>
                <a:lnTo>
                  <a:pt x="587" y="8131"/>
                </a:lnTo>
                <a:lnTo>
                  <a:pt x="117" y="7802"/>
                </a:lnTo>
                <a:lnTo>
                  <a:pt x="0" y="7474"/>
                </a:lnTo>
                <a:lnTo>
                  <a:pt x="0" y="6735"/>
                </a:lnTo>
                <a:lnTo>
                  <a:pt x="352" y="6324"/>
                </a:lnTo>
                <a:lnTo>
                  <a:pt x="8100" y="903"/>
                </a:lnTo>
                <a:lnTo>
                  <a:pt x="8804" y="493"/>
                </a:lnTo>
                <a:lnTo>
                  <a:pt x="9391" y="164"/>
                </a:lnTo>
                <a:lnTo>
                  <a:pt x="10213" y="0"/>
                </a:lnTo>
                <a:lnTo>
                  <a:pt x="11504" y="0"/>
                </a:lnTo>
                <a:lnTo>
                  <a:pt x="12209" y="164"/>
                </a:lnTo>
                <a:lnTo>
                  <a:pt x="12913" y="493"/>
                </a:lnTo>
                <a:lnTo>
                  <a:pt x="13500" y="903"/>
                </a:lnTo>
                <a:lnTo>
                  <a:pt x="20896" y="5995"/>
                </a:lnTo>
                <a:lnTo>
                  <a:pt x="21365" y="6324"/>
                </a:lnTo>
                <a:lnTo>
                  <a:pt x="21600" y="6735"/>
                </a:lnTo>
                <a:lnTo>
                  <a:pt x="21600" y="7474"/>
                </a:lnTo>
                <a:lnTo>
                  <a:pt x="21365" y="7802"/>
                </a:lnTo>
                <a:lnTo>
                  <a:pt x="20896" y="7967"/>
                </a:lnTo>
                <a:lnTo>
                  <a:pt x="20309" y="8213"/>
                </a:lnTo>
                <a:lnTo>
                  <a:pt x="19487" y="8295"/>
                </a:lnTo>
                <a:lnTo>
                  <a:pt x="14674" y="8295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25" name="Freeform: Shape 21">
            <a:extLst>
              <a:ext uri="{FF2B5EF4-FFF2-40B4-BE49-F238E27FC236}">
                <a16:creationId xmlns:a16="http://schemas.microsoft.com/office/drawing/2014/main" id="{FC53B5D9-186F-4895-941F-661EDE3029B2}"/>
              </a:ext>
            </a:extLst>
          </p:cNvPr>
          <p:cNvSpPr/>
          <p:nvPr/>
        </p:nvSpPr>
        <p:spPr>
          <a:xfrm>
            <a:off x="5907813" y="2695670"/>
            <a:ext cx="376373" cy="263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45" y="7843"/>
                </a:moveTo>
                <a:lnTo>
                  <a:pt x="17640" y="8036"/>
                </a:lnTo>
                <a:lnTo>
                  <a:pt x="18090" y="8164"/>
                </a:lnTo>
                <a:lnTo>
                  <a:pt x="18900" y="8743"/>
                </a:lnTo>
                <a:lnTo>
                  <a:pt x="19305" y="9064"/>
                </a:lnTo>
                <a:lnTo>
                  <a:pt x="19710" y="9450"/>
                </a:lnTo>
                <a:lnTo>
                  <a:pt x="20025" y="9836"/>
                </a:lnTo>
                <a:lnTo>
                  <a:pt x="20295" y="10350"/>
                </a:lnTo>
                <a:lnTo>
                  <a:pt x="20565" y="10736"/>
                </a:lnTo>
                <a:lnTo>
                  <a:pt x="20835" y="11250"/>
                </a:lnTo>
                <a:lnTo>
                  <a:pt x="21060" y="11764"/>
                </a:lnTo>
                <a:lnTo>
                  <a:pt x="21240" y="12279"/>
                </a:lnTo>
                <a:lnTo>
                  <a:pt x="21420" y="12857"/>
                </a:lnTo>
                <a:lnTo>
                  <a:pt x="21510" y="13436"/>
                </a:lnTo>
                <a:lnTo>
                  <a:pt x="21600" y="14079"/>
                </a:lnTo>
                <a:lnTo>
                  <a:pt x="21600" y="15236"/>
                </a:lnTo>
                <a:lnTo>
                  <a:pt x="21510" y="15879"/>
                </a:lnTo>
                <a:lnTo>
                  <a:pt x="21420" y="16457"/>
                </a:lnTo>
                <a:lnTo>
                  <a:pt x="21240" y="16971"/>
                </a:lnTo>
                <a:lnTo>
                  <a:pt x="20790" y="18129"/>
                </a:lnTo>
                <a:lnTo>
                  <a:pt x="20565" y="18579"/>
                </a:lnTo>
                <a:lnTo>
                  <a:pt x="20250" y="19093"/>
                </a:lnTo>
                <a:lnTo>
                  <a:pt x="19890" y="19543"/>
                </a:lnTo>
                <a:lnTo>
                  <a:pt x="19575" y="19929"/>
                </a:lnTo>
                <a:lnTo>
                  <a:pt x="19170" y="20250"/>
                </a:lnTo>
                <a:lnTo>
                  <a:pt x="18810" y="20571"/>
                </a:lnTo>
                <a:lnTo>
                  <a:pt x="18360" y="20893"/>
                </a:lnTo>
                <a:lnTo>
                  <a:pt x="17910" y="21150"/>
                </a:lnTo>
                <a:lnTo>
                  <a:pt x="17415" y="21279"/>
                </a:lnTo>
                <a:lnTo>
                  <a:pt x="16920" y="21471"/>
                </a:lnTo>
                <a:lnTo>
                  <a:pt x="16920" y="14143"/>
                </a:lnTo>
                <a:lnTo>
                  <a:pt x="16740" y="13564"/>
                </a:lnTo>
                <a:lnTo>
                  <a:pt x="16560" y="13050"/>
                </a:lnTo>
                <a:lnTo>
                  <a:pt x="16290" y="12536"/>
                </a:lnTo>
                <a:lnTo>
                  <a:pt x="15975" y="12214"/>
                </a:lnTo>
                <a:lnTo>
                  <a:pt x="15615" y="11893"/>
                </a:lnTo>
                <a:lnTo>
                  <a:pt x="15165" y="11764"/>
                </a:lnTo>
                <a:lnTo>
                  <a:pt x="14805" y="11700"/>
                </a:lnTo>
                <a:lnTo>
                  <a:pt x="14355" y="11764"/>
                </a:lnTo>
                <a:lnTo>
                  <a:pt x="13905" y="11893"/>
                </a:lnTo>
                <a:lnTo>
                  <a:pt x="13545" y="12214"/>
                </a:lnTo>
                <a:lnTo>
                  <a:pt x="13230" y="12536"/>
                </a:lnTo>
                <a:lnTo>
                  <a:pt x="12960" y="13050"/>
                </a:lnTo>
                <a:lnTo>
                  <a:pt x="12780" y="13564"/>
                </a:lnTo>
                <a:lnTo>
                  <a:pt x="12600" y="14143"/>
                </a:lnTo>
                <a:lnTo>
                  <a:pt x="12600" y="21600"/>
                </a:lnTo>
                <a:lnTo>
                  <a:pt x="9450" y="21600"/>
                </a:lnTo>
                <a:lnTo>
                  <a:pt x="9450" y="20250"/>
                </a:lnTo>
                <a:lnTo>
                  <a:pt x="10575" y="20250"/>
                </a:lnTo>
                <a:lnTo>
                  <a:pt x="11070" y="20121"/>
                </a:lnTo>
                <a:lnTo>
                  <a:pt x="11475" y="19929"/>
                </a:lnTo>
                <a:lnTo>
                  <a:pt x="11655" y="19671"/>
                </a:lnTo>
                <a:lnTo>
                  <a:pt x="11835" y="19479"/>
                </a:lnTo>
                <a:lnTo>
                  <a:pt x="11970" y="19221"/>
                </a:lnTo>
                <a:lnTo>
                  <a:pt x="12060" y="18964"/>
                </a:lnTo>
                <a:lnTo>
                  <a:pt x="12105" y="18321"/>
                </a:lnTo>
                <a:lnTo>
                  <a:pt x="12060" y="17807"/>
                </a:lnTo>
                <a:lnTo>
                  <a:pt x="11880" y="17229"/>
                </a:lnTo>
                <a:lnTo>
                  <a:pt x="11610" y="16650"/>
                </a:lnTo>
                <a:lnTo>
                  <a:pt x="8775" y="12729"/>
                </a:lnTo>
                <a:lnTo>
                  <a:pt x="8460" y="12214"/>
                </a:lnTo>
                <a:lnTo>
                  <a:pt x="8055" y="11893"/>
                </a:lnTo>
                <a:lnTo>
                  <a:pt x="7650" y="11764"/>
                </a:lnTo>
                <a:lnTo>
                  <a:pt x="7290" y="11700"/>
                </a:lnTo>
                <a:lnTo>
                  <a:pt x="6840" y="11764"/>
                </a:lnTo>
                <a:lnTo>
                  <a:pt x="6435" y="11893"/>
                </a:lnTo>
                <a:lnTo>
                  <a:pt x="6120" y="12214"/>
                </a:lnTo>
                <a:lnTo>
                  <a:pt x="5715" y="12729"/>
                </a:lnTo>
                <a:lnTo>
                  <a:pt x="2925" y="16650"/>
                </a:lnTo>
                <a:lnTo>
                  <a:pt x="2610" y="17229"/>
                </a:lnTo>
                <a:lnTo>
                  <a:pt x="2430" y="17871"/>
                </a:lnTo>
                <a:lnTo>
                  <a:pt x="2385" y="18450"/>
                </a:lnTo>
                <a:lnTo>
                  <a:pt x="2430" y="18964"/>
                </a:lnTo>
                <a:lnTo>
                  <a:pt x="2565" y="19286"/>
                </a:lnTo>
                <a:lnTo>
                  <a:pt x="2655" y="19543"/>
                </a:lnTo>
                <a:lnTo>
                  <a:pt x="2835" y="19671"/>
                </a:lnTo>
                <a:lnTo>
                  <a:pt x="3015" y="19929"/>
                </a:lnTo>
                <a:lnTo>
                  <a:pt x="3375" y="20186"/>
                </a:lnTo>
                <a:lnTo>
                  <a:pt x="3825" y="20250"/>
                </a:lnTo>
                <a:lnTo>
                  <a:pt x="5130" y="20250"/>
                </a:lnTo>
                <a:lnTo>
                  <a:pt x="5130" y="21536"/>
                </a:lnTo>
                <a:lnTo>
                  <a:pt x="4545" y="21471"/>
                </a:lnTo>
                <a:lnTo>
                  <a:pt x="4050" y="21279"/>
                </a:lnTo>
                <a:lnTo>
                  <a:pt x="3555" y="21021"/>
                </a:lnTo>
                <a:lnTo>
                  <a:pt x="3105" y="20829"/>
                </a:lnTo>
                <a:lnTo>
                  <a:pt x="2655" y="20507"/>
                </a:lnTo>
                <a:lnTo>
                  <a:pt x="2205" y="20121"/>
                </a:lnTo>
                <a:lnTo>
                  <a:pt x="1845" y="19671"/>
                </a:lnTo>
                <a:lnTo>
                  <a:pt x="1485" y="19286"/>
                </a:lnTo>
                <a:lnTo>
                  <a:pt x="1170" y="18771"/>
                </a:lnTo>
                <a:lnTo>
                  <a:pt x="900" y="18257"/>
                </a:lnTo>
                <a:lnTo>
                  <a:pt x="585" y="17679"/>
                </a:lnTo>
                <a:lnTo>
                  <a:pt x="360" y="17164"/>
                </a:lnTo>
                <a:lnTo>
                  <a:pt x="225" y="16521"/>
                </a:lnTo>
                <a:lnTo>
                  <a:pt x="90" y="15943"/>
                </a:lnTo>
                <a:lnTo>
                  <a:pt x="45" y="15236"/>
                </a:lnTo>
                <a:lnTo>
                  <a:pt x="0" y="14593"/>
                </a:lnTo>
                <a:lnTo>
                  <a:pt x="45" y="14079"/>
                </a:lnTo>
                <a:lnTo>
                  <a:pt x="90" y="13436"/>
                </a:lnTo>
                <a:lnTo>
                  <a:pt x="225" y="12857"/>
                </a:lnTo>
                <a:lnTo>
                  <a:pt x="315" y="12279"/>
                </a:lnTo>
                <a:lnTo>
                  <a:pt x="540" y="11764"/>
                </a:lnTo>
                <a:lnTo>
                  <a:pt x="720" y="11250"/>
                </a:lnTo>
                <a:lnTo>
                  <a:pt x="990" y="10736"/>
                </a:lnTo>
                <a:lnTo>
                  <a:pt x="1620" y="9836"/>
                </a:lnTo>
                <a:lnTo>
                  <a:pt x="2250" y="9064"/>
                </a:lnTo>
                <a:lnTo>
                  <a:pt x="2655" y="8743"/>
                </a:lnTo>
                <a:lnTo>
                  <a:pt x="3105" y="8486"/>
                </a:lnTo>
                <a:lnTo>
                  <a:pt x="3555" y="8164"/>
                </a:lnTo>
                <a:lnTo>
                  <a:pt x="4005" y="8036"/>
                </a:lnTo>
                <a:lnTo>
                  <a:pt x="4455" y="7843"/>
                </a:lnTo>
                <a:lnTo>
                  <a:pt x="4455" y="7586"/>
                </a:lnTo>
                <a:lnTo>
                  <a:pt x="4500" y="6879"/>
                </a:lnTo>
                <a:lnTo>
                  <a:pt x="4545" y="6107"/>
                </a:lnTo>
                <a:lnTo>
                  <a:pt x="4725" y="5400"/>
                </a:lnTo>
                <a:lnTo>
                  <a:pt x="4950" y="4693"/>
                </a:lnTo>
                <a:lnTo>
                  <a:pt x="5220" y="4050"/>
                </a:lnTo>
                <a:lnTo>
                  <a:pt x="5535" y="3407"/>
                </a:lnTo>
                <a:lnTo>
                  <a:pt x="5895" y="2764"/>
                </a:lnTo>
                <a:lnTo>
                  <a:pt x="6345" y="2314"/>
                </a:lnTo>
                <a:lnTo>
                  <a:pt x="6795" y="1736"/>
                </a:lnTo>
                <a:lnTo>
                  <a:pt x="7245" y="1350"/>
                </a:lnTo>
                <a:lnTo>
                  <a:pt x="7785" y="964"/>
                </a:lnTo>
                <a:lnTo>
                  <a:pt x="8325" y="643"/>
                </a:lnTo>
                <a:lnTo>
                  <a:pt x="9495" y="129"/>
                </a:lnTo>
                <a:lnTo>
                  <a:pt x="10170" y="64"/>
                </a:lnTo>
                <a:lnTo>
                  <a:pt x="10800" y="0"/>
                </a:lnTo>
                <a:lnTo>
                  <a:pt x="11475" y="64"/>
                </a:lnTo>
                <a:lnTo>
                  <a:pt x="12060" y="129"/>
                </a:lnTo>
                <a:lnTo>
                  <a:pt x="12690" y="386"/>
                </a:lnTo>
                <a:lnTo>
                  <a:pt x="13275" y="643"/>
                </a:lnTo>
                <a:lnTo>
                  <a:pt x="13860" y="964"/>
                </a:lnTo>
                <a:lnTo>
                  <a:pt x="14850" y="1736"/>
                </a:lnTo>
                <a:lnTo>
                  <a:pt x="15300" y="2314"/>
                </a:lnTo>
                <a:lnTo>
                  <a:pt x="15660" y="2764"/>
                </a:lnTo>
                <a:lnTo>
                  <a:pt x="16065" y="3407"/>
                </a:lnTo>
                <a:lnTo>
                  <a:pt x="16425" y="4050"/>
                </a:lnTo>
                <a:lnTo>
                  <a:pt x="16605" y="4693"/>
                </a:lnTo>
                <a:lnTo>
                  <a:pt x="16830" y="5400"/>
                </a:lnTo>
                <a:lnTo>
                  <a:pt x="17010" y="6107"/>
                </a:lnTo>
                <a:lnTo>
                  <a:pt x="17145" y="6879"/>
                </a:lnTo>
                <a:lnTo>
                  <a:pt x="17145" y="7843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26" name="Freeform: Shape 22">
            <a:extLst>
              <a:ext uri="{FF2B5EF4-FFF2-40B4-BE49-F238E27FC236}">
                <a16:creationId xmlns:a16="http://schemas.microsoft.com/office/drawing/2014/main" id="{B91450EE-F92F-4E58-9287-8383ACE2DD94}"/>
              </a:ext>
            </a:extLst>
          </p:cNvPr>
          <p:cNvSpPr/>
          <p:nvPr/>
        </p:nvSpPr>
        <p:spPr>
          <a:xfrm>
            <a:off x="6092863" y="2850923"/>
            <a:ext cx="145845" cy="205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11" y="13305"/>
                </a:moveTo>
                <a:lnTo>
                  <a:pt x="14711" y="2628"/>
                </a:lnTo>
                <a:lnTo>
                  <a:pt x="14595" y="2135"/>
                </a:lnTo>
                <a:lnTo>
                  <a:pt x="14361" y="1560"/>
                </a:lnTo>
                <a:lnTo>
                  <a:pt x="14011" y="1068"/>
                </a:lnTo>
                <a:lnTo>
                  <a:pt x="13544" y="657"/>
                </a:lnTo>
                <a:lnTo>
                  <a:pt x="12376" y="164"/>
                </a:lnTo>
                <a:lnTo>
                  <a:pt x="11676" y="0"/>
                </a:lnTo>
                <a:lnTo>
                  <a:pt x="10041" y="0"/>
                </a:lnTo>
                <a:lnTo>
                  <a:pt x="9341" y="164"/>
                </a:lnTo>
                <a:lnTo>
                  <a:pt x="8173" y="657"/>
                </a:lnTo>
                <a:lnTo>
                  <a:pt x="7706" y="1068"/>
                </a:lnTo>
                <a:lnTo>
                  <a:pt x="7472" y="1560"/>
                </a:lnTo>
                <a:lnTo>
                  <a:pt x="7239" y="2135"/>
                </a:lnTo>
                <a:lnTo>
                  <a:pt x="7239" y="13305"/>
                </a:lnTo>
                <a:lnTo>
                  <a:pt x="1284" y="13305"/>
                </a:lnTo>
                <a:lnTo>
                  <a:pt x="701" y="13469"/>
                </a:lnTo>
                <a:lnTo>
                  <a:pt x="234" y="13716"/>
                </a:lnTo>
                <a:lnTo>
                  <a:pt x="117" y="13962"/>
                </a:lnTo>
                <a:lnTo>
                  <a:pt x="0" y="14373"/>
                </a:lnTo>
                <a:lnTo>
                  <a:pt x="117" y="14701"/>
                </a:lnTo>
                <a:lnTo>
                  <a:pt x="350" y="15112"/>
                </a:lnTo>
                <a:lnTo>
                  <a:pt x="817" y="15522"/>
                </a:lnTo>
                <a:lnTo>
                  <a:pt x="8173" y="20614"/>
                </a:lnTo>
                <a:lnTo>
                  <a:pt x="8874" y="21025"/>
                </a:lnTo>
                <a:lnTo>
                  <a:pt x="9457" y="21271"/>
                </a:lnTo>
                <a:lnTo>
                  <a:pt x="10275" y="21518"/>
                </a:lnTo>
                <a:lnTo>
                  <a:pt x="10742" y="21600"/>
                </a:lnTo>
                <a:lnTo>
                  <a:pt x="11559" y="21518"/>
                </a:lnTo>
                <a:lnTo>
                  <a:pt x="12259" y="21271"/>
                </a:lnTo>
                <a:lnTo>
                  <a:pt x="12843" y="21025"/>
                </a:lnTo>
                <a:lnTo>
                  <a:pt x="13544" y="20614"/>
                </a:lnTo>
                <a:lnTo>
                  <a:pt x="20899" y="15522"/>
                </a:lnTo>
                <a:lnTo>
                  <a:pt x="21366" y="15194"/>
                </a:lnTo>
                <a:lnTo>
                  <a:pt x="21600" y="14373"/>
                </a:lnTo>
                <a:lnTo>
                  <a:pt x="21600" y="14044"/>
                </a:lnTo>
                <a:lnTo>
                  <a:pt x="21366" y="13798"/>
                </a:lnTo>
                <a:lnTo>
                  <a:pt x="20899" y="13469"/>
                </a:lnTo>
                <a:lnTo>
                  <a:pt x="20199" y="13305"/>
                </a:lnTo>
                <a:lnTo>
                  <a:pt x="14711" y="13305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D575CF-453F-4573-85FC-1261C3798E29}"/>
              </a:ext>
            </a:extLst>
          </p:cNvPr>
          <p:cNvSpPr txBox="1"/>
          <p:nvPr/>
        </p:nvSpPr>
        <p:spPr>
          <a:xfrm flipH="1">
            <a:off x="1199455" y="2436136"/>
            <a:ext cx="2972639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{{slide_28_body_1}}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B51FE3-724E-4D75-930F-F87B409CC4CC}"/>
              </a:ext>
            </a:extLst>
          </p:cNvPr>
          <p:cNvSpPr txBox="1"/>
          <p:nvPr/>
        </p:nvSpPr>
        <p:spPr>
          <a:xfrm flipH="1">
            <a:off x="1972090" y="2011017"/>
            <a:ext cx="224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{{slide_28_title}}</a:t>
            </a:r>
          </a:p>
        </p:txBody>
      </p:sp>
      <p:sp>
        <p:nvSpPr>
          <p:cNvPr id="29" name="形状">
            <a:extLst>
              <a:ext uri="{FF2B5EF4-FFF2-40B4-BE49-F238E27FC236}">
                <a16:creationId xmlns:a16="http://schemas.microsoft.com/office/drawing/2014/main" id="{05FBE2AE-C48C-4F1D-A1F8-677E656415C4}"/>
              </a:ext>
            </a:extLst>
          </p:cNvPr>
          <p:cNvSpPr/>
          <p:nvPr/>
        </p:nvSpPr>
        <p:spPr>
          <a:xfrm rot="10800000">
            <a:off x="4675746" y="3368749"/>
            <a:ext cx="1734709" cy="1734709"/>
          </a:xfrm>
          <a:prstGeom prst="arc">
            <a:avLst/>
          </a:prstGeom>
          <a:noFill/>
          <a:ln w="63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stealth" w="lg" len="lg"/>
            <a:tailEnd type="stealth" w="lg" len="lg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30" name="形状">
            <a:extLst>
              <a:ext uri="{FF2B5EF4-FFF2-40B4-BE49-F238E27FC236}">
                <a16:creationId xmlns:a16="http://schemas.microsoft.com/office/drawing/2014/main" id="{55A4F83A-B4E6-4B02-9DCF-C34D94D02250}"/>
              </a:ext>
            </a:extLst>
          </p:cNvPr>
          <p:cNvSpPr/>
          <p:nvPr/>
        </p:nvSpPr>
        <p:spPr>
          <a:xfrm rot="2700000">
            <a:off x="4578626" y="3196603"/>
            <a:ext cx="1159116" cy="1159116"/>
          </a:xfrm>
          <a:prstGeom prst="roundRect">
            <a:avLst>
              <a:gd name="adj" fmla="val 8491"/>
            </a:avLst>
          </a:prstGeom>
          <a:solidFill>
            <a:srgbClr val="182863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31" name="Freeform: Shape 7">
            <a:extLst>
              <a:ext uri="{FF2B5EF4-FFF2-40B4-BE49-F238E27FC236}">
                <a16:creationId xmlns:a16="http://schemas.microsoft.com/office/drawing/2014/main" id="{98B85979-369E-4F26-9A0A-71A25ECCB51C}"/>
              </a:ext>
            </a:extLst>
          </p:cNvPr>
          <p:cNvSpPr/>
          <p:nvPr/>
        </p:nvSpPr>
        <p:spPr>
          <a:xfrm>
            <a:off x="4962557" y="3613854"/>
            <a:ext cx="391255" cy="3246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01" y="7033"/>
                </a:moveTo>
                <a:lnTo>
                  <a:pt x="19167" y="7176"/>
                </a:lnTo>
                <a:lnTo>
                  <a:pt x="18811" y="7535"/>
                </a:lnTo>
                <a:lnTo>
                  <a:pt x="18514" y="7894"/>
                </a:lnTo>
                <a:lnTo>
                  <a:pt x="18396" y="8611"/>
                </a:lnTo>
                <a:lnTo>
                  <a:pt x="18514" y="9114"/>
                </a:lnTo>
                <a:lnTo>
                  <a:pt x="18811" y="9616"/>
                </a:lnTo>
                <a:lnTo>
                  <a:pt x="19167" y="9903"/>
                </a:lnTo>
                <a:lnTo>
                  <a:pt x="19701" y="9975"/>
                </a:lnTo>
                <a:lnTo>
                  <a:pt x="20116" y="9903"/>
                </a:lnTo>
                <a:lnTo>
                  <a:pt x="20532" y="9616"/>
                </a:lnTo>
                <a:lnTo>
                  <a:pt x="20769" y="9114"/>
                </a:lnTo>
                <a:lnTo>
                  <a:pt x="20888" y="8611"/>
                </a:lnTo>
                <a:lnTo>
                  <a:pt x="20769" y="7894"/>
                </a:lnTo>
                <a:lnTo>
                  <a:pt x="20532" y="7535"/>
                </a:lnTo>
                <a:lnTo>
                  <a:pt x="20116" y="7176"/>
                </a:lnTo>
                <a:lnTo>
                  <a:pt x="19701" y="7033"/>
                </a:lnTo>
                <a:close/>
                <a:moveTo>
                  <a:pt x="2077" y="7033"/>
                </a:moveTo>
                <a:lnTo>
                  <a:pt x="1484" y="7176"/>
                </a:lnTo>
                <a:lnTo>
                  <a:pt x="890" y="7894"/>
                </a:lnTo>
                <a:lnTo>
                  <a:pt x="771" y="8611"/>
                </a:lnTo>
                <a:lnTo>
                  <a:pt x="890" y="9114"/>
                </a:lnTo>
                <a:lnTo>
                  <a:pt x="1187" y="9616"/>
                </a:lnTo>
                <a:lnTo>
                  <a:pt x="1484" y="9903"/>
                </a:lnTo>
                <a:lnTo>
                  <a:pt x="2077" y="9975"/>
                </a:lnTo>
                <a:lnTo>
                  <a:pt x="2492" y="9903"/>
                </a:lnTo>
                <a:lnTo>
                  <a:pt x="2908" y="9616"/>
                </a:lnTo>
                <a:lnTo>
                  <a:pt x="3145" y="9114"/>
                </a:lnTo>
                <a:lnTo>
                  <a:pt x="3204" y="8611"/>
                </a:lnTo>
                <a:lnTo>
                  <a:pt x="3145" y="7894"/>
                </a:lnTo>
                <a:lnTo>
                  <a:pt x="2908" y="7535"/>
                </a:lnTo>
                <a:lnTo>
                  <a:pt x="2492" y="7176"/>
                </a:lnTo>
                <a:lnTo>
                  <a:pt x="2077" y="7033"/>
                </a:lnTo>
                <a:close/>
                <a:moveTo>
                  <a:pt x="16022" y="4306"/>
                </a:moveTo>
                <a:lnTo>
                  <a:pt x="15607" y="4449"/>
                </a:lnTo>
                <a:lnTo>
                  <a:pt x="15310" y="4521"/>
                </a:lnTo>
                <a:lnTo>
                  <a:pt x="14954" y="4664"/>
                </a:lnTo>
                <a:lnTo>
                  <a:pt x="14716" y="4951"/>
                </a:lnTo>
                <a:lnTo>
                  <a:pt x="14538" y="5310"/>
                </a:lnTo>
                <a:lnTo>
                  <a:pt x="14301" y="5741"/>
                </a:lnTo>
                <a:lnTo>
                  <a:pt x="14182" y="6100"/>
                </a:lnTo>
                <a:lnTo>
                  <a:pt x="14182" y="7033"/>
                </a:lnTo>
                <a:lnTo>
                  <a:pt x="14301" y="7391"/>
                </a:lnTo>
                <a:lnTo>
                  <a:pt x="14538" y="7822"/>
                </a:lnTo>
                <a:lnTo>
                  <a:pt x="14954" y="8324"/>
                </a:lnTo>
                <a:lnTo>
                  <a:pt x="15310" y="8611"/>
                </a:lnTo>
                <a:lnTo>
                  <a:pt x="15607" y="8683"/>
                </a:lnTo>
                <a:lnTo>
                  <a:pt x="16378" y="8683"/>
                </a:lnTo>
                <a:lnTo>
                  <a:pt x="16675" y="8611"/>
                </a:lnTo>
                <a:lnTo>
                  <a:pt x="17031" y="8324"/>
                </a:lnTo>
                <a:lnTo>
                  <a:pt x="17327" y="8037"/>
                </a:lnTo>
                <a:lnTo>
                  <a:pt x="17565" y="7822"/>
                </a:lnTo>
                <a:lnTo>
                  <a:pt x="17624" y="7391"/>
                </a:lnTo>
                <a:lnTo>
                  <a:pt x="17743" y="7033"/>
                </a:lnTo>
                <a:lnTo>
                  <a:pt x="17862" y="6530"/>
                </a:lnTo>
                <a:lnTo>
                  <a:pt x="17743" y="6100"/>
                </a:lnTo>
                <a:lnTo>
                  <a:pt x="17624" y="5741"/>
                </a:lnTo>
                <a:lnTo>
                  <a:pt x="17565" y="5310"/>
                </a:lnTo>
                <a:lnTo>
                  <a:pt x="17327" y="4951"/>
                </a:lnTo>
                <a:lnTo>
                  <a:pt x="17031" y="4664"/>
                </a:lnTo>
                <a:lnTo>
                  <a:pt x="16675" y="4521"/>
                </a:lnTo>
                <a:lnTo>
                  <a:pt x="16378" y="4449"/>
                </a:lnTo>
                <a:lnTo>
                  <a:pt x="16022" y="4306"/>
                </a:lnTo>
                <a:close/>
                <a:moveTo>
                  <a:pt x="21600" y="17797"/>
                </a:moveTo>
                <a:lnTo>
                  <a:pt x="19582" y="17797"/>
                </a:lnTo>
                <a:lnTo>
                  <a:pt x="19582" y="12630"/>
                </a:lnTo>
                <a:lnTo>
                  <a:pt x="19464" y="11984"/>
                </a:lnTo>
                <a:lnTo>
                  <a:pt x="19048" y="10908"/>
                </a:lnTo>
                <a:lnTo>
                  <a:pt x="19701" y="10764"/>
                </a:lnTo>
                <a:lnTo>
                  <a:pt x="19998" y="10908"/>
                </a:lnTo>
                <a:lnTo>
                  <a:pt x="20473" y="11051"/>
                </a:lnTo>
                <a:lnTo>
                  <a:pt x="20769" y="11338"/>
                </a:lnTo>
                <a:lnTo>
                  <a:pt x="21066" y="11553"/>
                </a:lnTo>
                <a:lnTo>
                  <a:pt x="21303" y="11984"/>
                </a:lnTo>
                <a:lnTo>
                  <a:pt x="21541" y="12343"/>
                </a:lnTo>
                <a:lnTo>
                  <a:pt x="21600" y="12773"/>
                </a:lnTo>
                <a:lnTo>
                  <a:pt x="21600" y="17797"/>
                </a:lnTo>
                <a:close/>
                <a:moveTo>
                  <a:pt x="5697" y="4306"/>
                </a:moveTo>
                <a:lnTo>
                  <a:pt x="5281" y="4449"/>
                </a:lnTo>
                <a:lnTo>
                  <a:pt x="4925" y="4521"/>
                </a:lnTo>
                <a:lnTo>
                  <a:pt x="4629" y="4664"/>
                </a:lnTo>
                <a:lnTo>
                  <a:pt x="4391" y="4951"/>
                </a:lnTo>
                <a:lnTo>
                  <a:pt x="4213" y="5310"/>
                </a:lnTo>
                <a:lnTo>
                  <a:pt x="3976" y="5741"/>
                </a:lnTo>
                <a:lnTo>
                  <a:pt x="3857" y="6100"/>
                </a:lnTo>
                <a:lnTo>
                  <a:pt x="3857" y="7033"/>
                </a:lnTo>
                <a:lnTo>
                  <a:pt x="3976" y="7391"/>
                </a:lnTo>
                <a:lnTo>
                  <a:pt x="4213" y="7822"/>
                </a:lnTo>
                <a:lnTo>
                  <a:pt x="4629" y="8324"/>
                </a:lnTo>
                <a:lnTo>
                  <a:pt x="4925" y="8611"/>
                </a:lnTo>
                <a:lnTo>
                  <a:pt x="5281" y="8683"/>
                </a:lnTo>
                <a:lnTo>
                  <a:pt x="6053" y="8683"/>
                </a:lnTo>
                <a:lnTo>
                  <a:pt x="6349" y="8611"/>
                </a:lnTo>
                <a:lnTo>
                  <a:pt x="6646" y="8324"/>
                </a:lnTo>
                <a:lnTo>
                  <a:pt x="7002" y="8037"/>
                </a:lnTo>
                <a:lnTo>
                  <a:pt x="7240" y="7822"/>
                </a:lnTo>
                <a:lnTo>
                  <a:pt x="7299" y="7391"/>
                </a:lnTo>
                <a:lnTo>
                  <a:pt x="7418" y="7033"/>
                </a:lnTo>
                <a:lnTo>
                  <a:pt x="7536" y="6530"/>
                </a:lnTo>
                <a:lnTo>
                  <a:pt x="7418" y="6100"/>
                </a:lnTo>
                <a:lnTo>
                  <a:pt x="7299" y="5741"/>
                </a:lnTo>
                <a:lnTo>
                  <a:pt x="7240" y="5310"/>
                </a:lnTo>
                <a:lnTo>
                  <a:pt x="7002" y="4951"/>
                </a:lnTo>
                <a:lnTo>
                  <a:pt x="6646" y="4664"/>
                </a:lnTo>
                <a:lnTo>
                  <a:pt x="6349" y="4521"/>
                </a:lnTo>
                <a:lnTo>
                  <a:pt x="6053" y="4449"/>
                </a:lnTo>
                <a:lnTo>
                  <a:pt x="5697" y="4306"/>
                </a:lnTo>
                <a:close/>
                <a:moveTo>
                  <a:pt x="2077" y="10764"/>
                </a:moveTo>
                <a:lnTo>
                  <a:pt x="2611" y="10908"/>
                </a:lnTo>
                <a:lnTo>
                  <a:pt x="2255" y="11984"/>
                </a:lnTo>
                <a:lnTo>
                  <a:pt x="2136" y="12630"/>
                </a:lnTo>
                <a:lnTo>
                  <a:pt x="2077" y="13132"/>
                </a:lnTo>
                <a:lnTo>
                  <a:pt x="2077" y="17797"/>
                </a:lnTo>
                <a:lnTo>
                  <a:pt x="0" y="17797"/>
                </a:lnTo>
                <a:lnTo>
                  <a:pt x="0" y="12773"/>
                </a:lnTo>
                <a:lnTo>
                  <a:pt x="119" y="12343"/>
                </a:lnTo>
                <a:lnTo>
                  <a:pt x="356" y="11984"/>
                </a:lnTo>
                <a:lnTo>
                  <a:pt x="534" y="11553"/>
                </a:lnTo>
                <a:lnTo>
                  <a:pt x="890" y="11338"/>
                </a:lnTo>
                <a:lnTo>
                  <a:pt x="1187" y="11051"/>
                </a:lnTo>
                <a:lnTo>
                  <a:pt x="1602" y="10908"/>
                </a:lnTo>
                <a:lnTo>
                  <a:pt x="2077" y="10764"/>
                </a:lnTo>
                <a:close/>
                <a:moveTo>
                  <a:pt x="10859" y="0"/>
                </a:moveTo>
                <a:lnTo>
                  <a:pt x="10325" y="0"/>
                </a:lnTo>
                <a:lnTo>
                  <a:pt x="9791" y="287"/>
                </a:lnTo>
                <a:lnTo>
                  <a:pt x="9376" y="502"/>
                </a:lnTo>
                <a:lnTo>
                  <a:pt x="8960" y="933"/>
                </a:lnTo>
                <a:lnTo>
                  <a:pt x="8604" y="1435"/>
                </a:lnTo>
                <a:lnTo>
                  <a:pt x="8367" y="1938"/>
                </a:lnTo>
                <a:lnTo>
                  <a:pt x="8189" y="2583"/>
                </a:lnTo>
                <a:lnTo>
                  <a:pt x="8189" y="3875"/>
                </a:lnTo>
                <a:lnTo>
                  <a:pt x="8367" y="4449"/>
                </a:lnTo>
                <a:lnTo>
                  <a:pt x="8604" y="5095"/>
                </a:lnTo>
                <a:lnTo>
                  <a:pt x="8960" y="5454"/>
                </a:lnTo>
                <a:lnTo>
                  <a:pt x="9376" y="5813"/>
                </a:lnTo>
                <a:lnTo>
                  <a:pt x="9791" y="6243"/>
                </a:lnTo>
                <a:lnTo>
                  <a:pt x="10859" y="6530"/>
                </a:lnTo>
                <a:lnTo>
                  <a:pt x="11393" y="6387"/>
                </a:lnTo>
                <a:lnTo>
                  <a:pt x="11868" y="6243"/>
                </a:lnTo>
                <a:lnTo>
                  <a:pt x="12402" y="5813"/>
                </a:lnTo>
                <a:lnTo>
                  <a:pt x="12996" y="5095"/>
                </a:lnTo>
                <a:lnTo>
                  <a:pt x="13352" y="4449"/>
                </a:lnTo>
                <a:lnTo>
                  <a:pt x="13470" y="3875"/>
                </a:lnTo>
                <a:lnTo>
                  <a:pt x="13589" y="3229"/>
                </a:lnTo>
                <a:lnTo>
                  <a:pt x="13352" y="1938"/>
                </a:lnTo>
                <a:lnTo>
                  <a:pt x="12996" y="1435"/>
                </a:lnTo>
                <a:lnTo>
                  <a:pt x="12699" y="933"/>
                </a:lnTo>
                <a:lnTo>
                  <a:pt x="12402" y="502"/>
                </a:lnTo>
                <a:lnTo>
                  <a:pt x="11868" y="287"/>
                </a:lnTo>
                <a:lnTo>
                  <a:pt x="11393" y="0"/>
                </a:lnTo>
                <a:lnTo>
                  <a:pt x="10859" y="0"/>
                </a:lnTo>
                <a:close/>
                <a:moveTo>
                  <a:pt x="18930" y="19519"/>
                </a:moveTo>
                <a:lnTo>
                  <a:pt x="15725" y="19519"/>
                </a:lnTo>
                <a:lnTo>
                  <a:pt x="15725" y="11697"/>
                </a:lnTo>
                <a:lnTo>
                  <a:pt x="15607" y="11051"/>
                </a:lnTo>
                <a:lnTo>
                  <a:pt x="15369" y="10405"/>
                </a:lnTo>
                <a:lnTo>
                  <a:pt x="15191" y="9759"/>
                </a:lnTo>
                <a:lnTo>
                  <a:pt x="15607" y="9616"/>
                </a:lnTo>
                <a:lnTo>
                  <a:pt x="16022" y="9616"/>
                </a:lnTo>
                <a:lnTo>
                  <a:pt x="17090" y="9903"/>
                </a:lnTo>
                <a:lnTo>
                  <a:pt x="17624" y="10262"/>
                </a:lnTo>
                <a:lnTo>
                  <a:pt x="18099" y="10692"/>
                </a:lnTo>
                <a:lnTo>
                  <a:pt x="18396" y="11195"/>
                </a:lnTo>
                <a:lnTo>
                  <a:pt x="18752" y="11841"/>
                </a:lnTo>
                <a:lnTo>
                  <a:pt x="18811" y="12486"/>
                </a:lnTo>
                <a:lnTo>
                  <a:pt x="18930" y="13132"/>
                </a:lnTo>
                <a:lnTo>
                  <a:pt x="18930" y="19519"/>
                </a:lnTo>
                <a:close/>
                <a:moveTo>
                  <a:pt x="5934" y="12486"/>
                </a:moveTo>
                <a:lnTo>
                  <a:pt x="5934" y="19519"/>
                </a:lnTo>
                <a:lnTo>
                  <a:pt x="2670" y="19519"/>
                </a:lnTo>
                <a:lnTo>
                  <a:pt x="2670" y="13132"/>
                </a:lnTo>
                <a:lnTo>
                  <a:pt x="2789" y="12486"/>
                </a:lnTo>
                <a:lnTo>
                  <a:pt x="3026" y="11841"/>
                </a:lnTo>
                <a:lnTo>
                  <a:pt x="3204" y="11195"/>
                </a:lnTo>
                <a:lnTo>
                  <a:pt x="3560" y="10692"/>
                </a:lnTo>
                <a:lnTo>
                  <a:pt x="3976" y="10262"/>
                </a:lnTo>
                <a:lnTo>
                  <a:pt x="4510" y="9903"/>
                </a:lnTo>
                <a:lnTo>
                  <a:pt x="5044" y="9759"/>
                </a:lnTo>
                <a:lnTo>
                  <a:pt x="5697" y="9616"/>
                </a:lnTo>
                <a:lnTo>
                  <a:pt x="6112" y="9616"/>
                </a:lnTo>
                <a:lnTo>
                  <a:pt x="6468" y="9759"/>
                </a:lnTo>
                <a:lnTo>
                  <a:pt x="6231" y="10405"/>
                </a:lnTo>
                <a:lnTo>
                  <a:pt x="6053" y="11051"/>
                </a:lnTo>
                <a:lnTo>
                  <a:pt x="5934" y="11697"/>
                </a:lnTo>
                <a:lnTo>
                  <a:pt x="5934" y="12486"/>
                </a:lnTo>
                <a:close/>
                <a:moveTo>
                  <a:pt x="6587" y="21600"/>
                </a:moveTo>
                <a:lnTo>
                  <a:pt x="15073" y="21600"/>
                </a:lnTo>
                <a:lnTo>
                  <a:pt x="15073" y="12486"/>
                </a:lnTo>
                <a:lnTo>
                  <a:pt x="14954" y="11410"/>
                </a:lnTo>
                <a:lnTo>
                  <a:pt x="14716" y="10405"/>
                </a:lnTo>
                <a:lnTo>
                  <a:pt x="14301" y="9616"/>
                </a:lnTo>
                <a:lnTo>
                  <a:pt x="13767" y="8827"/>
                </a:lnTo>
                <a:lnTo>
                  <a:pt x="13233" y="8181"/>
                </a:lnTo>
                <a:lnTo>
                  <a:pt x="12462" y="7822"/>
                </a:lnTo>
                <a:lnTo>
                  <a:pt x="11749" y="7391"/>
                </a:lnTo>
                <a:lnTo>
                  <a:pt x="10859" y="7248"/>
                </a:lnTo>
                <a:lnTo>
                  <a:pt x="10029" y="7391"/>
                </a:lnTo>
                <a:lnTo>
                  <a:pt x="9138" y="7822"/>
                </a:lnTo>
                <a:lnTo>
                  <a:pt x="8486" y="8181"/>
                </a:lnTo>
                <a:lnTo>
                  <a:pt x="7833" y="8827"/>
                </a:lnTo>
                <a:lnTo>
                  <a:pt x="7299" y="9616"/>
                </a:lnTo>
                <a:lnTo>
                  <a:pt x="6884" y="10405"/>
                </a:lnTo>
                <a:lnTo>
                  <a:pt x="6646" y="11410"/>
                </a:lnTo>
                <a:lnTo>
                  <a:pt x="6587" y="12486"/>
                </a:lnTo>
                <a:lnTo>
                  <a:pt x="6587" y="2160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" panose="020B0500000000000000" pitchFamily="34" charset="-122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7FCCCD3-8825-4632-8C86-CCC1FC7BE103}"/>
              </a:ext>
            </a:extLst>
          </p:cNvPr>
          <p:cNvSpPr txBox="1"/>
          <p:nvPr/>
        </p:nvSpPr>
        <p:spPr>
          <a:xfrm flipH="1">
            <a:off x="1199455" y="5097958"/>
            <a:ext cx="2972639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t>{{slide_28_body_3}}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15700C2-3E65-453D-A7EA-60B5D8F3FD90}"/>
              </a:ext>
            </a:extLst>
          </p:cNvPr>
          <p:cNvSpPr txBox="1"/>
          <p:nvPr/>
        </p:nvSpPr>
        <p:spPr>
          <a:xfrm flipH="1">
            <a:off x="1972090" y="4672839"/>
            <a:ext cx="224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kumimoji="1" lang="zh-CN" altLang="en-US" b="1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工作规划</a:t>
            </a:r>
          </a:p>
        </p:txBody>
      </p:sp>
    </p:spTree>
    <p:extLst>
      <p:ext uri="{BB962C8B-B14F-4D97-AF65-F5344CB8AC3E}">
        <p14:creationId xmlns:p14="http://schemas.microsoft.com/office/powerpoint/2010/main" val="3092516658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 animBg="1"/>
      <p:bldP spid="32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3984751"/>
            <a:ext cx="12192000" cy="287324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6124" b="-47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3984751"/>
            <a:ext cx="12192000" cy="2873249"/>
          </a:xfrm>
          <a:prstGeom prst="rect">
            <a:avLst/>
          </a:prstGeom>
          <a:solidFill>
            <a:srgbClr val="182863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">
            <a:extLst>
              <a:ext uri="{FF2B5EF4-FFF2-40B4-BE49-F238E27FC236}">
                <a16:creationId xmlns:a16="http://schemas.microsoft.com/office/drawing/2014/main" id="{E767B98A-DEA9-449C-8123-4E3513193B6A}"/>
              </a:ext>
            </a:extLst>
          </p:cNvPr>
          <p:cNvSpPr/>
          <p:nvPr/>
        </p:nvSpPr>
        <p:spPr>
          <a:xfrm>
            <a:off x="1178649" y="1568442"/>
            <a:ext cx="2120605" cy="479767"/>
          </a:xfrm>
          <a:prstGeom prst="roundRect">
            <a:avLst>
              <a:gd name="adj" fmla="val 50000"/>
            </a:avLst>
          </a:prstGeom>
          <a:solidFill>
            <a:srgbClr val="182863"/>
          </a:solidFill>
          <a:ln>
            <a:noFill/>
          </a:ln>
          <a:effectLst>
            <a:outerShdw blurRad="571500" dist="190500" dir="5400000" algn="t" rotWithShape="0">
              <a:srgbClr val="236FA7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200" dirty="0">
              <a:solidFill>
                <a:schemeClr val="accent2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717B24-213F-4F6A-BE51-7CD74BDB6B1E}"/>
              </a:ext>
            </a:extLst>
          </p:cNvPr>
          <p:cNvSpPr txBox="1"/>
          <p:nvPr/>
        </p:nvSpPr>
        <p:spPr>
          <a:xfrm>
            <a:off x="1178649" y="2279274"/>
            <a:ext cx="5529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{{slide_29_body_1}}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38330-3926-4C0D-8AB5-261DC2D3BB82}"/>
              </a:ext>
            </a:extLst>
          </p:cNvPr>
          <p:cNvSpPr txBox="1"/>
          <p:nvPr/>
        </p:nvSpPr>
        <p:spPr>
          <a:xfrm>
            <a:off x="1224603" y="1624003"/>
            <a:ext cx="2074651" cy="3305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>
                <a:solidFill>
                  <a:srgbClr val="EC0011"/>
                </a:solidFill>
                <a:effectLst>
                  <a:outerShdw blurRad="76200" dist="38100" dir="2700000" algn="tl" rotWithShape="0">
                    <a:srgbClr val="EC0011">
                      <a:alpha val="14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t>{{slide_29_title}}</a:t>
            </a:r>
          </a:p>
        </p:txBody>
      </p:sp>
      <p:sp>
        <p:nvSpPr>
          <p:cNvPr id="15" name="矩形: 圆角 15">
            <a:extLst>
              <a:ext uri="{FF2B5EF4-FFF2-40B4-BE49-F238E27FC236}">
                <a16:creationId xmlns:a16="http://schemas.microsoft.com/office/drawing/2014/main" id="{70FE5390-4986-4768-BC96-1D59B7A9842A}"/>
              </a:ext>
            </a:extLst>
          </p:cNvPr>
          <p:cNvSpPr/>
          <p:nvPr/>
        </p:nvSpPr>
        <p:spPr>
          <a:xfrm>
            <a:off x="5370096" y="4551089"/>
            <a:ext cx="2291093" cy="47976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71500" dist="190500" dir="5400000" algn="t" rotWithShape="0">
              <a:srgbClr val="236FA7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200" dirty="0">
              <a:solidFill>
                <a:schemeClr val="accent2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6A2F1D-8E4A-4592-B35C-1C7F37FA533B}"/>
              </a:ext>
            </a:extLst>
          </p:cNvPr>
          <p:cNvSpPr txBox="1"/>
          <p:nvPr/>
        </p:nvSpPr>
        <p:spPr>
          <a:xfrm>
            <a:off x="5370096" y="5261921"/>
            <a:ext cx="5529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{{slide_29_body_2}}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C59A25-C696-419A-A5AF-F3FDA73786F1}"/>
              </a:ext>
            </a:extLst>
          </p:cNvPr>
          <p:cNvSpPr txBox="1"/>
          <p:nvPr/>
        </p:nvSpPr>
        <p:spPr>
          <a:xfrm>
            <a:off x="5478316" y="4606650"/>
            <a:ext cx="2074651" cy="3305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>
                <a:solidFill>
                  <a:srgbClr val="EC0011"/>
                </a:solidFill>
                <a:effectLst>
                  <a:outerShdw blurRad="76200" dist="38100" dir="2700000" algn="tl" rotWithShape="0">
                    <a:srgbClr val="EC0011">
                      <a:alpha val="14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algn="ctr"/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effectLst/>
                <a:sym typeface="思源黑体 CN Normal" panose="020B0400000000000000" pitchFamily="34" charset="-122"/>
              </a:rPr>
              <a:t>明年工作展望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249" y="4363151"/>
            <a:ext cx="3231600" cy="1911218"/>
          </a:xfrm>
          <a:custGeom>
            <a:avLst/>
            <a:gdLst>
              <a:gd name="connsiteX0" fmla="*/ 86672 w 2625413"/>
              <a:gd name="connsiteY0" fmla="*/ 0 h 2509310"/>
              <a:gd name="connsiteX1" fmla="*/ 2538741 w 2625413"/>
              <a:gd name="connsiteY1" fmla="*/ 0 h 2509310"/>
              <a:gd name="connsiteX2" fmla="*/ 2625413 w 2625413"/>
              <a:gd name="connsiteY2" fmla="*/ 86672 h 2509310"/>
              <a:gd name="connsiteX3" fmla="*/ 2625413 w 2625413"/>
              <a:gd name="connsiteY3" fmla="*/ 2422638 h 2509310"/>
              <a:gd name="connsiteX4" fmla="*/ 2538741 w 2625413"/>
              <a:gd name="connsiteY4" fmla="*/ 2509310 h 2509310"/>
              <a:gd name="connsiteX5" fmla="*/ 86672 w 2625413"/>
              <a:gd name="connsiteY5" fmla="*/ 2509310 h 2509310"/>
              <a:gd name="connsiteX6" fmla="*/ 0 w 2625413"/>
              <a:gd name="connsiteY6" fmla="*/ 2422638 h 2509310"/>
              <a:gd name="connsiteX7" fmla="*/ 0 w 2625413"/>
              <a:gd name="connsiteY7" fmla="*/ 86672 h 2509310"/>
              <a:gd name="connsiteX8" fmla="*/ 86672 w 2625413"/>
              <a:gd name="connsiteY8" fmla="*/ 0 h 2509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25413" h="2509310">
                <a:moveTo>
                  <a:pt x="86672" y="0"/>
                </a:moveTo>
                <a:lnTo>
                  <a:pt x="2538741" y="0"/>
                </a:lnTo>
                <a:cubicBezTo>
                  <a:pt x="2586609" y="0"/>
                  <a:pt x="2625413" y="38804"/>
                  <a:pt x="2625413" y="86672"/>
                </a:cubicBezTo>
                <a:lnTo>
                  <a:pt x="2625413" y="2422638"/>
                </a:lnTo>
                <a:cubicBezTo>
                  <a:pt x="2625413" y="2470506"/>
                  <a:pt x="2586609" y="2509310"/>
                  <a:pt x="2538741" y="2509310"/>
                </a:cubicBezTo>
                <a:lnTo>
                  <a:pt x="86672" y="2509310"/>
                </a:lnTo>
                <a:cubicBezTo>
                  <a:pt x="38804" y="2509310"/>
                  <a:pt x="0" y="2470506"/>
                  <a:pt x="0" y="2422638"/>
                </a:cubicBezTo>
                <a:lnTo>
                  <a:pt x="0" y="86672"/>
                </a:lnTo>
                <a:cubicBezTo>
                  <a:pt x="0" y="38804"/>
                  <a:pt x="38804" y="0"/>
                  <a:pt x="866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10800000" algn="ctr" rotWithShape="0">
              <a:srgbClr val="275B89">
                <a:alpha val="19000"/>
              </a:srgbClr>
            </a:out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617" y="1458279"/>
            <a:ext cx="3245488" cy="1912755"/>
          </a:xfrm>
          <a:custGeom>
            <a:avLst/>
            <a:gdLst>
              <a:gd name="connsiteX0" fmla="*/ 86672 w 2625413"/>
              <a:gd name="connsiteY0" fmla="*/ 0 h 2509310"/>
              <a:gd name="connsiteX1" fmla="*/ 2538741 w 2625413"/>
              <a:gd name="connsiteY1" fmla="*/ 0 h 2509310"/>
              <a:gd name="connsiteX2" fmla="*/ 2625413 w 2625413"/>
              <a:gd name="connsiteY2" fmla="*/ 86672 h 2509310"/>
              <a:gd name="connsiteX3" fmla="*/ 2625413 w 2625413"/>
              <a:gd name="connsiteY3" fmla="*/ 2422638 h 2509310"/>
              <a:gd name="connsiteX4" fmla="*/ 2538741 w 2625413"/>
              <a:gd name="connsiteY4" fmla="*/ 2509310 h 2509310"/>
              <a:gd name="connsiteX5" fmla="*/ 86672 w 2625413"/>
              <a:gd name="connsiteY5" fmla="*/ 2509310 h 2509310"/>
              <a:gd name="connsiteX6" fmla="*/ 0 w 2625413"/>
              <a:gd name="connsiteY6" fmla="*/ 2422638 h 2509310"/>
              <a:gd name="connsiteX7" fmla="*/ 0 w 2625413"/>
              <a:gd name="connsiteY7" fmla="*/ 86672 h 2509310"/>
              <a:gd name="connsiteX8" fmla="*/ 86672 w 2625413"/>
              <a:gd name="connsiteY8" fmla="*/ 0 h 2509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25413" h="2509310">
                <a:moveTo>
                  <a:pt x="86672" y="0"/>
                </a:moveTo>
                <a:lnTo>
                  <a:pt x="2538741" y="0"/>
                </a:lnTo>
                <a:cubicBezTo>
                  <a:pt x="2586609" y="0"/>
                  <a:pt x="2625413" y="38804"/>
                  <a:pt x="2625413" y="86672"/>
                </a:cubicBezTo>
                <a:lnTo>
                  <a:pt x="2625413" y="2422638"/>
                </a:lnTo>
                <a:cubicBezTo>
                  <a:pt x="2625413" y="2470506"/>
                  <a:pt x="2586609" y="2509310"/>
                  <a:pt x="2538741" y="2509310"/>
                </a:cubicBezTo>
                <a:lnTo>
                  <a:pt x="86672" y="2509310"/>
                </a:lnTo>
                <a:cubicBezTo>
                  <a:pt x="38804" y="2509310"/>
                  <a:pt x="0" y="2470506"/>
                  <a:pt x="0" y="2422638"/>
                </a:cubicBezTo>
                <a:lnTo>
                  <a:pt x="0" y="86672"/>
                </a:lnTo>
                <a:cubicBezTo>
                  <a:pt x="0" y="38804"/>
                  <a:pt x="38804" y="0"/>
                  <a:pt x="866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10800000" algn="ctr" rotWithShape="0">
              <a:schemeClr val="bg2">
                <a:lumMod val="50000"/>
                <a:alpha val="19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0476732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1" grpId="0" animBg="1"/>
      <p:bldP spid="12" grpId="0" animBg="1"/>
      <p:bldP spid="13" grpId="0"/>
      <p:bldP spid="14" grpId="0"/>
      <p:bldP spid="15" grpId="0" animBg="1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09" b="55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gradFill>
            <a:gsLst>
              <a:gs pos="0">
                <a:srgbClr val="182863"/>
              </a:gs>
              <a:gs pos="100000">
                <a:srgbClr val="182863">
                  <a:alpha val="4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203848" y="1415097"/>
            <a:ext cx="149757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600" dirty="0">
                <a:ln w="6350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拼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117040" y="1353971"/>
            <a:ext cx="14975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800" dirty="0">
                <a:ln w="6350">
                  <a:noFill/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搏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55091" y="2496584"/>
            <a:ext cx="14975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ln w="6350">
                  <a:noFill/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进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623819" y="1776812"/>
            <a:ext cx="149757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3800" dirty="0">
                <a:ln w="6350">
                  <a:noFill/>
                </a:ln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取</a:t>
            </a:r>
          </a:p>
        </p:txBody>
      </p:sp>
      <p:sp>
        <p:nvSpPr>
          <p:cNvPr id="25" name="TextBox 5"/>
          <p:cNvSpPr txBox="1"/>
          <p:nvPr/>
        </p:nvSpPr>
        <p:spPr>
          <a:xfrm>
            <a:off x="9710511" y="402564"/>
            <a:ext cx="2186816" cy="246221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  <a:scene3d>
              <a:camera prst="orthographicFront"/>
              <a:lightRig rig="threePt" dir="t"/>
            </a:scene3d>
            <a:sp3d prstMaterial="powder"/>
          </a:bodyPr>
          <a:lstStyle/>
          <a:p>
            <a:pPr algn="ctr"/>
            <a:r>
              <a:rPr lang="zh-CN" altLang="en-US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拼搏 </a:t>
            </a:r>
            <a:r>
              <a:rPr lang="en-US" altLang="zh-CN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/ </a:t>
            </a:r>
            <a:r>
              <a:rPr lang="zh-CN" altLang="en-US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奋斗 </a:t>
            </a:r>
            <a:r>
              <a:rPr lang="en-US" altLang="zh-CN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/ </a:t>
            </a:r>
            <a:r>
              <a:rPr lang="zh-CN" altLang="en-US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挑战 </a:t>
            </a:r>
            <a:r>
              <a:rPr lang="en-US" altLang="zh-CN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/ </a:t>
            </a:r>
            <a:r>
              <a:rPr lang="zh-CN" altLang="en-US" sz="1000" spc="300" dirty="0">
                <a:solidFill>
                  <a:schemeClr val="bg1">
                    <a:alpha val="80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超越</a:t>
            </a:r>
          </a:p>
        </p:txBody>
      </p:sp>
      <p:sp>
        <p:nvSpPr>
          <p:cNvPr id="26" name="矩形 25"/>
          <p:cNvSpPr/>
          <p:nvPr/>
        </p:nvSpPr>
        <p:spPr>
          <a:xfrm>
            <a:off x="1106906" y="4018591"/>
            <a:ext cx="5229726" cy="713331"/>
          </a:xfrm>
          <a:prstGeom prst="rect">
            <a:avLst/>
          </a:prstGeom>
          <a:gradFill>
            <a:gsLst>
              <a:gs pos="6000">
                <a:srgbClr val="3257A1">
                  <a:alpha val="0"/>
                </a:srgbClr>
              </a:gs>
              <a:gs pos="50000">
                <a:srgbClr val="3257A1">
                  <a:alpha val="19000"/>
                </a:srgbClr>
              </a:gs>
              <a:gs pos="94000">
                <a:srgbClr val="3257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51587" y="4266994"/>
            <a:ext cx="4638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{{slide_30_title}}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269177" y="4807937"/>
            <a:ext cx="5403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{{slide_30_body_1}}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6613563" y="1353973"/>
            <a:ext cx="401082" cy="740393"/>
            <a:chOff x="6271947" y="1410665"/>
            <a:chExt cx="401082" cy="74039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1947" y="1415097"/>
              <a:ext cx="401082" cy="695948"/>
            </a:xfrm>
            <a:prstGeom prst="rect">
              <a:avLst/>
            </a:prstGeom>
          </p:spPr>
        </p:pic>
        <p:sp>
          <p:nvSpPr>
            <p:cNvPr id="29" name="TextBox 5"/>
            <p:cNvSpPr txBox="1"/>
            <p:nvPr/>
          </p:nvSpPr>
          <p:spPr>
            <a:xfrm rot="5400000">
              <a:off x="6081683" y="1642362"/>
              <a:ext cx="740393" cy="276999"/>
            </a:xfrm>
            <a:prstGeom prst="rect">
              <a:avLst/>
            </a:prstGeom>
            <a:noFill/>
            <a:effectLst/>
          </p:spPr>
          <p:txBody>
            <a:bodyPr wrap="square" rtlCol="0" anchor="ctr">
              <a:spAutoFit/>
              <a:scene3d>
                <a:camera prst="orthographicFront"/>
                <a:lightRig rig="threePt" dir="t"/>
              </a:scene3d>
              <a:sp3d prstMaterial="powder"/>
            </a:bodyPr>
            <a:lstStyle/>
            <a:p>
              <a:pPr algn="ctr"/>
              <a:r>
                <a:rPr lang="en-US" altLang="zh-CN" sz="1200" b="1" spc="300" dirty="0">
                  <a:solidFill>
                    <a:srgbClr val="182863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202X</a:t>
              </a:r>
              <a:endParaRPr lang="zh-CN" altLang="en-US" sz="1200" b="1" spc="300" dirty="0">
                <a:solidFill>
                  <a:srgbClr val="18286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cxnSp>
        <p:nvCxnSpPr>
          <p:cNvPr id="33" name="直接连接符 32"/>
          <p:cNvCxnSpPr/>
          <p:nvPr/>
        </p:nvCxnSpPr>
        <p:spPr>
          <a:xfrm flipV="1">
            <a:off x="2026761" y="3516842"/>
            <a:ext cx="1193484" cy="9976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4991083" y="3712153"/>
            <a:ext cx="458182" cy="3829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905274" y="916290"/>
            <a:ext cx="1193484" cy="9976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6088831" y="1037685"/>
            <a:ext cx="458182" cy="3829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5203542" y="6112958"/>
            <a:ext cx="1650684" cy="3063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182863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第一</a:t>
            </a:r>
            <a:r>
              <a:rPr lang="en-US" altLang="zh-CN" sz="1100" dirty="0">
                <a:solidFill>
                  <a:srgbClr val="182863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PPT|   202X.11</a:t>
            </a:r>
            <a:endParaRPr lang="zh-CN" altLang="en-US" sz="1100" dirty="0">
              <a:solidFill>
                <a:srgbClr val="182863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1" name="TextBox 5"/>
          <p:cNvSpPr txBox="1"/>
          <p:nvPr/>
        </p:nvSpPr>
        <p:spPr>
          <a:xfrm>
            <a:off x="371027" y="370551"/>
            <a:ext cx="803297" cy="276999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  <a:scene3d>
              <a:camera prst="orthographicFront"/>
              <a:lightRig rig="threePt" dir="t"/>
            </a:scene3d>
            <a:sp3d prstMaterial="powder"/>
          </a:bodyPr>
          <a:lstStyle/>
          <a:p>
            <a:pPr algn="ctr"/>
            <a:r>
              <a:rPr lang="en-US" altLang="zh-CN" sz="1200" spc="300" dirty="0">
                <a:solidFill>
                  <a:schemeClr val="bg1">
                    <a:alpha val="80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LOGO</a:t>
            </a:r>
            <a:endParaRPr lang="zh-CN" altLang="en-US" sz="1200" spc="300" dirty="0">
              <a:solidFill>
                <a:schemeClr val="bg1">
                  <a:alpha val="80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069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52" dur="3600" fill="hold"/>
                                        <p:tgtEl>
                                          <p:spTgt spid="2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41" presetClass="entr" presetSubtype="0" fill="hold" grpId="0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1" dur="3600" fill="hold"/>
                                        <p:tgtEl>
                                          <p:spTgt spid="4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9" grpId="0"/>
      <p:bldP spid="25" grpId="0"/>
      <p:bldP spid="25" grpId="1"/>
      <p:bldP spid="27" grpId="0"/>
      <p:bldP spid="28" grpId="0"/>
      <p:bldP spid="40" grpId="0" animBg="1"/>
      <p:bldP spid="41" grpId="0"/>
      <p:bldP spid="41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64238" y="3920052"/>
            <a:ext cx="7263527" cy="877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0000FF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素材授权</a:t>
            </a:r>
            <a:r>
              <a:rPr lang="en-US" altLang="zh-CN" sz="2400" kern="0" dirty="0">
                <a:solidFill>
                  <a:srgbClr val="0000FF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/</a:t>
            </a:r>
            <a:r>
              <a:rPr lang="zh-CN" altLang="en-US" sz="2400" kern="0" dirty="0">
                <a:solidFill>
                  <a:srgbClr val="0000FF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素材来源</a:t>
            </a:r>
            <a:r>
              <a:rPr lang="en-US" altLang="zh-CN" sz="2400" kern="0" dirty="0">
                <a:solidFill>
                  <a:srgbClr val="0000FF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@</a:t>
            </a:r>
            <a:r>
              <a:rPr lang="zh-CN" altLang="en-US" sz="2400" kern="0" dirty="0">
                <a:solidFill>
                  <a:srgbClr val="0000FF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觅知网</a:t>
            </a:r>
            <a:endParaRPr lang="en-US" altLang="zh-CN" sz="2400" kern="0" dirty="0">
              <a:solidFill>
                <a:srgbClr val="0000FF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0000FF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本素材仅供学习研究使用。禁止商用、传播、转载。</a:t>
            </a:r>
            <a:endParaRPr lang="en-US" altLang="zh-CN" sz="2400" kern="0" dirty="0">
              <a:solidFill>
                <a:srgbClr val="0000FF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88266" y="2852937"/>
            <a:ext cx="3815468" cy="407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https://www.51miz.com/ppt/</a:t>
            </a: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EE8218-6A52-BD7D-B0D1-1D6313908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872" y="1737024"/>
            <a:ext cx="2342256" cy="7939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7519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71664" y="4437112"/>
            <a:ext cx="6768752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1524000" y="2998276"/>
            <a:ext cx="9144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920306" y="3097346"/>
            <a:ext cx="4103687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t>{{slide_32_subtitle}}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6"/>
            <a:ext cx="4103688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t>{{slide_32_title}}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26" y="356246"/>
            <a:ext cx="5919787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EBBEC50-721B-9297-DE8C-65115C350AC0}"/>
                  </a:ext>
                </a:extLst>
              </p14:cNvPr>
              <p14:cNvContentPartPr/>
              <p14:nvPr/>
            </p14:nvContentPartPr>
            <p14:xfrm>
              <a:off x="-1269037" y="737060"/>
              <a:ext cx="36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EBBEC50-721B-9297-DE8C-65115C350AC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1287037" y="629060"/>
                <a:ext cx="36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14106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72.3741"/>
  <p:tag name="LEFT" val="87.46598"/>
  <p:tag name="WIDTH" val="224.0921"/>
  <p:tag name="HEIGHT" val="273.5468"/>
  <p:tag name="LINEWEIGHT" val="1.08"/>
  <p:tag name="FONTSIZE" val="21.16"/>
  <p:tag name="MARGINBOTTOM" val="4.230945"/>
  <p:tag name="MARGINLEFT" val="8.46189"/>
  <p:tag name="MARGINRIGHT" val="8.46189"/>
  <p:tag name="MARGINTOP" val="4.230945"/>
  <p:tag name="LINERULEAFTE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8.6221"/>
  <p:tag name="LEFT" val="96.62212"/>
  <p:tag name="WIDTH" val="205.7796"/>
  <p:tag name="HEIGHT" val="33.71992"/>
  <p:tag name="FONTSIZE" val="18.8"/>
  <p:tag name="MARGINBOTTOM" val="4.230945"/>
  <p:tag name="MARGINLEFT" val="8.46189"/>
  <p:tag name="MARGINRIGHT" val="8.46189"/>
  <p:tag name="MARGINTOP" val="4.230945"/>
  <p:tag name="LINERULEAFTE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24.1823"/>
  <p:tag name="LEFT" val="131.0285"/>
  <p:tag name="WIDTH" val="136.9674"/>
  <p:tag name="HEIGHT" val="37.54496"/>
  <p:tag name="FONTSIZE" val="25.92"/>
  <p:tag name="MARGINBOTTOM" val="1.510709"/>
  <p:tag name="MARGINLEFT" val="3.021339"/>
  <p:tag name="MARGINRIGHT" val="3.021339"/>
  <p:tag name="MARGINTOP" val="1.510709"/>
  <p:tag name="LINERULEAFTE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60.025"/>
  <p:tag name="LEFT" val="257.0989"/>
  <p:tag name="WIDTH" val="10.82417"/>
  <p:tag name="HEIGHT" val="11.92858"/>
  <p:tag name="FONTSIZE" val="19.44"/>
  <p:tag name="MARGINBOTTOM" val="3.888031"/>
  <p:tag name="MARGINLEFT" val="7.775984"/>
  <p:tag name="MARGINRIGHT" val="7.775984"/>
  <p:tag name="MARGINTOP" val="3.888031"/>
  <p:tag name="LINERULEAFTE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59.8224"/>
  <p:tag name="LEFT" val="130.8307"/>
  <p:tag name="WIDTH" val="10.82417"/>
  <p:tag name="HEIGHT" val="12.13095"/>
  <p:tag name="FONTSIZE" val="19.44"/>
  <p:tag name="MARGINBOTTOM" val="3.888031"/>
  <p:tag name="MARGINLEFT" val="7.775984"/>
  <p:tag name="MARGINRIGHT" val="7.775984"/>
  <p:tag name="MARGINTOP" val="3.888031"/>
  <p:tag name="LINERULEAFTE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59.8226"/>
  <p:tag name="LEFT" val="140.5655"/>
  <p:tag name="WIDTH" val="117.8054"/>
  <p:tag name="HEIGHT" val="36.29409"/>
  <p:tag name="FONTSIZE" val="19.44"/>
  <p:tag name="MARGINBOTTOM" val="3.888031"/>
  <p:tag name="MARGINLEFT" val="7.775984"/>
  <p:tag name="MARGINRIGHT" val="7.775984"/>
  <p:tag name="MARGINTOP" val="3.888031"/>
  <p:tag name="LINERULEAFTE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59.5389"/>
  <p:tag name="LEFT" val="155.7524"/>
  <p:tag name="WIDTH" val="87.24921"/>
  <p:tag name="HEIGHT" val="33.7252"/>
  <p:tag name="FONTSIZE" val="19.44"/>
  <p:tag name="MARGINBOTTOM" val="3.888031"/>
  <p:tag name="MARGINLEFT" val="7.775984"/>
  <p:tag name="MARGINRIGHT" val="7.775984"/>
  <p:tag name="MARGINTOP" val="3.888031"/>
  <p:tag name="LINERULEAFTE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34.7127"/>
  <p:tag name="LEFT" val="339.4943"/>
  <p:tag name="WIDTH" val="281.0115"/>
  <p:tag name="HEIGHT" val="343.0277"/>
  <p:tag name="LINEWEIGHT" val="1.354331"/>
  <p:tag name="FONTSIZE" val="26.54"/>
  <p:tag name="MARGINBOTTOM" val="5.305591"/>
  <p:tag name="MARGINLEFT" val="10.61126"/>
  <p:tag name="MARGINRIGHT" val="10.61126"/>
  <p:tag name="MARGINTOP" val="5.305591"/>
  <p:tag name="LINERULEAFTE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67.9476"/>
  <p:tag name="LEFT" val="350.9761"/>
  <p:tag name="WIDTH" val="258.0476"/>
  <p:tag name="HEIGHT" val="42.28473"/>
  <p:tag name="FONTSIZE" val="23.58"/>
  <p:tag name="MARGINBOTTOM" val="5.305591"/>
  <p:tag name="MARGINLEFT" val="10.61126"/>
  <p:tag name="MARGINRIGHT" val="10.61126"/>
  <p:tag name="MARGINTOP" val="5.305591"/>
  <p:tag name="LINERULEAFTE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99.6802"/>
  <p:tag name="LEFT" val="394.1216"/>
  <p:tag name="WIDTH" val="171.7572"/>
  <p:tag name="HEIGHT" val="47.08134"/>
  <p:tag name="FONTSIZE" val="32.5"/>
  <p:tag name="MARGINBOTTOM" val="1.894488"/>
  <p:tag name="MARGINLEFT" val="3.78874"/>
  <p:tag name="MARGINRIGHT" val="3.78874"/>
  <p:tag name="MARGINTOP" val="1.894488"/>
  <p:tag name="LINERULEAFTE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9.2269"/>
  <p:tag name="LEFT" val="552.2138"/>
  <p:tag name="WIDTH" val="13.57346"/>
  <p:tag name="HEIGHT" val="14.95827"/>
  <p:tag name="FONTSIZE" val="24.37"/>
  <p:tag name="MARGINBOTTOM" val="4.87559"/>
  <p:tag name="MARGINLEFT" val="9.751023"/>
  <p:tag name="MARGINRIGHT" val="9.751023"/>
  <p:tag name="MARGINTOP" val="4.87559"/>
  <p:tag name="LINERULEAFTE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8.9731"/>
  <p:tag name="LEFT" val="393.8735"/>
  <p:tag name="WIDTH" val="13.57346"/>
  <p:tag name="HEIGHT" val="15.2122"/>
  <p:tag name="FONTSIZE" val="24.37"/>
  <p:tag name="MARGINBOTTOM" val="4.87559"/>
  <p:tag name="MARGINLEFT" val="9.751023"/>
  <p:tag name="MARGINRIGHT" val="9.751023"/>
  <p:tag name="MARGINTOP" val="4.87559"/>
  <p:tag name="LINERULEAFTE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8.9732"/>
  <p:tag name="LEFT" val="406.081"/>
  <p:tag name="WIDTH" val="147.728"/>
  <p:tag name="HEIGHT" val="45.51284"/>
  <p:tag name="FONTSIZE" val="24.37"/>
  <p:tag name="MARGINBOTTOM" val="4.87559"/>
  <p:tag name="MARGINLEFT" val="9.751023"/>
  <p:tag name="MARGINRIGHT" val="9.751023"/>
  <p:tag name="MARGINTOP" val="4.87559"/>
  <p:tag name="LINERULEAFTE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8.6173"/>
  <p:tag name="LEFT" val="425.1254"/>
  <p:tag name="WIDTH" val="109.4105"/>
  <p:tag name="HEIGHT" val="42.29142"/>
  <p:tag name="FONTSIZE" val="24.37"/>
  <p:tag name="MARGINBOTTOM" val="4.87559"/>
  <p:tag name="MARGINLEFT" val="9.751023"/>
  <p:tag name="MARGINRIGHT" val="9.751023"/>
  <p:tag name="MARGINTOP" val="4.87559"/>
  <p:tag name="LINERULEAFTE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72.3741"/>
  <p:tag name="LEFT" val="648.442"/>
  <p:tag name="WIDTH" val="224.0921"/>
  <p:tag name="HEIGHT" val="273.5468"/>
  <p:tag name="LINEWEIGHT" val="1.08"/>
  <p:tag name="FONTSIZE" val="21.16"/>
  <p:tag name="MARGINBOTTOM" val="4.230945"/>
  <p:tag name="MARGINLEFT" val="8.46189"/>
  <p:tag name="MARGINRIGHT" val="8.46189"/>
  <p:tag name="MARGINTOP" val="4.230945"/>
  <p:tag name="LINERULEAFTE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8.6221"/>
  <p:tag name="LEFT" val="657.5981"/>
  <p:tag name="WIDTH" val="205.7796"/>
  <p:tag name="HEIGHT" val="33.71992"/>
  <p:tag name="FONTSIZE" val="18.8"/>
  <p:tag name="MARGINBOTTOM" val="4.230945"/>
  <p:tag name="MARGINLEFT" val="8.46189"/>
  <p:tag name="MARGINRIGHT" val="8.46189"/>
  <p:tag name="MARGINTOP" val="4.230945"/>
  <p:tag name="LINERULEAFTE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24.1823"/>
  <p:tag name="LEFT" val="692.0045"/>
  <p:tag name="WIDTH" val="136.9674"/>
  <p:tag name="HEIGHT" val="37.54496"/>
  <p:tag name="FONTSIZE" val="25.92"/>
  <p:tag name="MARGINBOTTOM" val="1.510709"/>
  <p:tag name="MARGINLEFT" val="3.021339"/>
  <p:tag name="MARGINRIGHT" val="3.021339"/>
  <p:tag name="MARGINTOP" val="1.510709"/>
  <p:tag name="LINERULEAFTE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60.025"/>
  <p:tag name="LEFT" val="818.0749"/>
  <p:tag name="WIDTH" val="10.82417"/>
  <p:tag name="HEIGHT" val="11.92858"/>
  <p:tag name="FONTSIZE" val="19.44"/>
  <p:tag name="MARGINBOTTOM" val="3.888031"/>
  <p:tag name="MARGINLEFT" val="7.775984"/>
  <p:tag name="MARGINRIGHT" val="7.775984"/>
  <p:tag name="MARGINTOP" val="3.888031"/>
  <p:tag name="LINERULEAFTE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59.8224"/>
  <p:tag name="LEFT" val="691.8067"/>
  <p:tag name="WIDTH" val="10.82417"/>
  <p:tag name="HEIGHT" val="12.13095"/>
  <p:tag name="FONTSIZE" val="19.44"/>
  <p:tag name="MARGINBOTTOM" val="3.888031"/>
  <p:tag name="MARGINLEFT" val="7.775984"/>
  <p:tag name="MARGINRIGHT" val="7.775984"/>
  <p:tag name="MARGINTOP" val="3.888031"/>
  <p:tag name="LINERULEAFTE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59.8226"/>
  <p:tag name="LEFT" val="701.5415"/>
  <p:tag name="WIDTH" val="117.8054"/>
  <p:tag name="HEIGHT" val="36.29409"/>
  <p:tag name="FONTSIZE" val="19.44"/>
  <p:tag name="MARGINBOTTOM" val="3.888031"/>
  <p:tag name="MARGINLEFT" val="7.775984"/>
  <p:tag name="MARGINRIGHT" val="7.775984"/>
  <p:tag name="MARGINTOP" val="3.888031"/>
  <p:tag name="LINERULEAFTE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59.5389"/>
  <p:tag name="LEFT" val="716.7283"/>
  <p:tag name="WIDTH" val="87.24921"/>
  <p:tag name="HEIGHT" val="33.7252"/>
  <p:tag name="FONTSIZE" val="19.44"/>
  <p:tag name="MARGINBOTTOM" val="3.888031"/>
  <p:tag name="MARGINLEFT" val="7.775984"/>
  <p:tag name="MARGINRIGHT" val="7.775984"/>
  <p:tag name="MARGINTOP" val="3.888031"/>
  <p:tag name="LINERULEAFTE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9111_13*i*46"/>
  <p:tag name="KSO_WM_TEMPLATE_CATEGORY" val="custom"/>
  <p:tag name="KSO_WM_TEMPLATE_INDEX" val="20189111"/>
  <p:tag name="KSO_WM_UNIT_INDEX" val="4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9111_13*i*40"/>
  <p:tag name="KSO_WM_TEMPLATE_CATEGORY" val="custom"/>
  <p:tag name="KSO_WM_TEMPLATE_INDEX" val="20189111"/>
  <p:tag name="KSO_WM_UNIT_INDEX" val="4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AYERLEVEL" val="1_1_1_1"/>
  <p:tag name="KSO_WM_DIAGRAM_GROUP_CODE" val="p1-1"/>
  <p:tag name="KSO_WM_TAG_VERSION" val="1.0"/>
  <p:tag name="KSO_WM_BEAUTIFY_FLAG" val="#wm#"/>
  <p:tag name="KSO_WM_UNIT_TYPE" val="i"/>
  <p:tag name="KSO_WM_UNIT_ID" val="custom20187309_9*i*64"/>
  <p:tag name="KSO_WM_TEMPLATE_CATEGORY" val="custom"/>
  <p:tag name="KSO_WM_TEMPLATE_INDEX" val="20187309"/>
  <p:tag name="KSO_WM_UNIT_INDEX" val="6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AYERLEVEL" val="1_1_1_1"/>
  <p:tag name="KSO_WM_DIAGRAM_GROUP_CODE" val="p1-1"/>
  <p:tag name="KSO_WM_TAG_VERSION" val="1.0"/>
  <p:tag name="KSO_WM_BEAUTIFY_FLAG" val="#wm#"/>
  <p:tag name="KSO_WM_UNIT_TYPE" val="i"/>
  <p:tag name="KSO_WM_UNIT_ID" val="custom20187309_9*i*73"/>
  <p:tag name="KSO_WM_TEMPLATE_CATEGORY" val="custom"/>
  <p:tag name="KSO_WM_TEMPLATE_INDEX" val="20187309"/>
  <p:tag name="KSO_WM_UNIT_INDEX" val="7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AYERLEVEL" val="1_1_1_1"/>
  <p:tag name="KSO_WM_DIAGRAM_GROUP_CODE" val="p1-1"/>
  <p:tag name="KSO_WM_TAG_VERSION" val="1.0"/>
  <p:tag name="KSO_WM_BEAUTIFY_FLAG" val="#wm#"/>
  <p:tag name="KSO_WM_UNIT_TYPE" val="i"/>
  <p:tag name="KSO_WM_UNIT_ID" val="custom20187309_9*i*74"/>
  <p:tag name="KSO_WM_TEMPLATE_CATEGORY" val="custom"/>
  <p:tag name="KSO_WM_TEMPLATE_INDEX" val="20187309"/>
  <p:tag name="KSO_WM_UNIT_INDEX" val="7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AYERLEVEL" val="1_1_1_1"/>
  <p:tag name="KSO_WM_DIAGRAM_GROUP_CODE" val="p1-1"/>
  <p:tag name="KSO_WM_TAG_VERSION" val="1.0"/>
  <p:tag name="KSO_WM_BEAUTIFY_FLAG" val="#wm#"/>
  <p:tag name="KSO_WM_UNIT_TYPE" val="i"/>
  <p:tag name="KSO_WM_UNIT_ID" val="custom20187309_9*i*76"/>
  <p:tag name="KSO_WM_TEMPLATE_CATEGORY" val="custom"/>
  <p:tag name="KSO_WM_TEMPLATE_INDEX" val="20187309"/>
  <p:tag name="KSO_WM_UNIT_INDEX" val="7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AYERLEVEL" val="1_1_1_1"/>
  <p:tag name="KSO_WM_DIAGRAM_GROUP_CODE" val="p1-1"/>
  <p:tag name="KSO_WM_TAG_VERSION" val="1.0"/>
  <p:tag name="KSO_WM_BEAUTIFY_FLAG" val="#wm#"/>
  <p:tag name="KSO_WM_UNIT_TYPE" val="i"/>
  <p:tag name="KSO_WM_UNIT_ID" val="custom20187309_9*i*77"/>
  <p:tag name="KSO_WM_TEMPLATE_CATEGORY" val="custom"/>
  <p:tag name="KSO_WM_TEMPLATE_INDEX" val="20187309"/>
  <p:tag name="KSO_WM_UNIT_INDEX" val="77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阿里巴巴普惠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3153</Words>
  <Application>Microsoft Office PowerPoint</Application>
  <PresentationFormat>宽屏</PresentationFormat>
  <Paragraphs>325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等线</vt:lpstr>
      <vt:lpstr>汉仪中圆简</vt:lpstr>
      <vt:lpstr>三极春联字体简</vt:lpstr>
      <vt:lpstr>思源黑体</vt:lpstr>
      <vt:lpstr>思源黑体 CN Light</vt:lpstr>
      <vt:lpstr>思源黑体 CN Normal</vt:lpstr>
      <vt:lpstr>思源宋体 CN Heavy</vt:lpstr>
      <vt:lpstr>微软雅黑</vt:lpstr>
      <vt:lpstr>Arial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个人年终总结</dc:title>
  <dc:creator>第一PPT，www.1ppt.com</dc:creator>
  <cp:keywords>www.1ppt.com</cp:keywords>
  <dc:description>第一PPT</dc:description>
  <cp:lastModifiedBy>PC</cp:lastModifiedBy>
  <cp:revision>90</cp:revision>
  <dcterms:created xsi:type="dcterms:W3CDTF">2022-08-17T14:34:00Z</dcterms:created>
  <dcterms:modified xsi:type="dcterms:W3CDTF">2026-02-08T08:34:41Z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